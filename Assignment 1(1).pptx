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2" r:id="rId4"/>
  </p:sldMasterIdLst>
  <p:notesMasterIdLst>
    <p:notesMasterId r:id="rId15"/>
  </p:notesMasterIdLst>
  <p:handoutMasterIdLst>
    <p:handoutMasterId r:id="rId16"/>
  </p:handoutMasterIdLst>
  <p:sldIdLst>
    <p:sldId id="1938" r:id="rId5"/>
    <p:sldId id="2243" r:id="rId6"/>
    <p:sldId id="2249" r:id="rId7"/>
    <p:sldId id="2244" r:id="rId8"/>
    <p:sldId id="2253" r:id="rId9"/>
    <p:sldId id="2251" r:id="rId10"/>
    <p:sldId id="2254" r:id="rId11"/>
    <p:sldId id="2255" r:id="rId12"/>
    <p:sldId id="2246" r:id="rId13"/>
    <p:sldId id="2000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ata and Big Data" id="{0BB4C471-A6B6-F449-9EF0-07CA812E16AB}">
          <p14:sldIdLst>
            <p14:sldId id="1938"/>
            <p14:sldId id="2243"/>
            <p14:sldId id="2249"/>
            <p14:sldId id="2244"/>
            <p14:sldId id="2253"/>
            <p14:sldId id="2251"/>
            <p14:sldId id="2254"/>
            <p14:sldId id="2255"/>
            <p14:sldId id="2246"/>
            <p14:sldId id="200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40C67"/>
    <a:srgbClr val="C74F66"/>
    <a:srgbClr val="C1F2AB"/>
    <a:srgbClr val="F4DCE0"/>
    <a:srgbClr val="6A205F"/>
    <a:srgbClr val="8FFAAA"/>
    <a:srgbClr val="810000"/>
    <a:srgbClr val="FFD6D5"/>
    <a:srgbClr val="C7FFE9"/>
    <a:srgbClr val="FCC6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C9B5D3-C4C4-6F46-A201-37DCA6E2B1FB}" v="479" dt="2026-02-02T03:55:13.55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–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2DE63D5-997A-4646-A377-4702673A728D}" styleName="Light Style 2 –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BC89EF96-8CEA-46FF-86C4-4CE0E7609802}" styleName="Light Style 3 –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–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5" autoAdjust="0"/>
    <p:restoredTop sz="94830" autoAdjust="0"/>
  </p:normalViewPr>
  <p:slideViewPr>
    <p:cSldViewPr snapToGrid="0">
      <p:cViewPr varScale="1">
        <p:scale>
          <a:sx n="121" d="100"/>
          <a:sy n="121" d="100"/>
        </p:scale>
        <p:origin x="736" y="1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130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18" d="100"/>
          <a:sy n="118" d="100"/>
        </p:scale>
        <p:origin x="5160" y="21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ONG, Chi Kit Ken [DSAI]" userId="960785e9-9efa-43e3-981a-c495c07125dc" providerId="ADAL" clId="{0ACE0F11-CA0F-5A84-BFCB-F7A5E414E4DA}"/>
    <pc:docChg chg="undo redo custSel addSld delSld modSld sldOrd modMainMaster addSection delSection modSection">
      <pc:chgData name="FONG, Chi Kit Ken [DSAI]" userId="960785e9-9efa-43e3-981a-c495c07125dc" providerId="ADAL" clId="{0ACE0F11-CA0F-5A84-BFCB-F7A5E414E4DA}" dt="2026-02-02T03:55:44.516" v="44325" actId="20577"/>
      <pc:docMkLst>
        <pc:docMk/>
      </pc:docMkLst>
      <pc:sldChg chg="delSp modSp del mod">
        <pc:chgData name="FONG, Chi Kit Ken [DSAI]" userId="960785e9-9efa-43e3-981a-c495c07125dc" providerId="ADAL" clId="{0ACE0F11-CA0F-5A84-BFCB-F7A5E414E4DA}" dt="2026-02-02T02:24:56.573" v="42731" actId="2696"/>
        <pc:sldMkLst>
          <pc:docMk/>
          <pc:sldMk cId="1428867449" sldId="2236"/>
        </pc:sldMkLst>
        <pc:spChg chg="mod">
          <ac:chgData name="FONG, Chi Kit Ken [DSAI]" userId="960785e9-9efa-43e3-981a-c495c07125dc" providerId="ADAL" clId="{0ACE0F11-CA0F-5A84-BFCB-F7A5E414E4DA}" dt="2026-02-02T02:21:26.391" v="42681" actId="21"/>
          <ac:spMkLst>
            <pc:docMk/>
            <pc:sldMk cId="1428867449" sldId="2236"/>
            <ac:spMk id="2" creationId="{79AFF9DA-3577-4CD1-20A1-926C079F5E84}"/>
          </ac:spMkLst>
        </pc:spChg>
        <pc:spChg chg="mod">
          <ac:chgData name="FONG, Chi Kit Ken [DSAI]" userId="960785e9-9efa-43e3-981a-c495c07125dc" providerId="ADAL" clId="{0ACE0F11-CA0F-5A84-BFCB-F7A5E414E4DA}" dt="2026-02-02T01:08:24.137" v="41425" actId="27636"/>
          <ac:spMkLst>
            <pc:docMk/>
            <pc:sldMk cId="1428867449" sldId="2236"/>
            <ac:spMk id="3" creationId="{805F90FB-30FC-1F86-FF19-4979172F9C83}"/>
          </ac:spMkLst>
        </pc:spChg>
        <pc:picChg chg="del">
          <ac:chgData name="FONG, Chi Kit Ken [DSAI]" userId="960785e9-9efa-43e3-981a-c495c07125dc" providerId="ADAL" clId="{0ACE0F11-CA0F-5A84-BFCB-F7A5E414E4DA}" dt="2026-02-02T01:08:25.790" v="41426" actId="478"/>
          <ac:picMkLst>
            <pc:docMk/>
            <pc:sldMk cId="1428867449" sldId="2236"/>
            <ac:picMk id="1026" creationId="{0A3C8BB8-D480-ED70-59B7-73146D80863B}"/>
          </ac:picMkLst>
        </pc:picChg>
      </pc:sldChg>
      <pc:sldChg chg="del">
        <pc:chgData name="FONG, Chi Kit Ken [DSAI]" userId="960785e9-9efa-43e3-981a-c495c07125dc" providerId="ADAL" clId="{0ACE0F11-CA0F-5A84-BFCB-F7A5E414E4DA}" dt="2026-02-02T02:25:00.216" v="42733" actId="2696"/>
        <pc:sldMkLst>
          <pc:docMk/>
          <pc:sldMk cId="60613346" sldId="2237"/>
        </pc:sldMkLst>
      </pc:sldChg>
      <pc:sldChg chg="modSp del mod">
        <pc:chgData name="FONG, Chi Kit Ken [DSAI]" userId="960785e9-9efa-43e3-981a-c495c07125dc" providerId="ADAL" clId="{0ACE0F11-CA0F-5A84-BFCB-F7A5E414E4DA}" dt="2026-02-02T03:07:20.312" v="43209" actId="2696"/>
        <pc:sldMkLst>
          <pc:docMk/>
          <pc:sldMk cId="1651020147" sldId="2238"/>
        </pc:sldMkLst>
        <pc:graphicFrameChg chg="modGraphic">
          <ac:chgData name="FONG, Chi Kit Ken [DSAI]" userId="960785e9-9efa-43e3-981a-c495c07125dc" providerId="ADAL" clId="{0ACE0F11-CA0F-5A84-BFCB-F7A5E414E4DA}" dt="2026-02-02T02:26:18.692" v="42734" actId="20577"/>
          <ac:graphicFrameMkLst>
            <pc:docMk/>
            <pc:sldMk cId="1651020147" sldId="2238"/>
            <ac:graphicFrameMk id="6" creationId="{5DD6504F-E037-4B8A-1762-341B39934E6E}"/>
          </ac:graphicFrameMkLst>
        </pc:graphicFrameChg>
      </pc:sldChg>
      <pc:sldChg chg="del">
        <pc:chgData name="FONG, Chi Kit Ken [DSAI]" userId="960785e9-9efa-43e3-981a-c495c07125dc" providerId="ADAL" clId="{0ACE0F11-CA0F-5A84-BFCB-F7A5E414E4DA}" dt="2026-02-02T03:07:20.516" v="43210" actId="2696"/>
        <pc:sldMkLst>
          <pc:docMk/>
          <pc:sldMk cId="3391835444" sldId="2239"/>
        </pc:sldMkLst>
      </pc:sldChg>
      <pc:sldChg chg="del">
        <pc:chgData name="FONG, Chi Kit Ken [DSAI]" userId="960785e9-9efa-43e3-981a-c495c07125dc" providerId="ADAL" clId="{0ACE0F11-CA0F-5A84-BFCB-F7A5E414E4DA}" dt="2026-02-02T03:07:20.701" v="43211" actId="2696"/>
        <pc:sldMkLst>
          <pc:docMk/>
          <pc:sldMk cId="33046546" sldId="2240"/>
        </pc:sldMkLst>
      </pc:sldChg>
      <pc:sldChg chg="del">
        <pc:chgData name="FONG, Chi Kit Ken [DSAI]" userId="960785e9-9efa-43e3-981a-c495c07125dc" providerId="ADAL" clId="{0ACE0F11-CA0F-5A84-BFCB-F7A5E414E4DA}" dt="2026-02-02T03:07:21.071" v="43212" actId="2696"/>
        <pc:sldMkLst>
          <pc:docMk/>
          <pc:sldMk cId="3587609652" sldId="2241"/>
        </pc:sldMkLst>
      </pc:sldChg>
      <pc:sldChg chg="del">
        <pc:chgData name="FONG, Chi Kit Ken [DSAI]" userId="960785e9-9efa-43e3-981a-c495c07125dc" providerId="ADAL" clId="{0ACE0F11-CA0F-5A84-BFCB-F7A5E414E4DA}" dt="2026-02-02T03:07:23.681" v="43213" actId="2696"/>
        <pc:sldMkLst>
          <pc:docMk/>
          <pc:sldMk cId="3156225996" sldId="2242"/>
        </pc:sldMkLst>
      </pc:sldChg>
      <pc:sldChg chg="addSp delSp modSp mod modAnim">
        <pc:chgData name="FONG, Chi Kit Ken [DSAI]" userId="960785e9-9efa-43e3-981a-c495c07125dc" providerId="ADAL" clId="{0ACE0F11-CA0F-5A84-BFCB-F7A5E414E4DA}" dt="2026-02-02T03:50:20.461" v="44252"/>
        <pc:sldMkLst>
          <pc:docMk/>
          <pc:sldMk cId="2784091225" sldId="2243"/>
        </pc:sldMkLst>
        <pc:spChg chg="mod">
          <ac:chgData name="FONG, Chi Kit Ken [DSAI]" userId="960785e9-9efa-43e3-981a-c495c07125dc" providerId="ADAL" clId="{0ACE0F11-CA0F-5A84-BFCB-F7A5E414E4DA}" dt="2026-02-02T02:20:04.268" v="42641" actId="14"/>
          <ac:spMkLst>
            <pc:docMk/>
            <pc:sldMk cId="2784091225" sldId="2243"/>
            <ac:spMk id="2" creationId="{515E7E2F-7656-7B8F-10AD-52A42BD07EC9}"/>
          </ac:spMkLst>
        </pc:spChg>
        <pc:spChg chg="mod">
          <ac:chgData name="FONG, Chi Kit Ken [DSAI]" userId="960785e9-9efa-43e3-981a-c495c07125dc" providerId="ADAL" clId="{0ACE0F11-CA0F-5A84-BFCB-F7A5E414E4DA}" dt="2026-02-02T02:20:00.026" v="42640" actId="14100"/>
          <ac:spMkLst>
            <pc:docMk/>
            <pc:sldMk cId="2784091225" sldId="2243"/>
            <ac:spMk id="3" creationId="{F7EC9C0A-20F1-D8D5-5167-A266A7C2A72E}"/>
          </ac:spMkLst>
        </pc:spChg>
        <pc:spChg chg="del mod">
          <ac:chgData name="FONG, Chi Kit Ken [DSAI]" userId="960785e9-9efa-43e3-981a-c495c07125dc" providerId="ADAL" clId="{0ACE0F11-CA0F-5A84-BFCB-F7A5E414E4DA}" dt="2026-02-02T01:20:27.472" v="41680" actId="478"/>
          <ac:spMkLst>
            <pc:docMk/>
            <pc:sldMk cId="2784091225" sldId="2243"/>
            <ac:spMk id="5" creationId="{EC6D647B-2A04-6C1B-9C49-14B9264301EA}"/>
          </ac:spMkLst>
        </pc:spChg>
        <pc:spChg chg="add mod">
          <ac:chgData name="FONG, Chi Kit Ken [DSAI]" userId="960785e9-9efa-43e3-981a-c495c07125dc" providerId="ADAL" clId="{0ACE0F11-CA0F-5A84-BFCB-F7A5E414E4DA}" dt="2026-02-02T02:20:08.749" v="42642" actId="1076"/>
          <ac:spMkLst>
            <pc:docMk/>
            <pc:sldMk cId="2784091225" sldId="2243"/>
            <ac:spMk id="6" creationId="{C7352896-A265-D1D7-6749-C9D872B8341E}"/>
          </ac:spMkLst>
        </pc:spChg>
        <pc:spChg chg="add mod">
          <ac:chgData name="FONG, Chi Kit Ken [DSAI]" userId="960785e9-9efa-43e3-981a-c495c07125dc" providerId="ADAL" clId="{0ACE0F11-CA0F-5A84-BFCB-F7A5E414E4DA}" dt="2026-02-02T02:20:12.412" v="42643" actId="1076"/>
          <ac:spMkLst>
            <pc:docMk/>
            <pc:sldMk cId="2784091225" sldId="2243"/>
            <ac:spMk id="9" creationId="{72A5D7A7-F77C-36FA-7C8C-B6342BEAD9A8}"/>
          </ac:spMkLst>
        </pc:spChg>
        <pc:spChg chg="add mod">
          <ac:chgData name="FONG, Chi Kit Ken [DSAI]" userId="960785e9-9efa-43e3-981a-c495c07125dc" providerId="ADAL" clId="{0ACE0F11-CA0F-5A84-BFCB-F7A5E414E4DA}" dt="2026-02-02T02:20:12.412" v="42643" actId="1076"/>
          <ac:spMkLst>
            <pc:docMk/>
            <pc:sldMk cId="2784091225" sldId="2243"/>
            <ac:spMk id="10" creationId="{37E082EB-49E2-933E-E17B-F053714398BB}"/>
          </ac:spMkLst>
        </pc:spChg>
        <pc:spChg chg="add mod">
          <ac:chgData name="FONG, Chi Kit Ken [DSAI]" userId="960785e9-9efa-43e3-981a-c495c07125dc" providerId="ADAL" clId="{0ACE0F11-CA0F-5A84-BFCB-F7A5E414E4DA}" dt="2026-02-02T02:20:12.412" v="42643" actId="1076"/>
          <ac:spMkLst>
            <pc:docMk/>
            <pc:sldMk cId="2784091225" sldId="2243"/>
            <ac:spMk id="11" creationId="{19D91104-ABAB-BA5F-B608-AFDF6ECE91DE}"/>
          </ac:spMkLst>
        </pc:spChg>
        <pc:spChg chg="add mod">
          <ac:chgData name="FONG, Chi Kit Ken [DSAI]" userId="960785e9-9efa-43e3-981a-c495c07125dc" providerId="ADAL" clId="{0ACE0F11-CA0F-5A84-BFCB-F7A5E414E4DA}" dt="2026-02-02T02:20:12.412" v="42643" actId="1076"/>
          <ac:spMkLst>
            <pc:docMk/>
            <pc:sldMk cId="2784091225" sldId="2243"/>
            <ac:spMk id="12" creationId="{3CE8FF05-EEA2-9B07-1BC9-03D9AEF7E61B}"/>
          </ac:spMkLst>
        </pc:spChg>
        <pc:spChg chg="add mod">
          <ac:chgData name="FONG, Chi Kit Ken [DSAI]" userId="960785e9-9efa-43e3-981a-c495c07125dc" providerId="ADAL" clId="{0ACE0F11-CA0F-5A84-BFCB-F7A5E414E4DA}" dt="2026-02-02T02:20:12.412" v="42643" actId="1076"/>
          <ac:spMkLst>
            <pc:docMk/>
            <pc:sldMk cId="2784091225" sldId="2243"/>
            <ac:spMk id="13" creationId="{0B303901-D5F8-409C-FAC0-EF258E0B8E8C}"/>
          </ac:spMkLst>
        </pc:spChg>
        <pc:spChg chg="add mod">
          <ac:chgData name="FONG, Chi Kit Ken [DSAI]" userId="960785e9-9efa-43e3-981a-c495c07125dc" providerId="ADAL" clId="{0ACE0F11-CA0F-5A84-BFCB-F7A5E414E4DA}" dt="2026-02-02T02:20:12.412" v="42643" actId="1076"/>
          <ac:spMkLst>
            <pc:docMk/>
            <pc:sldMk cId="2784091225" sldId="2243"/>
            <ac:spMk id="16" creationId="{9865E751-19D6-3232-F966-A6617A4E14BC}"/>
          </ac:spMkLst>
        </pc:spChg>
        <pc:spChg chg="add mod">
          <ac:chgData name="FONG, Chi Kit Ken [DSAI]" userId="960785e9-9efa-43e3-981a-c495c07125dc" providerId="ADAL" clId="{0ACE0F11-CA0F-5A84-BFCB-F7A5E414E4DA}" dt="2026-02-02T02:20:12.412" v="42643" actId="1076"/>
          <ac:spMkLst>
            <pc:docMk/>
            <pc:sldMk cId="2784091225" sldId="2243"/>
            <ac:spMk id="17" creationId="{2DC529C3-F42A-9BB4-F632-69A965258806}"/>
          </ac:spMkLst>
        </pc:spChg>
        <pc:spChg chg="add mod">
          <ac:chgData name="FONG, Chi Kit Ken [DSAI]" userId="960785e9-9efa-43e3-981a-c495c07125dc" providerId="ADAL" clId="{0ACE0F11-CA0F-5A84-BFCB-F7A5E414E4DA}" dt="2026-02-02T02:20:12.412" v="42643" actId="1076"/>
          <ac:spMkLst>
            <pc:docMk/>
            <pc:sldMk cId="2784091225" sldId="2243"/>
            <ac:spMk id="18" creationId="{D97E78DD-A1EF-BEA2-5D4B-28163EAE0476}"/>
          </ac:spMkLst>
        </pc:spChg>
        <pc:spChg chg="add mod">
          <ac:chgData name="FONG, Chi Kit Ken [DSAI]" userId="960785e9-9efa-43e3-981a-c495c07125dc" providerId="ADAL" clId="{0ACE0F11-CA0F-5A84-BFCB-F7A5E414E4DA}" dt="2026-02-02T01:32:16.802" v="41821" actId="1076"/>
          <ac:spMkLst>
            <pc:docMk/>
            <pc:sldMk cId="2784091225" sldId="2243"/>
            <ac:spMk id="19" creationId="{A0AB729B-C737-D5F8-3B26-5E3E9E3AA02F}"/>
          </ac:spMkLst>
        </pc:spChg>
        <pc:spChg chg="add mod">
          <ac:chgData name="FONG, Chi Kit Ken [DSAI]" userId="960785e9-9efa-43e3-981a-c495c07125dc" providerId="ADAL" clId="{0ACE0F11-CA0F-5A84-BFCB-F7A5E414E4DA}" dt="2026-02-02T01:32:30.674" v="41826" actId="1076"/>
          <ac:spMkLst>
            <pc:docMk/>
            <pc:sldMk cId="2784091225" sldId="2243"/>
            <ac:spMk id="20" creationId="{E08976EA-5349-E048-B9C2-EA56F4783674}"/>
          </ac:spMkLst>
        </pc:spChg>
        <pc:spChg chg="add mod">
          <ac:chgData name="FONG, Chi Kit Ken [DSAI]" userId="960785e9-9efa-43e3-981a-c495c07125dc" providerId="ADAL" clId="{0ACE0F11-CA0F-5A84-BFCB-F7A5E414E4DA}" dt="2026-02-02T01:32:38.644" v="41829" actId="1076"/>
          <ac:spMkLst>
            <pc:docMk/>
            <pc:sldMk cId="2784091225" sldId="2243"/>
            <ac:spMk id="21" creationId="{B9F508EC-96A9-28E8-7ADC-228BB17136E9}"/>
          </ac:spMkLst>
        </pc:spChg>
        <pc:spChg chg="add mod">
          <ac:chgData name="FONG, Chi Kit Ken [DSAI]" userId="960785e9-9efa-43e3-981a-c495c07125dc" providerId="ADAL" clId="{0ACE0F11-CA0F-5A84-BFCB-F7A5E414E4DA}" dt="2026-02-02T01:40:32.702" v="42054" actId="1036"/>
          <ac:spMkLst>
            <pc:docMk/>
            <pc:sldMk cId="2784091225" sldId="2243"/>
            <ac:spMk id="22" creationId="{41382FB9-6A8D-B42F-F576-CB7DE25CF57C}"/>
          </ac:spMkLst>
        </pc:spChg>
        <pc:spChg chg="add mod">
          <ac:chgData name="FONG, Chi Kit Ken [DSAI]" userId="960785e9-9efa-43e3-981a-c495c07125dc" providerId="ADAL" clId="{0ACE0F11-CA0F-5A84-BFCB-F7A5E414E4DA}" dt="2026-02-02T02:20:12.412" v="42643" actId="1076"/>
          <ac:spMkLst>
            <pc:docMk/>
            <pc:sldMk cId="2784091225" sldId="2243"/>
            <ac:spMk id="23" creationId="{16A3CB50-27FF-0D95-73C9-3B2DD440C597}"/>
          </ac:spMkLst>
        </pc:spChg>
        <pc:spChg chg="add mod">
          <ac:chgData name="FONG, Chi Kit Ken [DSAI]" userId="960785e9-9efa-43e3-981a-c495c07125dc" providerId="ADAL" clId="{0ACE0F11-CA0F-5A84-BFCB-F7A5E414E4DA}" dt="2026-02-02T01:42:06.805" v="42087" actId="207"/>
          <ac:spMkLst>
            <pc:docMk/>
            <pc:sldMk cId="2784091225" sldId="2243"/>
            <ac:spMk id="24" creationId="{8A82DA63-6F88-2B20-0354-30C0079870F4}"/>
          </ac:spMkLst>
        </pc:spChg>
        <pc:spChg chg="add mod">
          <ac:chgData name="FONG, Chi Kit Ken [DSAI]" userId="960785e9-9efa-43e3-981a-c495c07125dc" providerId="ADAL" clId="{0ACE0F11-CA0F-5A84-BFCB-F7A5E414E4DA}" dt="2026-02-02T02:20:12.412" v="42643" actId="1076"/>
          <ac:spMkLst>
            <pc:docMk/>
            <pc:sldMk cId="2784091225" sldId="2243"/>
            <ac:spMk id="25" creationId="{D581F331-601F-7454-BAC3-7ED28DB3F6C0}"/>
          </ac:spMkLst>
        </pc:spChg>
        <pc:graphicFrameChg chg="del">
          <ac:chgData name="FONG, Chi Kit Ken [DSAI]" userId="960785e9-9efa-43e3-981a-c495c07125dc" providerId="ADAL" clId="{0ACE0F11-CA0F-5A84-BFCB-F7A5E414E4DA}" dt="2026-02-02T01:18:02.313" v="41643" actId="478"/>
          <ac:graphicFrameMkLst>
            <pc:docMk/>
            <pc:sldMk cId="2784091225" sldId="2243"/>
            <ac:graphicFrameMk id="4" creationId="{7A5F38BE-AB75-B384-5C0B-9B9306AF71C4}"/>
          </ac:graphicFrameMkLst>
        </pc:graphicFrameChg>
        <pc:graphicFrameChg chg="add del mod modGraphic">
          <ac:chgData name="FONG, Chi Kit Ken [DSAI]" userId="960785e9-9efa-43e3-981a-c495c07125dc" providerId="ADAL" clId="{0ACE0F11-CA0F-5A84-BFCB-F7A5E414E4DA}" dt="2026-02-02T01:24:22.970" v="41690" actId="478"/>
          <ac:graphicFrameMkLst>
            <pc:docMk/>
            <pc:sldMk cId="2784091225" sldId="2243"/>
            <ac:graphicFrameMk id="7" creationId="{BFAF918F-39B2-AAC3-017E-04EC4483F65F}"/>
          </ac:graphicFrameMkLst>
        </pc:graphicFrameChg>
        <pc:graphicFrameChg chg="add mod modGraphic">
          <ac:chgData name="FONG, Chi Kit Ken [DSAI]" userId="960785e9-9efa-43e3-981a-c495c07125dc" providerId="ADAL" clId="{0ACE0F11-CA0F-5A84-BFCB-F7A5E414E4DA}" dt="2026-02-02T01:34:09.040" v="41878" actId="1076"/>
          <ac:graphicFrameMkLst>
            <pc:docMk/>
            <pc:sldMk cId="2784091225" sldId="2243"/>
            <ac:graphicFrameMk id="8" creationId="{190BD2DD-FB8D-6DFB-15AF-A1188DE9384A}"/>
          </ac:graphicFrameMkLst>
        </pc:graphicFrameChg>
        <pc:graphicFrameChg chg="add del mod modGraphic">
          <ac:chgData name="FONG, Chi Kit Ken [DSAI]" userId="960785e9-9efa-43e3-981a-c495c07125dc" providerId="ADAL" clId="{0ACE0F11-CA0F-5A84-BFCB-F7A5E414E4DA}" dt="2026-02-02T01:31:18.107" v="41799" actId="478"/>
          <ac:graphicFrameMkLst>
            <pc:docMk/>
            <pc:sldMk cId="2784091225" sldId="2243"/>
            <ac:graphicFrameMk id="14" creationId="{E33E5BF4-CD3C-8EF5-3EC1-59F96DB51A5A}"/>
          </ac:graphicFrameMkLst>
        </pc:graphicFrameChg>
        <pc:graphicFrameChg chg="add mod modGraphic">
          <ac:chgData name="FONG, Chi Kit Ken [DSAI]" userId="960785e9-9efa-43e3-981a-c495c07125dc" providerId="ADAL" clId="{0ACE0F11-CA0F-5A84-BFCB-F7A5E414E4DA}" dt="2026-02-02T01:41:38.472" v="42084" actId="20577"/>
          <ac:graphicFrameMkLst>
            <pc:docMk/>
            <pc:sldMk cId="2784091225" sldId="2243"/>
            <ac:graphicFrameMk id="15" creationId="{3C3868F7-6751-6B3F-F5A0-E29E76C9EF14}"/>
          </ac:graphicFrameMkLst>
        </pc:graphicFrameChg>
      </pc:sldChg>
      <pc:sldChg chg="addSp delSp modSp new mod">
        <pc:chgData name="FONG, Chi Kit Ken [DSAI]" userId="960785e9-9efa-43e3-981a-c495c07125dc" providerId="ADAL" clId="{0ACE0F11-CA0F-5A84-BFCB-F7A5E414E4DA}" dt="2026-02-02T03:51:01.952" v="44262" actId="20577"/>
        <pc:sldMkLst>
          <pc:docMk/>
          <pc:sldMk cId="3329343317" sldId="2244"/>
        </pc:sldMkLst>
        <pc:spChg chg="mod">
          <ac:chgData name="FONG, Chi Kit Ken [DSAI]" userId="960785e9-9efa-43e3-981a-c495c07125dc" providerId="ADAL" clId="{0ACE0F11-CA0F-5A84-BFCB-F7A5E414E4DA}" dt="2026-02-02T03:51:01.952" v="44262" actId="20577"/>
          <ac:spMkLst>
            <pc:docMk/>
            <pc:sldMk cId="3329343317" sldId="2244"/>
            <ac:spMk id="2" creationId="{97FC9546-8ABE-5989-FBB1-FEC0D15467C9}"/>
          </ac:spMkLst>
        </pc:spChg>
        <pc:spChg chg="mod">
          <ac:chgData name="FONG, Chi Kit Ken [DSAI]" userId="960785e9-9efa-43e3-981a-c495c07125dc" providerId="ADAL" clId="{0ACE0F11-CA0F-5A84-BFCB-F7A5E414E4DA}" dt="2026-02-02T02:19:45.327" v="42632" actId="27636"/>
          <ac:spMkLst>
            <pc:docMk/>
            <pc:sldMk cId="3329343317" sldId="2244"/>
            <ac:spMk id="3" creationId="{84CC493A-E9B5-90FB-9E67-D92A4FE8C563}"/>
          </ac:spMkLst>
        </pc:spChg>
        <pc:spChg chg="add mod">
          <ac:chgData name="FONG, Chi Kit Ken [DSAI]" userId="960785e9-9efa-43e3-981a-c495c07125dc" providerId="ADAL" clId="{0ACE0F11-CA0F-5A84-BFCB-F7A5E414E4DA}" dt="2026-02-02T01:13:46.071" v="41566" actId="1076"/>
          <ac:spMkLst>
            <pc:docMk/>
            <pc:sldMk cId="3329343317" sldId="2244"/>
            <ac:spMk id="41" creationId="{2BA95F6F-CB5A-3C0E-9131-311E1C3F2818}"/>
          </ac:spMkLst>
        </pc:spChg>
        <pc:spChg chg="add mod">
          <ac:chgData name="FONG, Chi Kit Ken [DSAI]" userId="960785e9-9efa-43e3-981a-c495c07125dc" providerId="ADAL" clId="{0ACE0F11-CA0F-5A84-BFCB-F7A5E414E4DA}" dt="2026-02-02T03:03:58.023" v="43099" actId="57"/>
          <ac:spMkLst>
            <pc:docMk/>
            <pc:sldMk cId="3329343317" sldId="2244"/>
            <ac:spMk id="46" creationId="{2BB9A698-21D1-7CF8-C9E0-2D85FB030833}"/>
          </ac:spMkLst>
        </pc:spChg>
        <pc:spChg chg="add mod">
          <ac:chgData name="FONG, Chi Kit Ken [DSAI]" userId="960785e9-9efa-43e3-981a-c495c07125dc" providerId="ADAL" clId="{0ACE0F11-CA0F-5A84-BFCB-F7A5E414E4DA}" dt="2026-02-02T03:04:02.121" v="43105" actId="20577"/>
          <ac:spMkLst>
            <pc:docMk/>
            <pc:sldMk cId="3329343317" sldId="2244"/>
            <ac:spMk id="47" creationId="{BBC270A5-297E-B53E-5505-DA4A269DB829}"/>
          </ac:spMkLst>
        </pc:spChg>
        <pc:spChg chg="add mod">
          <ac:chgData name="FONG, Chi Kit Ken [DSAI]" userId="960785e9-9efa-43e3-981a-c495c07125dc" providerId="ADAL" clId="{0ACE0F11-CA0F-5A84-BFCB-F7A5E414E4DA}" dt="2026-02-02T03:04:11.101" v="43121" actId="20577"/>
          <ac:spMkLst>
            <pc:docMk/>
            <pc:sldMk cId="3329343317" sldId="2244"/>
            <ac:spMk id="48" creationId="{E789BFFF-D93B-60E8-9D90-0771E5C5681D}"/>
          </ac:spMkLst>
        </pc:spChg>
        <pc:spChg chg="add mod">
          <ac:chgData name="FONG, Chi Kit Ken [DSAI]" userId="960785e9-9efa-43e3-981a-c495c07125dc" providerId="ADAL" clId="{0ACE0F11-CA0F-5A84-BFCB-F7A5E414E4DA}" dt="2026-02-02T03:04:19.745" v="43135" actId="20577"/>
          <ac:spMkLst>
            <pc:docMk/>
            <pc:sldMk cId="3329343317" sldId="2244"/>
            <ac:spMk id="49" creationId="{6893B00B-A24A-54DD-9265-933372F7FC5D}"/>
          </ac:spMkLst>
        </pc:spChg>
        <pc:spChg chg="add mod">
          <ac:chgData name="FONG, Chi Kit Ken [DSAI]" userId="960785e9-9efa-43e3-981a-c495c07125dc" providerId="ADAL" clId="{0ACE0F11-CA0F-5A84-BFCB-F7A5E414E4DA}" dt="2026-02-02T03:04:26.761" v="43145" actId="20577"/>
          <ac:spMkLst>
            <pc:docMk/>
            <pc:sldMk cId="3329343317" sldId="2244"/>
            <ac:spMk id="50" creationId="{833C0008-C2C4-6FCB-BD58-484FC3510863}"/>
          </ac:spMkLst>
        </pc:spChg>
        <pc:spChg chg="add mod">
          <ac:chgData name="FONG, Chi Kit Ken [DSAI]" userId="960785e9-9efa-43e3-981a-c495c07125dc" providerId="ADAL" clId="{0ACE0F11-CA0F-5A84-BFCB-F7A5E414E4DA}" dt="2026-02-02T03:04:36.408" v="43163" actId="20577"/>
          <ac:spMkLst>
            <pc:docMk/>
            <pc:sldMk cId="3329343317" sldId="2244"/>
            <ac:spMk id="51" creationId="{031C43A5-9FF2-7327-7373-3F287DBE271E}"/>
          </ac:spMkLst>
        </pc:spChg>
        <pc:spChg chg="add mod">
          <ac:chgData name="FONG, Chi Kit Ken [DSAI]" userId="960785e9-9efa-43e3-981a-c495c07125dc" providerId="ADAL" clId="{0ACE0F11-CA0F-5A84-BFCB-F7A5E414E4DA}" dt="2026-02-02T03:07:07.450" v="43208" actId="1076"/>
          <ac:spMkLst>
            <pc:docMk/>
            <pc:sldMk cId="3329343317" sldId="2244"/>
            <ac:spMk id="52" creationId="{74D06DFC-002B-73B9-6E0F-03F9116F460F}"/>
          </ac:spMkLst>
        </pc:spChg>
        <pc:grpChg chg="add del">
          <ac:chgData name="FONG, Chi Kit Ken [DSAI]" userId="960785e9-9efa-43e3-981a-c495c07125dc" providerId="ADAL" clId="{0ACE0F11-CA0F-5A84-BFCB-F7A5E414E4DA}" dt="2026-02-02T01:05:52.993" v="41370" actId="478"/>
          <ac:grpSpMkLst>
            <pc:docMk/>
            <pc:sldMk cId="3329343317" sldId="2244"/>
            <ac:grpSpMk id="29" creationId="{30728072-0938-1EE4-5AAD-35C91E4DE5BB}"/>
          </ac:grpSpMkLst>
        </pc:grpChg>
        <pc:graphicFrameChg chg="add del modGraphic">
          <ac:chgData name="FONG, Chi Kit Ken [DSAI]" userId="960785e9-9efa-43e3-981a-c495c07125dc" providerId="ADAL" clId="{0ACE0F11-CA0F-5A84-BFCB-F7A5E414E4DA}" dt="2026-02-02T01:13:15.834" v="41538" actId="478"/>
          <ac:graphicFrameMkLst>
            <pc:docMk/>
            <pc:sldMk cId="3329343317" sldId="2244"/>
            <ac:graphicFrameMk id="39" creationId="{57379882-CF7F-EB88-50C8-F2ABEFB015E2}"/>
          </ac:graphicFrameMkLst>
        </pc:graphicFrameChg>
        <pc:picChg chg="add del mod">
          <ac:chgData name="FONG, Chi Kit Ken [DSAI]" userId="960785e9-9efa-43e3-981a-c495c07125dc" providerId="ADAL" clId="{0ACE0F11-CA0F-5A84-BFCB-F7A5E414E4DA}" dt="2026-02-02T01:13:11.088" v="41536" actId="21"/>
          <ac:picMkLst>
            <pc:docMk/>
            <pc:sldMk cId="3329343317" sldId="2244"/>
            <ac:picMk id="4" creationId="{C991DCED-FE0E-3179-9273-714472DB8657}"/>
          </ac:picMkLst>
        </pc:picChg>
        <pc:picChg chg="add del mod">
          <ac:chgData name="FONG, Chi Kit Ken [DSAI]" userId="960785e9-9efa-43e3-981a-c495c07125dc" providerId="ADAL" clId="{0ACE0F11-CA0F-5A84-BFCB-F7A5E414E4DA}" dt="2026-02-02T03:04:51.818" v="43176" actId="478"/>
          <ac:picMkLst>
            <pc:docMk/>
            <pc:sldMk cId="3329343317" sldId="2244"/>
            <ac:picMk id="5" creationId="{437AF17B-56FC-4C1D-8E58-DBF86EAE5EE1}"/>
          </ac:picMkLst>
        </pc:picChg>
        <pc:picChg chg="add del mod">
          <ac:chgData name="FONG, Chi Kit Ken [DSAI]" userId="960785e9-9efa-43e3-981a-c495c07125dc" providerId="ADAL" clId="{0ACE0F11-CA0F-5A84-BFCB-F7A5E414E4DA}" dt="2026-02-02T03:04:51.818" v="43176" actId="478"/>
          <ac:picMkLst>
            <pc:docMk/>
            <pc:sldMk cId="3329343317" sldId="2244"/>
            <ac:picMk id="6" creationId="{DA3E766C-A5AD-9E21-6095-805133781615}"/>
          </ac:picMkLst>
        </pc:picChg>
        <pc:picChg chg="add del mod">
          <ac:chgData name="FONG, Chi Kit Ken [DSAI]" userId="960785e9-9efa-43e3-981a-c495c07125dc" providerId="ADAL" clId="{0ACE0F11-CA0F-5A84-BFCB-F7A5E414E4DA}" dt="2026-02-02T03:04:51.818" v="43176" actId="478"/>
          <ac:picMkLst>
            <pc:docMk/>
            <pc:sldMk cId="3329343317" sldId="2244"/>
            <ac:picMk id="7" creationId="{506B4A54-9A57-7F65-F23B-DB3C8C0E67E2}"/>
          </ac:picMkLst>
        </pc:picChg>
        <pc:picChg chg="add del mod">
          <ac:chgData name="FONG, Chi Kit Ken [DSAI]" userId="960785e9-9efa-43e3-981a-c495c07125dc" providerId="ADAL" clId="{0ACE0F11-CA0F-5A84-BFCB-F7A5E414E4DA}" dt="2026-02-02T01:13:25.098" v="41543" actId="21"/>
          <ac:picMkLst>
            <pc:docMk/>
            <pc:sldMk cId="3329343317" sldId="2244"/>
            <ac:picMk id="30" creationId="{695E1BCA-06FB-4AE9-B7A7-70137937934F}"/>
          </ac:picMkLst>
        </pc:picChg>
        <pc:picChg chg="add del mod">
          <ac:chgData name="FONG, Chi Kit Ken [DSAI]" userId="960785e9-9efa-43e3-981a-c495c07125dc" providerId="ADAL" clId="{0ACE0F11-CA0F-5A84-BFCB-F7A5E414E4DA}" dt="2026-02-02T01:13:25.098" v="41543" actId="21"/>
          <ac:picMkLst>
            <pc:docMk/>
            <pc:sldMk cId="3329343317" sldId="2244"/>
            <ac:picMk id="31" creationId="{03C43EDD-C3C3-281B-33A6-44CE163D90CD}"/>
          </ac:picMkLst>
        </pc:picChg>
        <pc:picChg chg="add del mod">
          <ac:chgData name="FONG, Chi Kit Ken [DSAI]" userId="960785e9-9efa-43e3-981a-c495c07125dc" providerId="ADAL" clId="{0ACE0F11-CA0F-5A84-BFCB-F7A5E414E4DA}" dt="2026-02-02T01:07:04.805" v="41406" actId="478"/>
          <ac:picMkLst>
            <pc:docMk/>
            <pc:sldMk cId="3329343317" sldId="2244"/>
            <ac:picMk id="32" creationId="{5FCB18D1-328B-D786-B6FB-960338522D75}"/>
          </ac:picMkLst>
        </pc:picChg>
        <pc:picChg chg="add del mod">
          <ac:chgData name="FONG, Chi Kit Ken [DSAI]" userId="960785e9-9efa-43e3-981a-c495c07125dc" providerId="ADAL" clId="{0ACE0F11-CA0F-5A84-BFCB-F7A5E414E4DA}" dt="2026-02-02T01:07:04.805" v="41406" actId="478"/>
          <ac:picMkLst>
            <pc:docMk/>
            <pc:sldMk cId="3329343317" sldId="2244"/>
            <ac:picMk id="33" creationId="{0E98FE06-804A-6AD3-019D-D43918119747}"/>
          </ac:picMkLst>
        </pc:picChg>
        <pc:picChg chg="add del mod">
          <ac:chgData name="FONG, Chi Kit Ken [DSAI]" userId="960785e9-9efa-43e3-981a-c495c07125dc" providerId="ADAL" clId="{0ACE0F11-CA0F-5A84-BFCB-F7A5E414E4DA}" dt="2026-02-02T01:07:04.805" v="41406" actId="478"/>
          <ac:picMkLst>
            <pc:docMk/>
            <pc:sldMk cId="3329343317" sldId="2244"/>
            <ac:picMk id="34" creationId="{5662C2AF-C9C2-191D-A84A-0E6EC9C9A1B5}"/>
          </ac:picMkLst>
        </pc:picChg>
        <pc:picChg chg="add del mod">
          <ac:chgData name="FONG, Chi Kit Ken [DSAI]" userId="960785e9-9efa-43e3-981a-c495c07125dc" providerId="ADAL" clId="{0ACE0F11-CA0F-5A84-BFCB-F7A5E414E4DA}" dt="2026-02-02T01:07:04.805" v="41406" actId="478"/>
          <ac:picMkLst>
            <pc:docMk/>
            <pc:sldMk cId="3329343317" sldId="2244"/>
            <ac:picMk id="35" creationId="{43A1D4BF-4541-C015-79CC-0D7D1255028C}"/>
          </ac:picMkLst>
        </pc:picChg>
        <pc:picChg chg="add del mod">
          <ac:chgData name="FONG, Chi Kit Ken [DSAI]" userId="960785e9-9efa-43e3-981a-c495c07125dc" providerId="ADAL" clId="{0ACE0F11-CA0F-5A84-BFCB-F7A5E414E4DA}" dt="2026-02-02T01:07:04.805" v="41406" actId="478"/>
          <ac:picMkLst>
            <pc:docMk/>
            <pc:sldMk cId="3329343317" sldId="2244"/>
            <ac:picMk id="36" creationId="{F94B4AA0-70B0-EC66-27F1-584A41339404}"/>
          </ac:picMkLst>
        </pc:picChg>
        <pc:picChg chg="add del mod">
          <ac:chgData name="FONG, Chi Kit Ken [DSAI]" userId="960785e9-9efa-43e3-981a-c495c07125dc" providerId="ADAL" clId="{0ACE0F11-CA0F-5A84-BFCB-F7A5E414E4DA}" dt="2026-02-02T01:13:25.098" v="41543" actId="21"/>
          <ac:picMkLst>
            <pc:docMk/>
            <pc:sldMk cId="3329343317" sldId="2244"/>
            <ac:picMk id="37" creationId="{361D48D8-6BE4-AEAA-DC43-3E0E63CA9D29}"/>
          </ac:picMkLst>
        </pc:picChg>
        <pc:picChg chg="add del mod">
          <ac:chgData name="FONG, Chi Kit Ken [DSAI]" userId="960785e9-9efa-43e3-981a-c495c07125dc" providerId="ADAL" clId="{0ACE0F11-CA0F-5A84-BFCB-F7A5E414E4DA}" dt="2026-02-02T01:13:25.098" v="41543" actId="21"/>
          <ac:picMkLst>
            <pc:docMk/>
            <pc:sldMk cId="3329343317" sldId="2244"/>
            <ac:picMk id="38" creationId="{E450A74D-4D5E-BEEA-CA9C-C3AE824AE384}"/>
          </ac:picMkLst>
        </pc:picChg>
        <pc:picChg chg="add del mod">
          <ac:chgData name="FONG, Chi Kit Ken [DSAI]" userId="960785e9-9efa-43e3-981a-c495c07125dc" providerId="ADAL" clId="{0ACE0F11-CA0F-5A84-BFCB-F7A5E414E4DA}" dt="2026-02-02T03:02:37.103" v="43076" actId="478"/>
          <ac:picMkLst>
            <pc:docMk/>
            <pc:sldMk cId="3329343317" sldId="2244"/>
            <ac:picMk id="40" creationId="{C1233A4D-4CA6-36E1-D49D-33D69933D9D9}"/>
          </ac:picMkLst>
        </pc:picChg>
        <pc:picChg chg="add del mod">
          <ac:chgData name="FONG, Chi Kit Ken [DSAI]" userId="960785e9-9efa-43e3-981a-c495c07125dc" providerId="ADAL" clId="{0ACE0F11-CA0F-5A84-BFCB-F7A5E414E4DA}" dt="2026-02-02T03:04:51.818" v="43176" actId="478"/>
          <ac:picMkLst>
            <pc:docMk/>
            <pc:sldMk cId="3329343317" sldId="2244"/>
            <ac:picMk id="42" creationId="{C279FB1D-DA57-CDC1-C244-C6767317C10C}"/>
          </ac:picMkLst>
        </pc:picChg>
        <pc:picChg chg="add del mod">
          <ac:chgData name="FONG, Chi Kit Ken [DSAI]" userId="960785e9-9efa-43e3-981a-c495c07125dc" providerId="ADAL" clId="{0ACE0F11-CA0F-5A84-BFCB-F7A5E414E4DA}" dt="2026-02-02T03:04:51.818" v="43176" actId="478"/>
          <ac:picMkLst>
            <pc:docMk/>
            <pc:sldMk cId="3329343317" sldId="2244"/>
            <ac:picMk id="43" creationId="{EFAA02A9-17FE-071F-E702-DC33B0BF6F9A}"/>
          </ac:picMkLst>
        </pc:picChg>
        <pc:picChg chg="add del mod">
          <ac:chgData name="FONG, Chi Kit Ken [DSAI]" userId="960785e9-9efa-43e3-981a-c495c07125dc" providerId="ADAL" clId="{0ACE0F11-CA0F-5A84-BFCB-F7A5E414E4DA}" dt="2026-02-02T03:04:51.818" v="43176" actId="478"/>
          <ac:picMkLst>
            <pc:docMk/>
            <pc:sldMk cId="3329343317" sldId="2244"/>
            <ac:picMk id="44" creationId="{F54C56D0-04E5-06B8-E361-06F6CC6BE702}"/>
          </ac:picMkLst>
        </pc:picChg>
        <pc:picChg chg="add del mod">
          <ac:chgData name="FONG, Chi Kit Ken [DSAI]" userId="960785e9-9efa-43e3-981a-c495c07125dc" providerId="ADAL" clId="{0ACE0F11-CA0F-5A84-BFCB-F7A5E414E4DA}" dt="2026-02-02T03:04:51.818" v="43176" actId="478"/>
          <ac:picMkLst>
            <pc:docMk/>
            <pc:sldMk cId="3329343317" sldId="2244"/>
            <ac:picMk id="45" creationId="{F875175B-F060-E234-D8DC-C8B38F375CF0}"/>
          </ac:picMkLst>
        </pc:picChg>
        <pc:picChg chg="add mod">
          <ac:chgData name="FONG, Chi Kit Ken [DSAI]" userId="960785e9-9efa-43e3-981a-c495c07125dc" providerId="ADAL" clId="{0ACE0F11-CA0F-5A84-BFCB-F7A5E414E4DA}" dt="2026-02-02T03:02:48.162" v="43079" actId="1076"/>
          <ac:picMkLst>
            <pc:docMk/>
            <pc:sldMk cId="3329343317" sldId="2244"/>
            <ac:picMk id="53" creationId="{82FE5501-1BCE-4333-D188-A6762F8EE2B0}"/>
          </ac:picMkLst>
        </pc:picChg>
        <pc:picChg chg="add mod">
          <ac:chgData name="FONG, Chi Kit Ken [DSAI]" userId="960785e9-9efa-43e3-981a-c495c07125dc" providerId="ADAL" clId="{0ACE0F11-CA0F-5A84-BFCB-F7A5E414E4DA}" dt="2026-02-02T03:05:29.465" v="43186" actId="1076"/>
          <ac:picMkLst>
            <pc:docMk/>
            <pc:sldMk cId="3329343317" sldId="2244"/>
            <ac:picMk id="54" creationId="{423D4930-D466-EF4E-D951-3B867E606430}"/>
          </ac:picMkLst>
        </pc:picChg>
        <pc:picChg chg="add del mod">
          <ac:chgData name="FONG, Chi Kit Ken [DSAI]" userId="960785e9-9efa-43e3-981a-c495c07125dc" providerId="ADAL" clId="{0ACE0F11-CA0F-5A84-BFCB-F7A5E414E4DA}" dt="2026-02-02T03:05:36.459" v="43189" actId="478"/>
          <ac:picMkLst>
            <pc:docMk/>
            <pc:sldMk cId="3329343317" sldId="2244"/>
            <ac:picMk id="55" creationId="{C722B0B0-98E7-93F2-1C83-B39EEC2F7F00}"/>
          </ac:picMkLst>
        </pc:picChg>
        <pc:picChg chg="add del mod">
          <ac:chgData name="FONG, Chi Kit Ken [DSAI]" userId="960785e9-9efa-43e3-981a-c495c07125dc" providerId="ADAL" clId="{0ACE0F11-CA0F-5A84-BFCB-F7A5E414E4DA}" dt="2026-02-02T03:05:36.459" v="43189" actId="478"/>
          <ac:picMkLst>
            <pc:docMk/>
            <pc:sldMk cId="3329343317" sldId="2244"/>
            <ac:picMk id="56" creationId="{BEEEAF3C-9766-2A67-D132-4424D8530346}"/>
          </ac:picMkLst>
        </pc:picChg>
        <pc:picChg chg="add mod">
          <ac:chgData name="FONG, Chi Kit Ken [DSAI]" userId="960785e9-9efa-43e3-981a-c495c07125dc" providerId="ADAL" clId="{0ACE0F11-CA0F-5A84-BFCB-F7A5E414E4DA}" dt="2026-02-02T03:05:54.629" v="43192" actId="1076"/>
          <ac:picMkLst>
            <pc:docMk/>
            <pc:sldMk cId="3329343317" sldId="2244"/>
            <ac:picMk id="57" creationId="{CE8BBF0E-E7C9-EA8B-CE09-AC1E282FC3AA}"/>
          </ac:picMkLst>
        </pc:picChg>
        <pc:picChg chg="add mod">
          <ac:chgData name="FONG, Chi Kit Ken [DSAI]" userId="960785e9-9efa-43e3-981a-c495c07125dc" providerId="ADAL" clId="{0ACE0F11-CA0F-5A84-BFCB-F7A5E414E4DA}" dt="2026-02-02T03:06:07.752" v="43195" actId="1076"/>
          <ac:picMkLst>
            <pc:docMk/>
            <pc:sldMk cId="3329343317" sldId="2244"/>
            <ac:picMk id="58" creationId="{81C5CC73-BFD3-7161-9EDE-4DE9657AC565}"/>
          </ac:picMkLst>
        </pc:picChg>
        <pc:picChg chg="add mod">
          <ac:chgData name="FONG, Chi Kit Ken [DSAI]" userId="960785e9-9efa-43e3-981a-c495c07125dc" providerId="ADAL" clId="{0ACE0F11-CA0F-5A84-BFCB-F7A5E414E4DA}" dt="2026-02-02T03:06:24.572" v="43198" actId="1076"/>
          <ac:picMkLst>
            <pc:docMk/>
            <pc:sldMk cId="3329343317" sldId="2244"/>
            <ac:picMk id="59" creationId="{2240E066-C9C4-7292-1E2B-31DE5F3484D8}"/>
          </ac:picMkLst>
        </pc:picChg>
        <pc:picChg chg="add mod">
          <ac:chgData name="FONG, Chi Kit Ken [DSAI]" userId="960785e9-9efa-43e3-981a-c495c07125dc" providerId="ADAL" clId="{0ACE0F11-CA0F-5A84-BFCB-F7A5E414E4DA}" dt="2026-02-02T03:06:35.275" v="43201" actId="1076"/>
          <ac:picMkLst>
            <pc:docMk/>
            <pc:sldMk cId="3329343317" sldId="2244"/>
            <ac:picMk id="60" creationId="{942B5439-913A-B969-1169-C81DCAF72AAA}"/>
          </ac:picMkLst>
        </pc:picChg>
        <pc:picChg chg="add mod">
          <ac:chgData name="FONG, Chi Kit Ken [DSAI]" userId="960785e9-9efa-43e3-981a-c495c07125dc" providerId="ADAL" clId="{0ACE0F11-CA0F-5A84-BFCB-F7A5E414E4DA}" dt="2026-02-02T03:06:48.145" v="43204" actId="1076"/>
          <ac:picMkLst>
            <pc:docMk/>
            <pc:sldMk cId="3329343317" sldId="2244"/>
            <ac:picMk id="61" creationId="{698B04A6-A5CE-9C1B-3D77-892CF152AC71}"/>
          </ac:picMkLst>
        </pc:picChg>
        <pc:picChg chg="add mod">
          <ac:chgData name="FONG, Chi Kit Ken [DSAI]" userId="960785e9-9efa-43e3-981a-c495c07125dc" providerId="ADAL" clId="{0ACE0F11-CA0F-5A84-BFCB-F7A5E414E4DA}" dt="2026-02-02T03:07:04.181" v="43207" actId="1076"/>
          <ac:picMkLst>
            <pc:docMk/>
            <pc:sldMk cId="3329343317" sldId="2244"/>
            <ac:picMk id="62" creationId="{564F99E6-0CD4-E2AB-57CE-CF4D93CB751A}"/>
          </ac:picMkLst>
        </pc:picChg>
      </pc:sldChg>
      <pc:sldChg chg="delSp modSp del mod">
        <pc:chgData name="FONG, Chi Kit Ken [DSAI]" userId="960785e9-9efa-43e3-981a-c495c07125dc" providerId="ADAL" clId="{0ACE0F11-CA0F-5A84-BFCB-F7A5E414E4DA}" dt="2026-02-02T02:24:58.127" v="42732" actId="2696"/>
        <pc:sldMkLst>
          <pc:docMk/>
          <pc:sldMk cId="4246370904" sldId="2245"/>
        </pc:sldMkLst>
        <pc:spChg chg="mod">
          <ac:chgData name="FONG, Chi Kit Ken [DSAI]" userId="960785e9-9efa-43e3-981a-c495c07125dc" providerId="ADAL" clId="{0ACE0F11-CA0F-5A84-BFCB-F7A5E414E4DA}" dt="2026-02-02T02:12:31.751" v="42483" actId="20577"/>
          <ac:spMkLst>
            <pc:docMk/>
            <pc:sldMk cId="4246370904" sldId="2245"/>
            <ac:spMk id="10" creationId="{8BA07799-A0A2-16D6-FB9E-B9F4E0AFAAA0}"/>
          </ac:spMkLst>
        </pc:spChg>
        <pc:picChg chg="del">
          <ac:chgData name="FONG, Chi Kit Ken [DSAI]" userId="960785e9-9efa-43e3-981a-c495c07125dc" providerId="ADAL" clId="{0ACE0F11-CA0F-5A84-BFCB-F7A5E414E4DA}" dt="2026-02-02T02:12:21.256" v="42470" actId="478"/>
          <ac:picMkLst>
            <pc:docMk/>
            <pc:sldMk cId="4246370904" sldId="2245"/>
            <ac:picMk id="8" creationId="{EA5A784D-0BEC-CF5C-56F0-89B6A15E2BF8}"/>
          </ac:picMkLst>
        </pc:picChg>
      </pc:sldChg>
      <pc:sldChg chg="modSp mod">
        <pc:chgData name="FONG, Chi Kit Ken [DSAI]" userId="960785e9-9efa-43e3-981a-c495c07125dc" providerId="ADAL" clId="{0ACE0F11-CA0F-5A84-BFCB-F7A5E414E4DA}" dt="2026-02-02T03:07:53.822" v="43218" actId="20577"/>
        <pc:sldMkLst>
          <pc:docMk/>
          <pc:sldMk cId="4217913762" sldId="2246"/>
        </pc:sldMkLst>
        <pc:spChg chg="mod">
          <ac:chgData name="FONG, Chi Kit Ken [DSAI]" userId="960785e9-9efa-43e3-981a-c495c07125dc" providerId="ADAL" clId="{0ACE0F11-CA0F-5A84-BFCB-F7A5E414E4DA}" dt="2026-02-02T03:07:53.822" v="43218" actId="20577"/>
          <ac:spMkLst>
            <pc:docMk/>
            <pc:sldMk cId="4217913762" sldId="2246"/>
            <ac:spMk id="2" creationId="{FC8B68C8-86D3-3C58-28A0-23EC3E21855D}"/>
          </ac:spMkLst>
        </pc:spChg>
      </pc:sldChg>
      <pc:sldChg chg="delSp modSp add del mod">
        <pc:chgData name="FONG, Chi Kit Ken [DSAI]" userId="960785e9-9efa-43e3-981a-c495c07125dc" providerId="ADAL" clId="{0ACE0F11-CA0F-5A84-BFCB-F7A5E414E4DA}" dt="2026-02-02T01:56:39.451" v="42290" actId="2696"/>
        <pc:sldMkLst>
          <pc:docMk/>
          <pc:sldMk cId="281314479" sldId="2247"/>
        </pc:sldMkLst>
        <pc:spChg chg="mod">
          <ac:chgData name="FONG, Chi Kit Ken [DSAI]" userId="960785e9-9efa-43e3-981a-c495c07125dc" providerId="ADAL" clId="{0ACE0F11-CA0F-5A84-BFCB-F7A5E414E4DA}" dt="2026-02-02T01:17:33.505" v="41633" actId="20577"/>
          <ac:spMkLst>
            <pc:docMk/>
            <pc:sldMk cId="281314479" sldId="2247"/>
            <ac:spMk id="2" creationId="{8C7CCF1A-2295-0369-CF80-3D03B8B846ED}"/>
          </ac:spMkLst>
        </pc:spChg>
        <pc:spChg chg="mod">
          <ac:chgData name="FONG, Chi Kit Ken [DSAI]" userId="960785e9-9efa-43e3-981a-c495c07125dc" providerId="ADAL" clId="{0ACE0F11-CA0F-5A84-BFCB-F7A5E414E4DA}" dt="2026-02-02T01:55:43.075" v="42279" actId="27636"/>
          <ac:spMkLst>
            <pc:docMk/>
            <pc:sldMk cId="281314479" sldId="2247"/>
            <ac:spMk id="5" creationId="{CECE9F5D-F92D-E284-4273-D3E4F79D38A4}"/>
          </ac:spMkLst>
        </pc:spChg>
        <pc:graphicFrameChg chg="del">
          <ac:chgData name="FONG, Chi Kit Ken [DSAI]" userId="960785e9-9efa-43e3-981a-c495c07125dc" providerId="ADAL" clId="{0ACE0F11-CA0F-5A84-BFCB-F7A5E414E4DA}" dt="2026-02-02T01:17:30.182" v="41632" actId="478"/>
          <ac:graphicFrameMkLst>
            <pc:docMk/>
            <pc:sldMk cId="281314479" sldId="2247"/>
            <ac:graphicFrameMk id="4" creationId="{1268A9BD-6700-D826-F87D-EC0262848844}"/>
          </ac:graphicFrameMkLst>
        </pc:graphicFrameChg>
      </pc:sldChg>
      <pc:sldChg chg="add del">
        <pc:chgData name="FONG, Chi Kit Ken [DSAI]" userId="960785e9-9efa-43e3-981a-c495c07125dc" providerId="ADAL" clId="{0ACE0F11-CA0F-5A84-BFCB-F7A5E414E4DA}" dt="2026-02-02T01:17:35.554" v="41635"/>
        <pc:sldMkLst>
          <pc:docMk/>
          <pc:sldMk cId="117689384" sldId="2248"/>
        </pc:sldMkLst>
      </pc:sldChg>
      <pc:sldChg chg="add del">
        <pc:chgData name="FONG, Chi Kit Ken [DSAI]" userId="960785e9-9efa-43e3-981a-c495c07125dc" providerId="ADAL" clId="{0ACE0F11-CA0F-5A84-BFCB-F7A5E414E4DA}" dt="2026-02-02T01:55:29.891" v="42275" actId="2696"/>
        <pc:sldMkLst>
          <pc:docMk/>
          <pc:sldMk cId="2588257859" sldId="2248"/>
        </pc:sldMkLst>
      </pc:sldChg>
      <pc:sldChg chg="addSp delSp modSp new mod modAnim">
        <pc:chgData name="FONG, Chi Kit Ken [DSAI]" userId="960785e9-9efa-43e3-981a-c495c07125dc" providerId="ADAL" clId="{0ACE0F11-CA0F-5A84-BFCB-F7A5E414E4DA}" dt="2026-02-02T03:50:51.954" v="44256"/>
        <pc:sldMkLst>
          <pc:docMk/>
          <pc:sldMk cId="887952441" sldId="2249"/>
        </pc:sldMkLst>
        <pc:spChg chg="mod">
          <ac:chgData name="FONG, Chi Kit Ken [DSAI]" userId="960785e9-9efa-43e3-981a-c495c07125dc" providerId="ADAL" clId="{0ACE0F11-CA0F-5A84-BFCB-F7A5E414E4DA}" dt="2026-02-02T02:20:26.509" v="42648" actId="14"/>
          <ac:spMkLst>
            <pc:docMk/>
            <pc:sldMk cId="887952441" sldId="2249"/>
            <ac:spMk id="2" creationId="{3B3F65AC-F200-D957-7B0C-E62A9613A664}"/>
          </ac:spMkLst>
        </pc:spChg>
        <pc:spChg chg="mod">
          <ac:chgData name="FONG, Chi Kit Ken [DSAI]" userId="960785e9-9efa-43e3-981a-c495c07125dc" providerId="ADAL" clId="{0ACE0F11-CA0F-5A84-BFCB-F7A5E414E4DA}" dt="2026-02-02T02:20:19.363" v="42646" actId="14100"/>
          <ac:spMkLst>
            <pc:docMk/>
            <pc:sldMk cId="887952441" sldId="2249"/>
            <ac:spMk id="3" creationId="{B6137B62-26A8-389E-8FAC-1A585AF154B9}"/>
          </ac:spMkLst>
        </pc:spChg>
        <pc:spChg chg="add del">
          <ac:chgData name="FONG, Chi Kit Ken [DSAI]" userId="960785e9-9efa-43e3-981a-c495c07125dc" providerId="ADAL" clId="{0ACE0F11-CA0F-5A84-BFCB-F7A5E414E4DA}" dt="2026-02-02T01:44:12.307" v="42107" actId="22"/>
          <ac:spMkLst>
            <pc:docMk/>
            <pc:sldMk cId="887952441" sldId="2249"/>
            <ac:spMk id="5" creationId="{185EA93E-4211-9848-0499-42CC58C09191}"/>
          </ac:spMkLst>
        </pc:spChg>
        <pc:spChg chg="add mod">
          <ac:chgData name="FONG, Chi Kit Ken [DSAI]" userId="960785e9-9efa-43e3-981a-c495c07125dc" providerId="ADAL" clId="{0ACE0F11-CA0F-5A84-BFCB-F7A5E414E4DA}" dt="2026-02-02T02:20:32.115" v="42649" actId="1076"/>
          <ac:spMkLst>
            <pc:docMk/>
            <pc:sldMk cId="887952441" sldId="2249"/>
            <ac:spMk id="7" creationId="{FDCBD437-B65C-0DDA-1940-07FCC6375801}"/>
          </ac:spMkLst>
        </pc:spChg>
      </pc:sldChg>
      <pc:sldChg chg="addSp delSp modSp new del mod ord">
        <pc:chgData name="FONG, Chi Kit Ken [DSAI]" userId="960785e9-9efa-43e3-981a-c495c07125dc" providerId="ADAL" clId="{0ACE0F11-CA0F-5A84-BFCB-F7A5E414E4DA}" dt="2026-02-02T02:19:39.234" v="42630" actId="2696"/>
        <pc:sldMkLst>
          <pc:docMk/>
          <pc:sldMk cId="899113912" sldId="2250"/>
        </pc:sldMkLst>
        <pc:spChg chg="del">
          <ac:chgData name="FONG, Chi Kit Ken [DSAI]" userId="960785e9-9efa-43e3-981a-c495c07125dc" providerId="ADAL" clId="{0ACE0F11-CA0F-5A84-BFCB-F7A5E414E4DA}" dt="2026-02-02T01:57:47.412" v="42292" actId="478"/>
          <ac:spMkLst>
            <pc:docMk/>
            <pc:sldMk cId="899113912" sldId="2250"/>
            <ac:spMk id="2" creationId="{570CC344-7797-1DBF-B426-2E91498C66FA}"/>
          </ac:spMkLst>
        </pc:spChg>
        <pc:spChg chg="add mod">
          <ac:chgData name="FONG, Chi Kit Ken [DSAI]" userId="960785e9-9efa-43e3-981a-c495c07125dc" providerId="ADAL" clId="{0ACE0F11-CA0F-5A84-BFCB-F7A5E414E4DA}" dt="2026-02-02T01:59:18.609" v="42351" actId="20577"/>
          <ac:spMkLst>
            <pc:docMk/>
            <pc:sldMk cId="899113912" sldId="2250"/>
            <ac:spMk id="4" creationId="{523D82B9-3BBD-82A7-399F-196D5891D2E3}"/>
          </ac:spMkLst>
        </pc:spChg>
        <pc:spChg chg="add del mod">
          <ac:chgData name="FONG, Chi Kit Ken [DSAI]" userId="960785e9-9efa-43e3-981a-c495c07125dc" providerId="ADAL" clId="{0ACE0F11-CA0F-5A84-BFCB-F7A5E414E4DA}" dt="2026-02-02T02:18:26.503" v="42604" actId="21"/>
          <ac:spMkLst>
            <pc:docMk/>
            <pc:sldMk cId="899113912" sldId="2250"/>
            <ac:spMk id="5" creationId="{F1AB78BB-F9E0-6BEB-84D7-C7281C380B42}"/>
          </ac:spMkLst>
        </pc:spChg>
        <pc:picChg chg="add del mod">
          <ac:chgData name="FONG, Chi Kit Ken [DSAI]" userId="960785e9-9efa-43e3-981a-c495c07125dc" providerId="ADAL" clId="{0ACE0F11-CA0F-5A84-BFCB-F7A5E414E4DA}" dt="2026-02-02T02:01:01.323" v="42414" actId="478"/>
          <ac:picMkLst>
            <pc:docMk/>
            <pc:sldMk cId="899113912" sldId="2250"/>
            <ac:picMk id="6" creationId="{2AC83523-B851-7056-C7B6-EFB21ACF7FBB}"/>
          </ac:picMkLst>
        </pc:picChg>
      </pc:sldChg>
      <pc:sldChg chg="addSp delSp modSp new mod">
        <pc:chgData name="FONG, Chi Kit Ken [DSAI]" userId="960785e9-9efa-43e3-981a-c495c07125dc" providerId="ADAL" clId="{0ACE0F11-CA0F-5A84-BFCB-F7A5E414E4DA}" dt="2026-02-02T02:24:44.817" v="42729" actId="1076"/>
        <pc:sldMkLst>
          <pc:docMk/>
          <pc:sldMk cId="2227461738" sldId="2251"/>
        </pc:sldMkLst>
        <pc:spChg chg="mod">
          <ac:chgData name="FONG, Chi Kit Ken [DSAI]" userId="960785e9-9efa-43e3-981a-c495c07125dc" providerId="ADAL" clId="{0ACE0F11-CA0F-5A84-BFCB-F7A5E414E4DA}" dt="2026-02-02T02:24:11.539" v="42721" actId="15"/>
          <ac:spMkLst>
            <pc:docMk/>
            <pc:sldMk cId="2227461738" sldId="2251"/>
            <ac:spMk id="2" creationId="{8CBFCDEB-0132-48B8-C9C3-4F4E45F4CFA5}"/>
          </ac:spMkLst>
        </pc:spChg>
        <pc:spChg chg="mod">
          <ac:chgData name="FONG, Chi Kit Ken [DSAI]" userId="960785e9-9efa-43e3-981a-c495c07125dc" providerId="ADAL" clId="{0ACE0F11-CA0F-5A84-BFCB-F7A5E414E4DA}" dt="2026-02-02T02:19:47.740" v="42634" actId="27636"/>
          <ac:spMkLst>
            <pc:docMk/>
            <pc:sldMk cId="2227461738" sldId="2251"/>
            <ac:spMk id="3" creationId="{265CEC2A-ACFF-7890-95F4-80E01A736145}"/>
          </ac:spMkLst>
        </pc:spChg>
        <pc:spChg chg="add del mod">
          <ac:chgData name="FONG, Chi Kit Ken [DSAI]" userId="960785e9-9efa-43e3-981a-c495c07125dc" providerId="ADAL" clId="{0ACE0F11-CA0F-5A84-BFCB-F7A5E414E4DA}" dt="2026-02-02T02:21:36.725" v="42686" actId="21"/>
          <ac:spMkLst>
            <pc:docMk/>
            <pc:sldMk cId="2227461738" sldId="2251"/>
            <ac:spMk id="4" creationId="{F8B35B49-02EE-ED42-DB1F-84CA7D90ED94}"/>
          </ac:spMkLst>
        </pc:spChg>
        <pc:spChg chg="add del mod">
          <ac:chgData name="FONG, Chi Kit Ken [DSAI]" userId="960785e9-9efa-43e3-981a-c495c07125dc" providerId="ADAL" clId="{0ACE0F11-CA0F-5A84-BFCB-F7A5E414E4DA}" dt="2026-02-02T02:21:36.725" v="42686" actId="21"/>
          <ac:spMkLst>
            <pc:docMk/>
            <pc:sldMk cId="2227461738" sldId="2251"/>
            <ac:spMk id="7" creationId="{75E946FA-FEAD-D596-60C8-96B827638BD9}"/>
          </ac:spMkLst>
        </pc:spChg>
        <pc:spChg chg="add del mod">
          <ac:chgData name="FONG, Chi Kit Ken [DSAI]" userId="960785e9-9efa-43e3-981a-c495c07125dc" providerId="ADAL" clId="{0ACE0F11-CA0F-5A84-BFCB-F7A5E414E4DA}" dt="2026-02-02T02:21:36.725" v="42686" actId="21"/>
          <ac:spMkLst>
            <pc:docMk/>
            <pc:sldMk cId="2227461738" sldId="2251"/>
            <ac:spMk id="8" creationId="{5F04236E-2452-0493-44AD-06D3EF1E07CC}"/>
          </ac:spMkLst>
        </pc:spChg>
        <pc:spChg chg="add del mod">
          <ac:chgData name="FONG, Chi Kit Ken [DSAI]" userId="960785e9-9efa-43e3-981a-c495c07125dc" providerId="ADAL" clId="{0ACE0F11-CA0F-5A84-BFCB-F7A5E414E4DA}" dt="2026-02-02T02:21:36.725" v="42686" actId="21"/>
          <ac:spMkLst>
            <pc:docMk/>
            <pc:sldMk cId="2227461738" sldId="2251"/>
            <ac:spMk id="9" creationId="{B7ED09FD-32BB-1474-BD38-C3E78148342A}"/>
          </ac:spMkLst>
        </pc:spChg>
        <pc:spChg chg="add del mod">
          <ac:chgData name="FONG, Chi Kit Ken [DSAI]" userId="960785e9-9efa-43e3-981a-c495c07125dc" providerId="ADAL" clId="{0ACE0F11-CA0F-5A84-BFCB-F7A5E414E4DA}" dt="2026-02-02T02:21:36.725" v="42686" actId="21"/>
          <ac:spMkLst>
            <pc:docMk/>
            <pc:sldMk cId="2227461738" sldId="2251"/>
            <ac:spMk id="10" creationId="{D3ADC30A-CAB3-B4DF-1D14-F45EDEE8A40D}"/>
          </ac:spMkLst>
        </pc:spChg>
        <pc:spChg chg="add del mod">
          <ac:chgData name="FONG, Chi Kit Ken [DSAI]" userId="960785e9-9efa-43e3-981a-c495c07125dc" providerId="ADAL" clId="{0ACE0F11-CA0F-5A84-BFCB-F7A5E414E4DA}" dt="2026-02-02T02:21:36.725" v="42686" actId="21"/>
          <ac:spMkLst>
            <pc:docMk/>
            <pc:sldMk cId="2227461738" sldId="2251"/>
            <ac:spMk id="11" creationId="{7676F1AC-73DF-35AC-B0A3-3162BC4874C1}"/>
          </ac:spMkLst>
        </pc:spChg>
        <pc:spChg chg="add mod">
          <ac:chgData name="FONG, Chi Kit Ken [DSAI]" userId="960785e9-9efa-43e3-981a-c495c07125dc" providerId="ADAL" clId="{0ACE0F11-CA0F-5A84-BFCB-F7A5E414E4DA}" dt="2026-02-02T02:17:16.462" v="42550"/>
          <ac:spMkLst>
            <pc:docMk/>
            <pc:sldMk cId="2227461738" sldId="2251"/>
            <ac:spMk id="12" creationId="{FE080593-5D76-70B5-8C3F-7D4FD6A126C5}"/>
          </ac:spMkLst>
        </pc:spChg>
        <pc:spChg chg="add del mod">
          <ac:chgData name="FONG, Chi Kit Ken [DSAI]" userId="960785e9-9efa-43e3-981a-c495c07125dc" providerId="ADAL" clId="{0ACE0F11-CA0F-5A84-BFCB-F7A5E414E4DA}" dt="2026-02-02T02:21:36.725" v="42686" actId="21"/>
          <ac:spMkLst>
            <pc:docMk/>
            <pc:sldMk cId="2227461738" sldId="2251"/>
            <ac:spMk id="13" creationId="{D2C6BF16-0F8E-0481-3AAE-F3F5434F186B}"/>
          </ac:spMkLst>
        </pc:spChg>
        <pc:spChg chg="add del mod">
          <ac:chgData name="FONG, Chi Kit Ken [DSAI]" userId="960785e9-9efa-43e3-981a-c495c07125dc" providerId="ADAL" clId="{0ACE0F11-CA0F-5A84-BFCB-F7A5E414E4DA}" dt="2026-02-02T02:18:22.424" v="42603" actId="478"/>
          <ac:spMkLst>
            <pc:docMk/>
            <pc:sldMk cId="2227461738" sldId="2251"/>
            <ac:spMk id="14" creationId="{85B07769-C0D5-EFA1-28C7-1F239BE2C4B3}"/>
          </ac:spMkLst>
        </pc:spChg>
        <pc:spChg chg="add del mod">
          <ac:chgData name="FONG, Chi Kit Ken [DSAI]" userId="960785e9-9efa-43e3-981a-c495c07125dc" providerId="ADAL" clId="{0ACE0F11-CA0F-5A84-BFCB-F7A5E414E4DA}" dt="2026-02-02T02:21:36.725" v="42686" actId="21"/>
          <ac:spMkLst>
            <pc:docMk/>
            <pc:sldMk cId="2227461738" sldId="2251"/>
            <ac:spMk id="15" creationId="{EE09DA9A-58E2-9CD5-0488-755FC98F90F8}"/>
          </ac:spMkLst>
        </pc:spChg>
        <pc:spChg chg="add mod">
          <ac:chgData name="FONG, Chi Kit Ken [DSAI]" userId="960785e9-9efa-43e3-981a-c495c07125dc" providerId="ADAL" clId="{0ACE0F11-CA0F-5A84-BFCB-F7A5E414E4DA}" dt="2026-02-02T02:24:31.516" v="42725" actId="1076"/>
          <ac:spMkLst>
            <pc:docMk/>
            <pc:sldMk cId="2227461738" sldId="2251"/>
            <ac:spMk id="17" creationId="{98136226-43BC-6C12-A6D2-0E0F8D38D04E}"/>
          </ac:spMkLst>
        </pc:spChg>
        <pc:spChg chg="add mod">
          <ac:chgData name="FONG, Chi Kit Ken [DSAI]" userId="960785e9-9efa-43e3-981a-c495c07125dc" providerId="ADAL" clId="{0ACE0F11-CA0F-5A84-BFCB-F7A5E414E4DA}" dt="2026-02-02T02:24:31.516" v="42725" actId="1076"/>
          <ac:spMkLst>
            <pc:docMk/>
            <pc:sldMk cId="2227461738" sldId="2251"/>
            <ac:spMk id="19" creationId="{24807CF6-412B-271E-303A-ADEA45994B10}"/>
          </ac:spMkLst>
        </pc:spChg>
        <pc:spChg chg="add mod">
          <ac:chgData name="FONG, Chi Kit Ken [DSAI]" userId="960785e9-9efa-43e3-981a-c495c07125dc" providerId="ADAL" clId="{0ACE0F11-CA0F-5A84-BFCB-F7A5E414E4DA}" dt="2026-02-02T02:24:31.516" v="42725" actId="1076"/>
          <ac:spMkLst>
            <pc:docMk/>
            <pc:sldMk cId="2227461738" sldId="2251"/>
            <ac:spMk id="20" creationId="{6CF0E441-19F0-52EA-61C3-9C27B6E04FB7}"/>
          </ac:spMkLst>
        </pc:spChg>
        <pc:spChg chg="add mod">
          <ac:chgData name="FONG, Chi Kit Ken [DSAI]" userId="960785e9-9efa-43e3-981a-c495c07125dc" providerId="ADAL" clId="{0ACE0F11-CA0F-5A84-BFCB-F7A5E414E4DA}" dt="2026-02-02T02:24:31.516" v="42725" actId="1076"/>
          <ac:spMkLst>
            <pc:docMk/>
            <pc:sldMk cId="2227461738" sldId="2251"/>
            <ac:spMk id="21" creationId="{00B85461-2DC3-4FDC-E05E-6D925CC67801}"/>
          </ac:spMkLst>
        </pc:spChg>
        <pc:spChg chg="add mod">
          <ac:chgData name="FONG, Chi Kit Ken [DSAI]" userId="960785e9-9efa-43e3-981a-c495c07125dc" providerId="ADAL" clId="{0ACE0F11-CA0F-5A84-BFCB-F7A5E414E4DA}" dt="2026-02-02T02:24:31.516" v="42725" actId="1076"/>
          <ac:spMkLst>
            <pc:docMk/>
            <pc:sldMk cId="2227461738" sldId="2251"/>
            <ac:spMk id="22" creationId="{79D3A30D-6841-3249-6DF7-33D91C517895}"/>
          </ac:spMkLst>
        </pc:spChg>
        <pc:spChg chg="add mod">
          <ac:chgData name="FONG, Chi Kit Ken [DSAI]" userId="960785e9-9efa-43e3-981a-c495c07125dc" providerId="ADAL" clId="{0ACE0F11-CA0F-5A84-BFCB-F7A5E414E4DA}" dt="2026-02-02T02:24:31.516" v="42725" actId="1076"/>
          <ac:spMkLst>
            <pc:docMk/>
            <pc:sldMk cId="2227461738" sldId="2251"/>
            <ac:spMk id="23" creationId="{8C1C0E11-426E-A977-760F-766767A2FBB2}"/>
          </ac:spMkLst>
        </pc:spChg>
        <pc:spChg chg="add mod">
          <ac:chgData name="FONG, Chi Kit Ken [DSAI]" userId="960785e9-9efa-43e3-981a-c495c07125dc" providerId="ADAL" clId="{0ACE0F11-CA0F-5A84-BFCB-F7A5E414E4DA}" dt="2026-02-02T02:24:40.662" v="42728" actId="1076"/>
          <ac:spMkLst>
            <pc:docMk/>
            <pc:sldMk cId="2227461738" sldId="2251"/>
            <ac:spMk id="24" creationId="{ED4D9580-97B0-6701-F503-D2BCE41C950A}"/>
          </ac:spMkLst>
        </pc:spChg>
        <pc:spChg chg="add mod">
          <ac:chgData name="FONG, Chi Kit Ken [DSAI]" userId="960785e9-9efa-43e3-981a-c495c07125dc" providerId="ADAL" clId="{0ACE0F11-CA0F-5A84-BFCB-F7A5E414E4DA}" dt="2026-02-02T02:24:44.817" v="42729" actId="1076"/>
          <ac:spMkLst>
            <pc:docMk/>
            <pc:sldMk cId="2227461738" sldId="2251"/>
            <ac:spMk id="25" creationId="{FD3C5CEA-F1F6-F4E6-78F1-EDF4F01CB329}"/>
          </ac:spMkLst>
        </pc:spChg>
        <pc:picChg chg="add mod">
          <ac:chgData name="FONG, Chi Kit Ken [DSAI]" userId="960785e9-9efa-43e3-981a-c495c07125dc" providerId="ADAL" clId="{0ACE0F11-CA0F-5A84-BFCB-F7A5E414E4DA}" dt="2026-02-02T02:24:31.516" v="42725" actId="1076"/>
          <ac:picMkLst>
            <pc:docMk/>
            <pc:sldMk cId="2227461738" sldId="2251"/>
            <ac:picMk id="16" creationId="{06369577-441C-7CA8-D7BA-678F1A5565C0}"/>
          </ac:picMkLst>
        </pc:picChg>
        <pc:picChg chg="add del mod">
          <ac:chgData name="FONG, Chi Kit Ken [DSAI]" userId="960785e9-9efa-43e3-981a-c495c07125dc" providerId="ADAL" clId="{0ACE0F11-CA0F-5A84-BFCB-F7A5E414E4DA}" dt="2026-02-02T02:21:36.725" v="42686" actId="21"/>
          <ac:picMkLst>
            <pc:docMk/>
            <pc:sldMk cId="2227461738" sldId="2251"/>
            <ac:picMk id="1026" creationId="{DE403D45-9CF9-9B77-461A-B72CD610B87C}"/>
          </ac:picMkLst>
        </pc:picChg>
        <pc:cxnChg chg="add del mod">
          <ac:chgData name="FONG, Chi Kit Ken [DSAI]" userId="960785e9-9efa-43e3-981a-c495c07125dc" providerId="ADAL" clId="{0ACE0F11-CA0F-5A84-BFCB-F7A5E414E4DA}" dt="2026-02-02T02:21:36.725" v="42686" actId="21"/>
          <ac:cxnSpMkLst>
            <pc:docMk/>
            <pc:sldMk cId="2227461738" sldId="2251"/>
            <ac:cxnSpMk id="6" creationId="{46CAEBA1-9814-F1B5-08B0-6FC1AA94EAFF}"/>
          </ac:cxnSpMkLst>
        </pc:cxnChg>
        <pc:cxnChg chg="add mod">
          <ac:chgData name="FONG, Chi Kit Ken [DSAI]" userId="960785e9-9efa-43e3-981a-c495c07125dc" providerId="ADAL" clId="{0ACE0F11-CA0F-5A84-BFCB-F7A5E414E4DA}" dt="2026-02-02T02:24:31.516" v="42725" actId="1076"/>
          <ac:cxnSpMkLst>
            <pc:docMk/>
            <pc:sldMk cId="2227461738" sldId="2251"/>
            <ac:cxnSpMk id="18" creationId="{C1A8125C-E28A-242F-D5B5-AF0BA9D83E5C}"/>
          </ac:cxnSpMkLst>
        </pc:cxnChg>
      </pc:sldChg>
      <pc:sldChg chg="addSp delSp modSp new del mod">
        <pc:chgData name="FONG, Chi Kit Ken [DSAI]" userId="960785e9-9efa-43e3-981a-c495c07125dc" providerId="ADAL" clId="{0ACE0F11-CA0F-5A84-BFCB-F7A5E414E4DA}" dt="2026-02-02T02:24:47.293" v="42730" actId="2696"/>
        <pc:sldMkLst>
          <pc:docMk/>
          <pc:sldMk cId="3783975436" sldId="2252"/>
        </pc:sldMkLst>
        <pc:spChg chg="del">
          <ac:chgData name="FONG, Chi Kit Ken [DSAI]" userId="960785e9-9efa-43e3-981a-c495c07125dc" providerId="ADAL" clId="{0ACE0F11-CA0F-5A84-BFCB-F7A5E414E4DA}" dt="2026-02-02T02:21:41.257" v="42689" actId="478"/>
          <ac:spMkLst>
            <pc:docMk/>
            <pc:sldMk cId="3783975436" sldId="2252"/>
            <ac:spMk id="2" creationId="{CEF77E8A-E9E0-6A9C-EF31-ABD4CE369E2F}"/>
          </ac:spMkLst>
        </pc:spChg>
        <pc:spChg chg="add del mod">
          <ac:chgData name="FONG, Chi Kit Ken [DSAI]" userId="960785e9-9efa-43e3-981a-c495c07125dc" providerId="ADAL" clId="{0ACE0F11-CA0F-5A84-BFCB-F7A5E414E4DA}" dt="2026-02-02T02:24:15.954" v="42722" actId="21"/>
          <ac:spMkLst>
            <pc:docMk/>
            <pc:sldMk cId="3783975436" sldId="2252"/>
            <ac:spMk id="5" creationId="{D6A5C70B-44C3-E12C-4141-597347A491EB}"/>
          </ac:spMkLst>
        </pc:spChg>
        <pc:spChg chg="add del mod">
          <ac:chgData name="FONG, Chi Kit Ken [DSAI]" userId="960785e9-9efa-43e3-981a-c495c07125dc" providerId="ADAL" clId="{0ACE0F11-CA0F-5A84-BFCB-F7A5E414E4DA}" dt="2026-02-02T02:24:15.954" v="42722" actId="21"/>
          <ac:spMkLst>
            <pc:docMk/>
            <pc:sldMk cId="3783975436" sldId="2252"/>
            <ac:spMk id="7" creationId="{253E924C-A3D7-40FA-4ECB-E99D7EB13836}"/>
          </ac:spMkLst>
        </pc:spChg>
        <pc:spChg chg="add del mod">
          <ac:chgData name="FONG, Chi Kit Ken [DSAI]" userId="960785e9-9efa-43e3-981a-c495c07125dc" providerId="ADAL" clId="{0ACE0F11-CA0F-5A84-BFCB-F7A5E414E4DA}" dt="2026-02-02T02:24:15.954" v="42722" actId="21"/>
          <ac:spMkLst>
            <pc:docMk/>
            <pc:sldMk cId="3783975436" sldId="2252"/>
            <ac:spMk id="8" creationId="{032DABFC-511B-AA53-84B6-71D7C6EA52FF}"/>
          </ac:spMkLst>
        </pc:spChg>
        <pc:spChg chg="add del mod">
          <ac:chgData name="FONG, Chi Kit Ken [DSAI]" userId="960785e9-9efa-43e3-981a-c495c07125dc" providerId="ADAL" clId="{0ACE0F11-CA0F-5A84-BFCB-F7A5E414E4DA}" dt="2026-02-02T02:24:15.954" v="42722" actId="21"/>
          <ac:spMkLst>
            <pc:docMk/>
            <pc:sldMk cId="3783975436" sldId="2252"/>
            <ac:spMk id="9" creationId="{804A8638-4FCE-C89F-9ACE-0D06531B0CF2}"/>
          </ac:spMkLst>
        </pc:spChg>
        <pc:spChg chg="add del mod">
          <ac:chgData name="FONG, Chi Kit Ken [DSAI]" userId="960785e9-9efa-43e3-981a-c495c07125dc" providerId="ADAL" clId="{0ACE0F11-CA0F-5A84-BFCB-F7A5E414E4DA}" dt="2026-02-02T02:24:15.954" v="42722" actId="21"/>
          <ac:spMkLst>
            <pc:docMk/>
            <pc:sldMk cId="3783975436" sldId="2252"/>
            <ac:spMk id="10" creationId="{F6498F12-6A02-4A64-7ACA-5061697422EB}"/>
          </ac:spMkLst>
        </pc:spChg>
        <pc:spChg chg="add del mod">
          <ac:chgData name="FONG, Chi Kit Ken [DSAI]" userId="960785e9-9efa-43e3-981a-c495c07125dc" providerId="ADAL" clId="{0ACE0F11-CA0F-5A84-BFCB-F7A5E414E4DA}" dt="2026-02-02T02:24:15.954" v="42722" actId="21"/>
          <ac:spMkLst>
            <pc:docMk/>
            <pc:sldMk cId="3783975436" sldId="2252"/>
            <ac:spMk id="11" creationId="{CE4B4779-0E21-3CD7-C84C-7A0AD57CA26E}"/>
          </ac:spMkLst>
        </pc:spChg>
        <pc:spChg chg="add del mod">
          <ac:chgData name="FONG, Chi Kit Ken [DSAI]" userId="960785e9-9efa-43e3-981a-c495c07125dc" providerId="ADAL" clId="{0ACE0F11-CA0F-5A84-BFCB-F7A5E414E4DA}" dt="2026-02-02T02:24:15.954" v="42722" actId="21"/>
          <ac:spMkLst>
            <pc:docMk/>
            <pc:sldMk cId="3783975436" sldId="2252"/>
            <ac:spMk id="12" creationId="{53E2C865-527C-BF4B-378F-F5B3D4710318}"/>
          </ac:spMkLst>
        </pc:spChg>
        <pc:spChg chg="add del mod">
          <ac:chgData name="FONG, Chi Kit Ken [DSAI]" userId="960785e9-9efa-43e3-981a-c495c07125dc" providerId="ADAL" clId="{0ACE0F11-CA0F-5A84-BFCB-F7A5E414E4DA}" dt="2026-02-02T02:24:15.954" v="42722" actId="21"/>
          <ac:spMkLst>
            <pc:docMk/>
            <pc:sldMk cId="3783975436" sldId="2252"/>
            <ac:spMk id="13" creationId="{F124F845-E489-AE90-71A1-D7AD09E9CBEA}"/>
          </ac:spMkLst>
        </pc:spChg>
        <pc:picChg chg="add del mod">
          <ac:chgData name="FONG, Chi Kit Ken [DSAI]" userId="960785e9-9efa-43e3-981a-c495c07125dc" providerId="ADAL" clId="{0ACE0F11-CA0F-5A84-BFCB-F7A5E414E4DA}" dt="2026-02-02T02:24:15.954" v="42722" actId="21"/>
          <ac:picMkLst>
            <pc:docMk/>
            <pc:sldMk cId="3783975436" sldId="2252"/>
            <ac:picMk id="4" creationId="{3065DC16-1E04-B2D0-6D2B-FAC5A00786AA}"/>
          </ac:picMkLst>
        </pc:picChg>
        <pc:cxnChg chg="add del mod">
          <ac:chgData name="FONG, Chi Kit Ken [DSAI]" userId="960785e9-9efa-43e3-981a-c495c07125dc" providerId="ADAL" clId="{0ACE0F11-CA0F-5A84-BFCB-F7A5E414E4DA}" dt="2026-02-02T02:24:15.954" v="42722" actId="21"/>
          <ac:cxnSpMkLst>
            <pc:docMk/>
            <pc:sldMk cId="3783975436" sldId="2252"/>
            <ac:cxnSpMk id="6" creationId="{DFEF146B-1374-F9BB-18C2-7B1E77398C3E}"/>
          </ac:cxnSpMkLst>
        </pc:cxnChg>
      </pc:sldChg>
      <pc:sldChg chg="addSp modSp new mod">
        <pc:chgData name="FONG, Chi Kit Ken [DSAI]" userId="960785e9-9efa-43e3-981a-c495c07125dc" providerId="ADAL" clId="{0ACE0F11-CA0F-5A84-BFCB-F7A5E414E4DA}" dt="2026-02-02T02:23:30.991" v="42710"/>
        <pc:sldMkLst>
          <pc:docMk/>
          <pc:sldMk cId="1620616342" sldId="2253"/>
        </pc:sldMkLst>
        <pc:spChg chg="mod">
          <ac:chgData name="FONG, Chi Kit Ken [DSAI]" userId="960785e9-9efa-43e3-981a-c495c07125dc" providerId="ADAL" clId="{0ACE0F11-CA0F-5A84-BFCB-F7A5E414E4DA}" dt="2026-02-02T02:23:18.707" v="42709" actId="14100"/>
          <ac:spMkLst>
            <pc:docMk/>
            <pc:sldMk cId="1620616342" sldId="2253"/>
            <ac:spMk id="2" creationId="{DF722022-4404-090B-0D79-8B5C43035B90}"/>
          </ac:spMkLst>
        </pc:spChg>
        <pc:spChg chg="mod">
          <ac:chgData name="FONG, Chi Kit Ken [DSAI]" userId="960785e9-9efa-43e3-981a-c495c07125dc" providerId="ADAL" clId="{0ACE0F11-CA0F-5A84-BFCB-F7A5E414E4DA}" dt="2026-02-02T02:23:30.991" v="42710"/>
          <ac:spMkLst>
            <pc:docMk/>
            <pc:sldMk cId="1620616342" sldId="2253"/>
            <ac:spMk id="3" creationId="{05A55C30-D8DB-1C45-578B-3226249F9CA5}"/>
          </ac:spMkLst>
        </pc:spChg>
        <pc:picChg chg="add mod">
          <ac:chgData name="FONG, Chi Kit Ken [DSAI]" userId="960785e9-9efa-43e3-981a-c495c07125dc" providerId="ADAL" clId="{0ACE0F11-CA0F-5A84-BFCB-F7A5E414E4DA}" dt="2026-02-02T02:23:14.191" v="42708" actId="1076"/>
          <ac:picMkLst>
            <pc:docMk/>
            <pc:sldMk cId="1620616342" sldId="2253"/>
            <ac:picMk id="4" creationId="{DD3C814E-E561-2E5D-D91E-1C999DBBCBEB}"/>
          </ac:picMkLst>
        </pc:picChg>
      </pc:sldChg>
      <pc:sldChg chg="addSp delSp modSp new mod addAnim delAnim modAnim">
        <pc:chgData name="FONG, Chi Kit Ken [DSAI]" userId="960785e9-9efa-43e3-981a-c495c07125dc" providerId="ADAL" clId="{0ACE0F11-CA0F-5A84-BFCB-F7A5E414E4DA}" dt="2026-02-02T03:54:44.730" v="44305"/>
        <pc:sldMkLst>
          <pc:docMk/>
          <pc:sldMk cId="1554526107" sldId="2254"/>
        </pc:sldMkLst>
        <pc:spChg chg="del">
          <ac:chgData name="FONG, Chi Kit Ken [DSAI]" userId="960785e9-9efa-43e3-981a-c495c07125dc" providerId="ADAL" clId="{0ACE0F11-CA0F-5A84-BFCB-F7A5E414E4DA}" dt="2026-02-02T02:27:03.419" v="42739" actId="478"/>
          <ac:spMkLst>
            <pc:docMk/>
            <pc:sldMk cId="1554526107" sldId="2254"/>
            <ac:spMk id="2" creationId="{72CEE270-C57A-022F-2503-472ABD5FA314}"/>
          </ac:spMkLst>
        </pc:spChg>
        <pc:spChg chg="mod">
          <ac:chgData name="FONG, Chi Kit Ken [DSAI]" userId="960785e9-9efa-43e3-981a-c495c07125dc" providerId="ADAL" clId="{0ACE0F11-CA0F-5A84-BFCB-F7A5E414E4DA}" dt="2026-02-02T02:26:50.851" v="42736"/>
          <ac:spMkLst>
            <pc:docMk/>
            <pc:sldMk cId="1554526107" sldId="2254"/>
            <ac:spMk id="3" creationId="{4AA702EC-5439-09B3-0BC7-D894514EDF09}"/>
          </ac:spMkLst>
        </pc:spChg>
        <pc:spChg chg="add mod">
          <ac:chgData name="FONG, Chi Kit Ken [DSAI]" userId="960785e9-9efa-43e3-981a-c495c07125dc" providerId="ADAL" clId="{0ACE0F11-CA0F-5A84-BFCB-F7A5E414E4DA}" dt="2026-02-02T02:27:02.155" v="42738" actId="1076"/>
          <ac:spMkLst>
            <pc:docMk/>
            <pc:sldMk cId="1554526107" sldId="2254"/>
            <ac:spMk id="5" creationId="{2F4F5839-B3D5-263C-B9F8-5A3F3C5FB8C8}"/>
          </ac:spMkLst>
        </pc:spChg>
        <pc:spChg chg="add mod">
          <ac:chgData name="FONG, Chi Kit Ken [DSAI]" userId="960785e9-9efa-43e3-981a-c495c07125dc" providerId="ADAL" clId="{0ACE0F11-CA0F-5A84-BFCB-F7A5E414E4DA}" dt="2026-02-02T02:56:36.793" v="43075" actId="20577"/>
          <ac:spMkLst>
            <pc:docMk/>
            <pc:sldMk cId="1554526107" sldId="2254"/>
            <ac:spMk id="7" creationId="{D122C233-7BFC-1C1B-F45A-A952B17E67C9}"/>
          </ac:spMkLst>
        </pc:spChg>
        <pc:spChg chg="add mod">
          <ac:chgData name="FONG, Chi Kit Ken [DSAI]" userId="960785e9-9efa-43e3-981a-c495c07125dc" providerId="ADAL" clId="{0ACE0F11-CA0F-5A84-BFCB-F7A5E414E4DA}" dt="2026-02-02T02:55:37.558" v="43033" actId="1076"/>
          <ac:spMkLst>
            <pc:docMk/>
            <pc:sldMk cId="1554526107" sldId="2254"/>
            <ac:spMk id="8" creationId="{841AE1A7-15C2-4345-E514-18F25000B6D6}"/>
          </ac:spMkLst>
        </pc:spChg>
        <pc:spChg chg="add del mod">
          <ac:chgData name="FONG, Chi Kit Ken [DSAI]" userId="960785e9-9efa-43e3-981a-c495c07125dc" providerId="ADAL" clId="{0ACE0F11-CA0F-5A84-BFCB-F7A5E414E4DA}" dt="2026-02-02T02:56:00.616" v="43056"/>
          <ac:spMkLst>
            <pc:docMk/>
            <pc:sldMk cId="1554526107" sldId="2254"/>
            <ac:spMk id="10" creationId="{732CA796-65C6-EF85-98EA-8585235BEB6F}"/>
          </ac:spMkLst>
        </pc:spChg>
        <pc:spChg chg="add del mod">
          <ac:chgData name="FONG, Chi Kit Ken [DSAI]" userId="960785e9-9efa-43e3-981a-c495c07125dc" providerId="ADAL" clId="{0ACE0F11-CA0F-5A84-BFCB-F7A5E414E4DA}" dt="2026-02-02T02:55:10.329" v="43023" actId="478"/>
          <ac:spMkLst>
            <pc:docMk/>
            <pc:sldMk cId="1554526107" sldId="2254"/>
            <ac:spMk id="11" creationId="{01936ACE-F414-32C1-3B02-727EE5E2715C}"/>
          </ac:spMkLst>
        </pc:spChg>
        <pc:spChg chg="add mod">
          <ac:chgData name="FONG, Chi Kit Ken [DSAI]" userId="960785e9-9efa-43e3-981a-c495c07125dc" providerId="ADAL" clId="{0ACE0F11-CA0F-5A84-BFCB-F7A5E414E4DA}" dt="2026-02-02T02:49:51.032" v="42879" actId="1076"/>
          <ac:spMkLst>
            <pc:docMk/>
            <pc:sldMk cId="1554526107" sldId="2254"/>
            <ac:spMk id="13" creationId="{22A0C3DA-039E-6E19-C3A1-7D960EF2BEA2}"/>
          </ac:spMkLst>
        </pc:spChg>
        <pc:spChg chg="add mod">
          <ac:chgData name="FONG, Chi Kit Ken [DSAI]" userId="960785e9-9efa-43e3-981a-c495c07125dc" providerId="ADAL" clId="{0ACE0F11-CA0F-5A84-BFCB-F7A5E414E4DA}" dt="2026-02-02T02:49:56.358" v="42883" actId="20577"/>
          <ac:spMkLst>
            <pc:docMk/>
            <pc:sldMk cId="1554526107" sldId="2254"/>
            <ac:spMk id="14" creationId="{CFD8C836-B48F-2E9C-4F03-7538D9D4F04A}"/>
          </ac:spMkLst>
        </pc:spChg>
        <pc:spChg chg="add mod">
          <ac:chgData name="FONG, Chi Kit Ken [DSAI]" userId="960785e9-9efa-43e3-981a-c495c07125dc" providerId="ADAL" clId="{0ACE0F11-CA0F-5A84-BFCB-F7A5E414E4DA}" dt="2026-02-02T02:50:04.807" v="42887" actId="1076"/>
          <ac:spMkLst>
            <pc:docMk/>
            <pc:sldMk cId="1554526107" sldId="2254"/>
            <ac:spMk id="15" creationId="{0D307F98-62D1-DF3A-B11B-39AF4C96D8C3}"/>
          </ac:spMkLst>
        </pc:spChg>
        <pc:spChg chg="add mod">
          <ac:chgData name="FONG, Chi Kit Ken [DSAI]" userId="960785e9-9efa-43e3-981a-c495c07125dc" providerId="ADAL" clId="{0ACE0F11-CA0F-5A84-BFCB-F7A5E414E4DA}" dt="2026-02-02T02:55:58.788" v="43048" actId="1076"/>
          <ac:spMkLst>
            <pc:docMk/>
            <pc:sldMk cId="1554526107" sldId="2254"/>
            <ac:spMk id="16" creationId="{769DD4DA-31BA-36DE-A245-2EA3AFB62755}"/>
          </ac:spMkLst>
        </pc:spChg>
        <pc:spChg chg="add del mod">
          <ac:chgData name="FONG, Chi Kit Ken [DSAI]" userId="960785e9-9efa-43e3-981a-c495c07125dc" providerId="ADAL" clId="{0ACE0F11-CA0F-5A84-BFCB-F7A5E414E4DA}" dt="2026-02-02T02:56:00.037" v="43050"/>
          <ac:spMkLst>
            <pc:docMk/>
            <pc:sldMk cId="1554526107" sldId="2254"/>
            <ac:spMk id="18" creationId="{76265532-FDF8-5E2C-097B-D31CADA47DB5}"/>
          </ac:spMkLst>
        </pc:spChg>
        <pc:spChg chg="add del mod">
          <ac:chgData name="FONG, Chi Kit Ken [DSAI]" userId="960785e9-9efa-43e3-981a-c495c07125dc" providerId="ADAL" clId="{0ACE0F11-CA0F-5A84-BFCB-F7A5E414E4DA}" dt="2026-02-02T02:56:00.758" v="43058"/>
          <ac:spMkLst>
            <pc:docMk/>
            <pc:sldMk cId="1554526107" sldId="2254"/>
            <ac:spMk id="19" creationId="{A328F5F0-FDED-40E0-D1C7-4F62D36A8BDF}"/>
          </ac:spMkLst>
        </pc:spChg>
        <pc:spChg chg="add del mod">
          <ac:chgData name="FONG, Chi Kit Ken [DSAI]" userId="960785e9-9efa-43e3-981a-c495c07125dc" providerId="ADAL" clId="{0ACE0F11-CA0F-5A84-BFCB-F7A5E414E4DA}" dt="2026-02-02T02:56:00.435" v="43054"/>
          <ac:spMkLst>
            <pc:docMk/>
            <pc:sldMk cId="1554526107" sldId="2254"/>
            <ac:spMk id="21" creationId="{78FC2239-939D-AD17-DA13-CEC734C9E381}"/>
          </ac:spMkLst>
        </pc:spChg>
        <pc:spChg chg="add del mod">
          <ac:chgData name="FONG, Chi Kit Ken [DSAI]" userId="960785e9-9efa-43e3-981a-c495c07125dc" providerId="ADAL" clId="{0ACE0F11-CA0F-5A84-BFCB-F7A5E414E4DA}" dt="2026-02-02T02:56:00.435" v="43052"/>
          <ac:spMkLst>
            <pc:docMk/>
            <pc:sldMk cId="1554526107" sldId="2254"/>
            <ac:spMk id="23" creationId="{B847B962-9918-9751-7518-D0950361CB19}"/>
          </ac:spMkLst>
        </pc:spChg>
        <pc:spChg chg="add mod">
          <ac:chgData name="FONG, Chi Kit Ken [DSAI]" userId="960785e9-9efa-43e3-981a-c495c07125dc" providerId="ADAL" clId="{0ACE0F11-CA0F-5A84-BFCB-F7A5E414E4DA}" dt="2026-02-02T03:12:47.635" v="43490" actId="14100"/>
          <ac:spMkLst>
            <pc:docMk/>
            <pc:sldMk cId="1554526107" sldId="2254"/>
            <ac:spMk id="24" creationId="{75342E74-5E8C-CB64-ECC7-C0A4D9545C92}"/>
          </ac:spMkLst>
        </pc:spChg>
        <pc:spChg chg="add del mod">
          <ac:chgData name="FONG, Chi Kit Ken [DSAI]" userId="960785e9-9efa-43e3-981a-c495c07125dc" providerId="ADAL" clId="{0ACE0F11-CA0F-5A84-BFCB-F7A5E414E4DA}" dt="2026-02-02T03:32:38.750" v="44245"/>
          <ac:spMkLst>
            <pc:docMk/>
            <pc:sldMk cId="1554526107" sldId="2254"/>
            <ac:spMk id="25" creationId="{F7D86FD5-C5AA-FBC7-9CCE-ED9FAB122AB2}"/>
          </ac:spMkLst>
        </pc:spChg>
        <pc:graphicFrameChg chg="add mod modGraphic">
          <ac:chgData name="FONG, Chi Kit Ken [DSAI]" userId="960785e9-9efa-43e3-981a-c495c07125dc" providerId="ADAL" clId="{0ACE0F11-CA0F-5A84-BFCB-F7A5E414E4DA}" dt="2026-02-02T02:28:31.292" v="42746" actId="14734"/>
          <ac:graphicFrameMkLst>
            <pc:docMk/>
            <pc:sldMk cId="1554526107" sldId="2254"/>
            <ac:graphicFrameMk id="4" creationId="{2D7F200F-1E7C-125E-5B1C-91931F8EFD88}"/>
          </ac:graphicFrameMkLst>
        </pc:graphicFrameChg>
        <pc:graphicFrameChg chg="add mod modGraphic">
          <ac:chgData name="FONG, Chi Kit Ken [DSAI]" userId="960785e9-9efa-43e3-981a-c495c07125dc" providerId="ADAL" clId="{0ACE0F11-CA0F-5A84-BFCB-F7A5E414E4DA}" dt="2026-02-02T03:52:26.444" v="44276"/>
          <ac:graphicFrameMkLst>
            <pc:docMk/>
            <pc:sldMk cId="1554526107" sldId="2254"/>
            <ac:graphicFrameMk id="6" creationId="{2CE32A61-9983-AC7F-C720-468304BB454B}"/>
          </ac:graphicFrameMkLst>
        </pc:graphicFrameChg>
        <pc:graphicFrameChg chg="add del mod modGraphic">
          <ac:chgData name="FONG, Chi Kit Ken [DSAI]" userId="960785e9-9efa-43e3-981a-c495c07125dc" providerId="ADAL" clId="{0ACE0F11-CA0F-5A84-BFCB-F7A5E414E4DA}" dt="2026-02-02T03:52:28.912" v="44277" actId="1076"/>
          <ac:graphicFrameMkLst>
            <pc:docMk/>
            <pc:sldMk cId="1554526107" sldId="2254"/>
            <ac:graphicFrameMk id="9" creationId="{186729CE-027E-6D82-9733-6A13DC14B902}"/>
          </ac:graphicFrameMkLst>
        </pc:graphicFrameChg>
        <pc:graphicFrameChg chg="add mod modGraphic">
          <ac:chgData name="FONG, Chi Kit Ken [DSAI]" userId="960785e9-9efa-43e3-981a-c495c07125dc" providerId="ADAL" clId="{0ACE0F11-CA0F-5A84-BFCB-F7A5E414E4DA}" dt="2026-02-02T03:53:02.332" v="44281" actId="207"/>
          <ac:graphicFrameMkLst>
            <pc:docMk/>
            <pc:sldMk cId="1554526107" sldId="2254"/>
            <ac:graphicFrameMk id="12" creationId="{808379D9-B2EE-1823-9235-78A9932B4932}"/>
          </ac:graphicFrameMkLst>
        </pc:graphicFrameChg>
        <pc:graphicFrameChg chg="add mod modGraphic">
          <ac:chgData name="FONG, Chi Kit Ken [DSAI]" userId="960785e9-9efa-43e3-981a-c495c07125dc" providerId="ADAL" clId="{0ACE0F11-CA0F-5A84-BFCB-F7A5E414E4DA}" dt="2026-02-02T03:53:08.922" v="44282" actId="1076"/>
          <ac:graphicFrameMkLst>
            <pc:docMk/>
            <pc:sldMk cId="1554526107" sldId="2254"/>
            <ac:graphicFrameMk id="17" creationId="{84A54079-389B-AF2E-A6A9-9F2CBBE55CC1}"/>
          </ac:graphicFrameMkLst>
        </pc:graphicFrameChg>
        <pc:graphicFrameChg chg="add mod modGraphic">
          <ac:chgData name="FONG, Chi Kit Ken [DSAI]" userId="960785e9-9efa-43e3-981a-c495c07125dc" providerId="ADAL" clId="{0ACE0F11-CA0F-5A84-BFCB-F7A5E414E4DA}" dt="2026-02-02T03:53:13.599" v="44283" actId="1076"/>
          <ac:graphicFrameMkLst>
            <pc:docMk/>
            <pc:sldMk cId="1554526107" sldId="2254"/>
            <ac:graphicFrameMk id="20" creationId="{56EF9432-2D7E-BF0A-EA69-2DADAB906830}"/>
          </ac:graphicFrameMkLst>
        </pc:graphicFrameChg>
        <pc:graphicFrameChg chg="add mod modGraphic">
          <ac:chgData name="FONG, Chi Kit Ken [DSAI]" userId="960785e9-9efa-43e3-981a-c495c07125dc" providerId="ADAL" clId="{0ACE0F11-CA0F-5A84-BFCB-F7A5E414E4DA}" dt="2026-02-02T03:53:17.549" v="44284" actId="1076"/>
          <ac:graphicFrameMkLst>
            <pc:docMk/>
            <pc:sldMk cId="1554526107" sldId="2254"/>
            <ac:graphicFrameMk id="22" creationId="{C10C2A34-A9F0-7A9D-A3CC-F3DC636FF5DC}"/>
          </ac:graphicFrameMkLst>
        </pc:graphicFrameChg>
      </pc:sldChg>
      <pc:sldChg chg="modSp new mod">
        <pc:chgData name="FONG, Chi Kit Ken [DSAI]" userId="960785e9-9efa-43e3-981a-c495c07125dc" providerId="ADAL" clId="{0ACE0F11-CA0F-5A84-BFCB-F7A5E414E4DA}" dt="2026-02-02T03:55:44.516" v="44325" actId="20577"/>
        <pc:sldMkLst>
          <pc:docMk/>
          <pc:sldMk cId="3283651349" sldId="2255"/>
        </pc:sldMkLst>
        <pc:spChg chg="mod">
          <ac:chgData name="FONG, Chi Kit Ken [DSAI]" userId="960785e9-9efa-43e3-981a-c495c07125dc" providerId="ADAL" clId="{0ACE0F11-CA0F-5A84-BFCB-F7A5E414E4DA}" dt="2026-02-02T03:55:44.516" v="44325" actId="20577"/>
          <ac:spMkLst>
            <pc:docMk/>
            <pc:sldMk cId="3283651349" sldId="2255"/>
            <ac:spMk id="2" creationId="{6BFF5F3E-35A9-47EE-8435-72F4B8974B5D}"/>
          </ac:spMkLst>
        </pc:spChg>
        <pc:spChg chg="mod">
          <ac:chgData name="FONG, Chi Kit Ken [DSAI]" userId="960785e9-9efa-43e3-981a-c495c07125dc" providerId="ADAL" clId="{0ACE0F11-CA0F-5A84-BFCB-F7A5E414E4DA}" dt="2026-02-02T03:13:32.258" v="43510" actId="20577"/>
          <ac:spMkLst>
            <pc:docMk/>
            <pc:sldMk cId="3283651349" sldId="2255"/>
            <ac:spMk id="3" creationId="{E364964A-DAE5-52BC-F144-55F0D1B2A3B6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9D96772-9817-D32D-CFDB-4082AEA13D9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86172B-8397-3A88-9BA7-9C3DBC65BB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A828F9-B03F-44CA-BF33-27494910E999}" type="datetimeFigureOut">
              <a:rPr lang="en-US" smtClean="0"/>
              <a:t>2/2/26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C08E2D-8C3D-B8DD-3F2A-AA9AE2C326E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DC741F-C3B9-696C-07A4-6B6C6E1BE04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A5BC5F-DD29-48CA-B1A9-365C6504E9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8281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15F59B-C668-4011-983E-F315D5C6132D}" type="datetimeFigureOut">
              <a:rPr lang="en-US" smtClean="0"/>
              <a:t>2/2/26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8F99F9-2769-4C52-8EE2-7278119F0A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29259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8F99F9-2769-4C52-8EE2-7278119F0A16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29314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8F99F9-2769-4C52-8EE2-7278119F0A16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38819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gradFill>
          <a:gsLst>
            <a:gs pos="99000">
              <a:srgbClr val="FDFFFE"/>
            </a:gs>
            <a:gs pos="66000">
              <a:srgbClr val="F3FFFF"/>
            </a:gs>
            <a:gs pos="37992">
              <a:srgbClr val="FFFFFF"/>
            </a:gs>
            <a:gs pos="5000">
              <a:srgbClr val="EAFCFE"/>
            </a:gs>
          </a:gsLst>
          <a:lin ang="17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BF993BB-6145-4D1C-B438-D1350312F1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99557" y="2169539"/>
            <a:ext cx="3898380" cy="1764792"/>
          </a:xfrm>
        </p:spPr>
        <p:txBody>
          <a:bodyPr anchor="t">
            <a:noAutofit/>
          </a:bodyPr>
          <a:lstStyle>
            <a:lvl1pPr>
              <a:defRPr sz="3600" b="1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64030515-78CF-D472-B3D6-9EE48BCA266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98342" y="3934331"/>
            <a:ext cx="3899755" cy="1024128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sz="1400" b="1">
                <a:solidFill>
                  <a:schemeClr val="tx2"/>
                </a:solidFill>
                <a:latin typeface="+mj-lt"/>
                <a:cs typeface="Segoe UI Semibold" panose="020B0702040204020203" pitchFamily="34" charset="0"/>
              </a:defRPr>
            </a:lvl1pPr>
            <a:lvl2pPr marL="342892" indent="0" algn="ctr">
              <a:buNone/>
              <a:defRPr sz="1500"/>
            </a:lvl2pPr>
            <a:lvl3pPr marL="685783" indent="0" algn="ctr">
              <a:buNone/>
              <a:defRPr sz="1350"/>
            </a:lvl3pPr>
            <a:lvl4pPr marL="1028675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8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2" indent="0" algn="ctr">
              <a:buNone/>
              <a:defRPr sz="12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D520E0A-9F3C-2B74-DA11-E0251E5A0A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635846" y="1318569"/>
            <a:ext cx="389835" cy="389835"/>
          </a:xfrm>
          <a:prstGeom prst="ellipse">
            <a:avLst/>
          </a:prstGeom>
          <a:solidFill>
            <a:schemeClr val="accent5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5549B0E-9133-3CD2-5A20-A4BD09614750}"/>
              </a:ext>
            </a:extLst>
          </p:cNvPr>
          <p:cNvGrpSpPr/>
          <p:nvPr userDrawn="1"/>
        </p:nvGrpSpPr>
        <p:grpSpPr>
          <a:xfrm>
            <a:off x="201176" y="1586844"/>
            <a:ext cx="3898381" cy="3898381"/>
            <a:chOff x="492349" y="822706"/>
            <a:chExt cx="5439251" cy="5439251"/>
          </a:xfrm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044AEFBC-64F2-936B-DCB9-CC545B781D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92349" y="822706"/>
              <a:ext cx="5439251" cy="5439251"/>
            </a:xfrm>
            <a:prstGeom prst="ellipse">
              <a:avLst/>
            </a:prstGeom>
            <a:solidFill>
              <a:schemeClr val="accent4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sz="1800" dirty="0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69C3D3B6-D949-DCE6-1749-76AA5DC67D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638840" y="5012346"/>
              <a:ext cx="837679" cy="837678"/>
            </a:xfrm>
            <a:prstGeom prst="ellipse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sz="1800" dirty="0"/>
            </a:p>
          </p:txBody>
        </p:sp>
      </p:grpSp>
      <p:sp>
        <p:nvSpPr>
          <p:cNvPr id="10" name="Freeform 12">
            <a:extLst>
              <a:ext uri="{FF2B5EF4-FFF2-40B4-BE49-F238E27FC236}">
                <a16:creationId xmlns:a16="http://schemas.microsoft.com/office/drawing/2014/main" id="{A759B287-7ACD-CCB9-A26D-28CA3AE0F5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190481" y="0"/>
            <a:ext cx="1499067" cy="1061910"/>
          </a:xfrm>
          <a:custGeom>
            <a:avLst/>
            <a:gdLst>
              <a:gd name="connsiteX0" fmla="*/ 70097 w 1499066"/>
              <a:gd name="connsiteY0" fmla="*/ 0 h 1061910"/>
              <a:gd name="connsiteX1" fmla="*/ 1428969 w 1499066"/>
              <a:gd name="connsiteY1" fmla="*/ 0 h 1061910"/>
              <a:gd name="connsiteX2" fmla="*/ 1440164 w 1499066"/>
              <a:gd name="connsiteY2" fmla="*/ 20625 h 1061910"/>
              <a:gd name="connsiteX3" fmla="*/ 1499066 w 1499066"/>
              <a:gd name="connsiteY3" fmla="*/ 312377 h 1061910"/>
              <a:gd name="connsiteX4" fmla="*/ 749533 w 1499066"/>
              <a:gd name="connsiteY4" fmla="*/ 1061910 h 1061910"/>
              <a:gd name="connsiteX5" fmla="*/ 0 w 1499066"/>
              <a:gd name="connsiteY5" fmla="*/ 312377 h 1061910"/>
              <a:gd name="connsiteX6" fmla="*/ 58902 w 1499066"/>
              <a:gd name="connsiteY6" fmla="*/ 20625 h 1061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99066" h="1061910">
                <a:moveTo>
                  <a:pt x="70097" y="0"/>
                </a:moveTo>
                <a:lnTo>
                  <a:pt x="1428969" y="0"/>
                </a:lnTo>
                <a:lnTo>
                  <a:pt x="1440164" y="20625"/>
                </a:lnTo>
                <a:cubicBezTo>
                  <a:pt x="1478092" y="110298"/>
                  <a:pt x="1499066" y="208888"/>
                  <a:pt x="1499066" y="312377"/>
                </a:cubicBezTo>
                <a:cubicBezTo>
                  <a:pt x="1499066" y="726333"/>
                  <a:pt x="1163489" y="1061910"/>
                  <a:pt x="749533" y="1061910"/>
                </a:cubicBezTo>
                <a:cubicBezTo>
                  <a:pt x="335577" y="1061910"/>
                  <a:pt x="0" y="726333"/>
                  <a:pt x="0" y="312377"/>
                </a:cubicBezTo>
                <a:cubicBezTo>
                  <a:pt x="0" y="208888"/>
                  <a:pt x="20974" y="110298"/>
                  <a:pt x="58902" y="20625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13" name="Picture Placeholder 6">
            <a:extLst>
              <a:ext uri="{FF2B5EF4-FFF2-40B4-BE49-F238E27FC236}">
                <a16:creationId xmlns:a16="http://schemas.microsoft.com/office/drawing/2014/main" id="{7EC075E2-093A-4845-BDC4-BD2FAA7A59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18319" y="1373479"/>
            <a:ext cx="4325112" cy="4325112"/>
          </a:xfrm>
          <a:noFill/>
        </p:spPr>
        <p:txBody>
          <a:bodyPr anchor="t">
            <a:noAutofit/>
          </a:bodyPr>
          <a:lstStyle>
            <a:lvl1pPr algn="ctr"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pic>
        <p:nvPicPr>
          <p:cNvPr id="16" name="Picture 15" descr="University Identity | The Hong Kong Polytechnic University">
            <a:extLst>
              <a:ext uri="{FF2B5EF4-FFF2-40B4-BE49-F238E27FC236}">
                <a16:creationId xmlns:a16="http://schemas.microsoft.com/office/drawing/2014/main" id="{1BBBEAE2-6B0F-71DF-4FC2-46AD2FF683E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4393" y="311569"/>
            <a:ext cx="1871244" cy="358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729625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bg>
      <p:bgPr>
        <a:gradFill>
          <a:gsLst>
            <a:gs pos="99000">
              <a:srgbClr val="FDFFFE"/>
            </a:gs>
            <a:gs pos="66000">
              <a:srgbClr val="F3FFFF"/>
            </a:gs>
            <a:gs pos="37992">
              <a:srgbClr val="FFFFFF"/>
            </a:gs>
            <a:gs pos="5000">
              <a:srgbClr val="EAFCFE"/>
            </a:gs>
          </a:gsLst>
          <a:lin ang="17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7">
            <a:extLst>
              <a:ext uri="{FF2B5EF4-FFF2-40B4-BE49-F238E27FC236}">
                <a16:creationId xmlns:a16="http://schemas.microsoft.com/office/drawing/2014/main" id="{5BEC9516-95B6-310C-2652-36F6014917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413795" y="6187712"/>
            <a:ext cx="389835" cy="389835"/>
          </a:xfrm>
          <a:prstGeom prst="ellipse">
            <a:avLst/>
          </a:prstGeom>
          <a:solidFill>
            <a:schemeClr val="accent5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ED0E065-0B41-7577-623E-6622A2E5101A}"/>
              </a:ext>
            </a:extLst>
          </p:cNvPr>
          <p:cNvSpPr/>
          <p:nvPr userDrawn="1"/>
        </p:nvSpPr>
        <p:spPr>
          <a:xfrm>
            <a:off x="133164" y="186431"/>
            <a:ext cx="8851038" cy="6516210"/>
          </a:xfrm>
          <a:prstGeom prst="rect">
            <a:avLst/>
          </a:prstGeom>
          <a:noFill/>
          <a:ln w="28575" cap="flat">
            <a:solidFill>
              <a:schemeClr val="accent3"/>
            </a:solidFill>
            <a:prstDash val="solid"/>
            <a:miter/>
          </a:ln>
        </p:spPr>
        <p:txBody>
          <a:bodyPr rtlCol="0" anchor="ctr"/>
          <a:lstStyle/>
          <a:p>
            <a:pPr algn="l"/>
            <a:endParaRPr lang="en-US" dirty="0"/>
          </a:p>
        </p:txBody>
      </p:sp>
      <p:pic>
        <p:nvPicPr>
          <p:cNvPr id="9" name="Picture 8" descr="University Identity | The Hong Kong Polytechnic University">
            <a:extLst>
              <a:ext uri="{FF2B5EF4-FFF2-40B4-BE49-F238E27FC236}">
                <a16:creationId xmlns:a16="http://schemas.microsoft.com/office/drawing/2014/main" id="{16662D3D-8A33-0441-1D94-CF99B5175A0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4393" y="311569"/>
            <a:ext cx="1871244" cy="358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094E881B-EC41-B0CC-7CFC-3C8D5E3AF79C}"/>
              </a:ext>
            </a:extLst>
          </p:cNvPr>
          <p:cNvGrpSpPr/>
          <p:nvPr userDrawn="1"/>
        </p:nvGrpSpPr>
        <p:grpSpPr>
          <a:xfrm>
            <a:off x="4558683" y="186431"/>
            <a:ext cx="163622" cy="6516210"/>
            <a:chOff x="6096000" y="327025"/>
            <a:chExt cx="0" cy="620395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444FF3E8-7A16-45D7-0B9D-696859B20BF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96000" y="6281057"/>
              <a:ext cx="0" cy="249918"/>
            </a:xfrm>
            <a:prstGeom prst="line">
              <a:avLst/>
            </a:prstGeom>
            <a:ln w="28575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675C94F7-D886-2920-EBBF-3E6B54BC150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96000" y="327025"/>
              <a:ext cx="0" cy="249918"/>
            </a:xfrm>
            <a:prstGeom prst="line">
              <a:avLst/>
            </a:prstGeom>
            <a:ln w="28575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FE91ACBD-101E-31FD-DE75-0AF48A2BA2E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67004" y="1686757"/>
            <a:ext cx="8367942" cy="4519510"/>
          </a:xfrm>
        </p:spPr>
        <p:txBody>
          <a:bodyPr>
            <a:normAutofit/>
          </a:bodyPr>
          <a:lstStyle>
            <a:lvl1pPr marL="342900" indent="-342900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  <a:defRPr sz="2400"/>
            </a:lvl1pPr>
            <a:lvl2pPr marL="171446" indent="-171446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SzPct val="120000"/>
              <a:buFont typeface="Courier New" panose="02070309020205020404" pitchFamily="49" charset="0"/>
              <a:buChar char="o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41" indent="-285750">
              <a:lnSpc>
                <a:spcPct val="100000"/>
              </a:lnSpc>
              <a:spcBef>
                <a:spcPts val="0"/>
              </a:spcBef>
              <a:buClr>
                <a:srgbClr val="FF9300"/>
              </a:buClr>
              <a:buFont typeface="Courier New" panose="02070309020205020404" pitchFamily="49" charset="0"/>
              <a:buChar char="o"/>
              <a:defRPr sz="1400"/>
            </a:lvl3pPr>
            <a:lvl4pPr marL="857228" indent="-171446">
              <a:lnSpc>
                <a:spcPct val="100000"/>
              </a:lnSpc>
              <a:spcBef>
                <a:spcPts val="0"/>
              </a:spcBef>
              <a:buClr>
                <a:schemeClr val="accent5">
                  <a:lumMod val="60000"/>
                  <a:lumOff val="40000"/>
                </a:schemeClr>
              </a:buClr>
              <a:buFont typeface="Courier New" panose="02070309020205020404" pitchFamily="49" charset="0"/>
              <a:buChar char="o"/>
              <a:defRPr sz="1200"/>
            </a:lvl4pPr>
            <a:lvl5pPr marL="1200120" indent="-171446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  <a:defRPr sz="1050"/>
            </a:lvl5pPr>
          </a:lstStyle>
          <a:p>
            <a:pPr marL="514346" lvl="1" indent="-342900" algn="l" defTabSz="685783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900"/>
              </a:spcAft>
              <a:buClr>
                <a:schemeClr val="accent3"/>
              </a:buClr>
              <a:buSzPct val="120000"/>
              <a:buFont typeface="Courier New" panose="02070309020205020404" pitchFamily="49" charset="0"/>
              <a:buChar char="o"/>
            </a:pPr>
            <a:r>
              <a:rPr lang="en-US" dirty="0"/>
              <a:t>Click to edit Master text styles</a:t>
            </a:r>
          </a:p>
          <a:p>
            <a:pPr lvl="2"/>
            <a:r>
              <a:rPr lang="en-US" dirty="0"/>
              <a:t>Second level</a:t>
            </a:r>
          </a:p>
          <a:p>
            <a:pPr lvl="3"/>
            <a:r>
              <a:rPr lang="en-US" dirty="0"/>
              <a:t>Third level</a:t>
            </a:r>
          </a:p>
          <a:p>
            <a:pPr lvl="4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BD27AD0B-B30D-9C63-5F05-0190AE98D23A}"/>
              </a:ext>
            </a:extLst>
          </p:cNvPr>
          <p:cNvSpPr txBox="1">
            <a:spLocks/>
          </p:cNvSpPr>
          <p:nvPr userDrawn="1"/>
        </p:nvSpPr>
        <p:spPr>
          <a:xfrm>
            <a:off x="8413794" y="6205632"/>
            <a:ext cx="389833" cy="3657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9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D1BC2EDA-D519-4F34-BF3F-BFFF500F4B03}" type="slidenum">
              <a:rPr lang="en-US" sz="1000" b="1" smtClean="0"/>
              <a:pPr algn="ctr"/>
              <a:t>‹#›</a:t>
            </a:fld>
            <a:endParaRPr lang="en-US" sz="1000" b="1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5961887F-914C-4E0C-4C2E-7F9AAAEF1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681" y="809870"/>
            <a:ext cx="8367943" cy="761478"/>
          </a:xfrm>
        </p:spPr>
        <p:txBody>
          <a:bodyPr anchor="t" anchorCtr="0">
            <a:normAutofit/>
          </a:bodyPr>
          <a:lstStyle>
            <a:lvl1pPr>
              <a:defRPr lang="en-US" sz="3600" b="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951037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gradFill>
          <a:gsLst>
            <a:gs pos="99000">
              <a:srgbClr val="FDFFFE"/>
            </a:gs>
            <a:gs pos="66000">
              <a:srgbClr val="F3FFFF"/>
            </a:gs>
            <a:gs pos="37992">
              <a:srgbClr val="FFFFFF"/>
            </a:gs>
            <a:gs pos="5000">
              <a:srgbClr val="EAFCFE"/>
            </a:gs>
          </a:gsLst>
          <a:lin ang="17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392D540-E480-EF1B-28D4-D98C5FF631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651" y="1065237"/>
            <a:ext cx="1919240" cy="4939430"/>
          </a:xfrm>
        </p:spPr>
        <p:txBody>
          <a:bodyPr anchor="ctr">
            <a:normAutofit/>
          </a:bodyPr>
          <a:lstStyle>
            <a:lvl1pPr algn="ctr">
              <a:defRPr sz="270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EB61084-3519-70C6-F9CD-71E046FBC0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3378" y="1065237"/>
            <a:ext cx="5337381" cy="4939430"/>
          </a:xfrm>
        </p:spPr>
        <p:txBody>
          <a:bodyPr anchor="ctr" anchorCtr="0">
            <a:normAutofit/>
          </a:bodyPr>
          <a:lstStyle>
            <a:lvl1pPr marL="0" indent="0" algn="ctr">
              <a:lnSpc>
                <a:spcPct val="200000"/>
              </a:lnSpc>
              <a:buNone/>
              <a:defRPr lang="en-US" sz="1200" kern="1200" cap="all" spc="225" dirty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lvl1pPr>
            <a:lvl2pPr marL="557213" indent="-214313" algn="ctr">
              <a:lnSpc>
                <a:spcPct val="120000"/>
              </a:lnSpc>
              <a:buFont typeface="Arial" panose="020B0604020202020204" pitchFamily="34" charset="0"/>
              <a:buChar char="•"/>
              <a:defRPr lang="en-US" sz="1200" kern="1200" cap="none" spc="0" baseline="0" dirty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lvl2pPr>
            <a:lvl3pPr marL="900113" indent="-214313" algn="ctr">
              <a:lnSpc>
                <a:spcPct val="120000"/>
              </a:lnSpc>
              <a:buFont typeface="Arial" panose="020B0604020202020204" pitchFamily="34" charset="0"/>
              <a:buChar char="•"/>
              <a:defRPr lang="en-US" sz="1200" kern="1200" cap="none" spc="0" baseline="0" dirty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lvl3pPr>
            <a:lvl4pPr marL="1243013" indent="-214313" algn="ctr">
              <a:lnSpc>
                <a:spcPct val="120000"/>
              </a:lnSpc>
              <a:buFont typeface="Arial" panose="020B0604020202020204" pitchFamily="34" charset="0"/>
              <a:buChar char="•"/>
              <a:defRPr lang="en-US" sz="1200" kern="1200" cap="none" spc="0" baseline="0" dirty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lvl4pPr>
            <a:lvl5pPr marL="1585913" indent="-214313" algn="ctr">
              <a:lnSpc>
                <a:spcPct val="120000"/>
              </a:lnSpc>
              <a:buFont typeface="Arial" panose="020B0604020202020204" pitchFamily="34" charset="0"/>
              <a:buChar char="•"/>
              <a:defRPr lang="en-US" sz="1200" kern="1200" cap="none" spc="0" baseline="0" dirty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ED0E065-0B41-7577-623E-6622A2E5101A}"/>
              </a:ext>
            </a:extLst>
          </p:cNvPr>
          <p:cNvSpPr/>
          <p:nvPr userDrawn="1"/>
        </p:nvSpPr>
        <p:spPr>
          <a:xfrm>
            <a:off x="133164" y="186431"/>
            <a:ext cx="8851038" cy="6516210"/>
          </a:xfrm>
          <a:prstGeom prst="rect">
            <a:avLst/>
          </a:prstGeom>
          <a:noFill/>
          <a:ln w="28575" cap="flat">
            <a:solidFill>
              <a:schemeClr val="accent3"/>
            </a:solidFill>
            <a:prstDash val="solid"/>
            <a:miter/>
          </a:ln>
        </p:spPr>
        <p:txBody>
          <a:bodyPr rtlCol="0" anchor="ctr"/>
          <a:lstStyle/>
          <a:p>
            <a:pPr algn="l"/>
            <a:endParaRPr lang="en-US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94E881B-EC41-B0CC-7CFC-3C8D5E3AF79C}"/>
              </a:ext>
            </a:extLst>
          </p:cNvPr>
          <p:cNvGrpSpPr/>
          <p:nvPr userDrawn="1"/>
        </p:nvGrpSpPr>
        <p:grpSpPr>
          <a:xfrm>
            <a:off x="2771192" y="186431"/>
            <a:ext cx="163622" cy="6516210"/>
            <a:chOff x="6096000" y="327025"/>
            <a:chExt cx="0" cy="620395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444FF3E8-7A16-45D7-0B9D-696859B20BF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96000" y="6281057"/>
              <a:ext cx="0" cy="249918"/>
            </a:xfrm>
            <a:prstGeom prst="line">
              <a:avLst/>
            </a:prstGeom>
            <a:ln w="28575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675C94F7-D886-2920-EBBF-3E6B54BC150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96000" y="327025"/>
              <a:ext cx="0" cy="249918"/>
            </a:xfrm>
            <a:prstGeom prst="line">
              <a:avLst/>
            </a:prstGeom>
            <a:ln w="28575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8" name="Picture 17" descr="University Identity | The Hong Kong Polytechnic University">
            <a:extLst>
              <a:ext uri="{FF2B5EF4-FFF2-40B4-BE49-F238E27FC236}">
                <a16:creationId xmlns:a16="http://schemas.microsoft.com/office/drawing/2014/main" id="{F2274D91-E1A0-3278-C33F-0820FC5267B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4393" y="311569"/>
            <a:ext cx="1871244" cy="358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078821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with caption">
    <p:bg>
      <p:bgPr>
        <a:gradFill>
          <a:gsLst>
            <a:gs pos="100000">
              <a:srgbClr val="FDFFFE"/>
            </a:gs>
            <a:gs pos="66020">
              <a:srgbClr val="F3FFFF"/>
            </a:gs>
            <a:gs pos="37992">
              <a:srgbClr val="FFFFFF"/>
            </a:gs>
            <a:gs pos="7000">
              <a:srgbClr val="EAFCFE"/>
            </a:gs>
          </a:gsLst>
          <a:lin ang="4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3">
            <a:extLst>
              <a:ext uri="{FF2B5EF4-FFF2-40B4-BE49-F238E27FC236}">
                <a16:creationId xmlns:a16="http://schemas.microsoft.com/office/drawing/2014/main" id="{AD72A3CF-7B92-425B-B6F6-280533A6D9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0906" y="566928"/>
            <a:ext cx="8339328" cy="640080"/>
          </a:xfrm>
        </p:spPr>
        <p:txBody>
          <a:bodyPr anchor="t" anchorCtr="0">
            <a:noAutofit/>
          </a:bodyPr>
          <a:lstStyle>
            <a:lvl1pPr algn="ctr">
              <a:defRPr sz="2400" b="1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6" name="Media Placeholder 15">
            <a:extLst>
              <a:ext uri="{FF2B5EF4-FFF2-40B4-BE49-F238E27FC236}">
                <a16:creationId xmlns:a16="http://schemas.microsoft.com/office/drawing/2014/main" id="{0D165AF2-A462-FCF3-81AE-ADB955740CCB}"/>
              </a:ext>
            </a:extLst>
          </p:cNvPr>
          <p:cNvSpPr>
            <a:spLocks noGrp="1"/>
          </p:cNvSpPr>
          <p:nvPr>
            <p:ph type="media" sz="quarter" idx="10"/>
          </p:nvPr>
        </p:nvSpPr>
        <p:spPr>
          <a:xfrm>
            <a:off x="480060" y="1847088"/>
            <a:ext cx="5568696" cy="3776472"/>
          </a:xfrm>
        </p:spPr>
        <p:txBody>
          <a:bodyPr>
            <a:noAutofit/>
          </a:bodyPr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icon to add media</a:t>
            </a:r>
          </a:p>
        </p:txBody>
      </p:sp>
      <p:sp>
        <p:nvSpPr>
          <p:cNvPr id="5" name="Freeform 2">
            <a:extLst>
              <a:ext uri="{FF2B5EF4-FFF2-40B4-BE49-F238E27FC236}">
                <a16:creationId xmlns:a16="http://schemas.microsoft.com/office/drawing/2014/main" id="{5CA8910C-D8ED-5254-9603-C499A3F697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4862308" y="3881172"/>
            <a:ext cx="4281692" cy="2981809"/>
          </a:xfrm>
          <a:custGeom>
            <a:avLst/>
            <a:gdLst>
              <a:gd name="connsiteX0" fmla="*/ 2681883 w 4953666"/>
              <a:gd name="connsiteY0" fmla="*/ 4293658 h 4294315"/>
              <a:gd name="connsiteX1" fmla="*/ 2962801 w 4953666"/>
              <a:gd name="connsiteY1" fmla="*/ 4285537 h 4294315"/>
              <a:gd name="connsiteX2" fmla="*/ 4834127 w 4953666"/>
              <a:gd name="connsiteY2" fmla="*/ 3330444 h 4294315"/>
              <a:gd name="connsiteX3" fmla="*/ 4953666 w 4953666"/>
              <a:gd name="connsiteY3" fmla="*/ 3175947 h 4294315"/>
              <a:gd name="connsiteX4" fmla="*/ 4953666 w 4953666"/>
              <a:gd name="connsiteY4" fmla="*/ 0 h 4294315"/>
              <a:gd name="connsiteX5" fmla="*/ 481203 w 4953666"/>
              <a:gd name="connsiteY5" fmla="*/ 0 h 4294315"/>
              <a:gd name="connsiteX6" fmla="*/ 354529 w 4953666"/>
              <a:gd name="connsiteY6" fmla="*/ 200752 h 4294315"/>
              <a:gd name="connsiteX7" fmla="*/ 8771 w 4953666"/>
              <a:gd name="connsiteY7" fmla="*/ 1767440 h 4294315"/>
              <a:gd name="connsiteX8" fmla="*/ 2681883 w 4953666"/>
              <a:gd name="connsiteY8" fmla="*/ 4293658 h 42943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953666" h="4294315">
                <a:moveTo>
                  <a:pt x="2681883" y="4293658"/>
                </a:moveTo>
                <a:cubicBezTo>
                  <a:pt x="2774620" y="4295683"/>
                  <a:pt x="2868342" y="4293047"/>
                  <a:pt x="2962801" y="4285537"/>
                </a:cubicBezTo>
                <a:cubicBezTo>
                  <a:pt x="3718476" y="4225460"/>
                  <a:pt x="4378268" y="3864871"/>
                  <a:pt x="4834127" y="3330444"/>
                </a:cubicBezTo>
                <a:lnTo>
                  <a:pt x="4953666" y="3175947"/>
                </a:lnTo>
                <a:lnTo>
                  <a:pt x="4953666" y="0"/>
                </a:lnTo>
                <a:lnTo>
                  <a:pt x="481203" y="0"/>
                </a:lnTo>
                <a:lnTo>
                  <a:pt x="354529" y="200752"/>
                </a:lnTo>
                <a:cubicBezTo>
                  <a:pt x="94175" y="660824"/>
                  <a:pt x="-36273" y="1200867"/>
                  <a:pt x="8771" y="1767440"/>
                </a:cubicBezTo>
                <a:cubicBezTo>
                  <a:pt x="121380" y="3183873"/>
                  <a:pt x="1290828" y="4263270"/>
                  <a:pt x="2681883" y="4293658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 dirty="0"/>
          </a:p>
        </p:txBody>
      </p:sp>
      <p:sp>
        <p:nvSpPr>
          <p:cNvPr id="14" name="Freeform 7">
            <a:extLst>
              <a:ext uri="{FF2B5EF4-FFF2-40B4-BE49-F238E27FC236}">
                <a16:creationId xmlns:a16="http://schemas.microsoft.com/office/drawing/2014/main" id="{0FCE207E-49DC-89F0-6C2E-AEDEB1A668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401104" y="1953087"/>
            <a:ext cx="742901" cy="802014"/>
          </a:xfrm>
          <a:custGeom>
            <a:avLst/>
            <a:gdLst>
              <a:gd name="connsiteX0" fmla="*/ 664579 w 990534"/>
              <a:gd name="connsiteY0" fmla="*/ 0 h 1329158"/>
              <a:gd name="connsiteX1" fmla="*/ 923263 w 990534"/>
              <a:gd name="connsiteY1" fmla="*/ 52226 h 1329158"/>
              <a:gd name="connsiteX2" fmla="*/ 990534 w 990534"/>
              <a:gd name="connsiteY2" fmla="*/ 88739 h 1329158"/>
              <a:gd name="connsiteX3" fmla="*/ 990534 w 990534"/>
              <a:gd name="connsiteY3" fmla="*/ 1240419 h 1329158"/>
              <a:gd name="connsiteX4" fmla="*/ 923263 w 990534"/>
              <a:gd name="connsiteY4" fmla="*/ 1276932 h 1329158"/>
              <a:gd name="connsiteX5" fmla="*/ 664579 w 990534"/>
              <a:gd name="connsiteY5" fmla="*/ 1329158 h 1329158"/>
              <a:gd name="connsiteX6" fmla="*/ 0 w 990534"/>
              <a:gd name="connsiteY6" fmla="*/ 664579 h 1329158"/>
              <a:gd name="connsiteX7" fmla="*/ 664579 w 990534"/>
              <a:gd name="connsiteY7" fmla="*/ 0 h 13291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90534" h="1329158">
                <a:moveTo>
                  <a:pt x="664579" y="0"/>
                </a:moveTo>
                <a:cubicBezTo>
                  <a:pt x="756338" y="0"/>
                  <a:pt x="843754" y="18597"/>
                  <a:pt x="923263" y="52226"/>
                </a:cubicBezTo>
                <a:lnTo>
                  <a:pt x="990534" y="88739"/>
                </a:lnTo>
                <a:lnTo>
                  <a:pt x="990534" y="1240419"/>
                </a:lnTo>
                <a:lnTo>
                  <a:pt x="923263" y="1276932"/>
                </a:lnTo>
                <a:cubicBezTo>
                  <a:pt x="843754" y="1310562"/>
                  <a:pt x="756338" y="1329158"/>
                  <a:pt x="664579" y="1329158"/>
                </a:cubicBezTo>
                <a:cubicBezTo>
                  <a:pt x="297542" y="1329158"/>
                  <a:pt x="0" y="1031616"/>
                  <a:pt x="0" y="664579"/>
                </a:cubicBezTo>
                <a:cubicBezTo>
                  <a:pt x="0" y="297542"/>
                  <a:pt x="297542" y="0"/>
                  <a:pt x="664579" y="0"/>
                </a:cubicBezTo>
                <a:close/>
              </a:path>
            </a:pathLst>
          </a:custGeom>
          <a:solidFill>
            <a:schemeClr val="accent3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C1550097-BD5F-E98D-20E3-A22C0C0388E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09360" y="2715768"/>
            <a:ext cx="2523744" cy="301752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50" b="0">
                <a:solidFill>
                  <a:schemeClr val="tx2"/>
                </a:solidFill>
                <a:latin typeface="+mj-lt"/>
                <a:cs typeface="Segoe UI Semibold" panose="020B0702040204020203" pitchFamily="34" charset="0"/>
              </a:defRPr>
            </a:lvl1pPr>
            <a:lvl2pPr marL="0" indent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  <a:defRPr sz="1350">
                <a:solidFill>
                  <a:schemeClr val="tx2"/>
                </a:solidFill>
              </a:defRPr>
            </a:lvl2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7EAB2424-7563-1DC0-626C-6310A612A5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>
            <a:noAutofit/>
          </a:bodyPr>
          <a:lstStyle/>
          <a:p>
            <a:r>
              <a:rPr lang="en-US"/>
              <a:t>Test</a:t>
            </a:r>
            <a:endParaRPr lang="en-US" dirty="0"/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49C39743-B767-01E5-1998-BD844DD0962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>
            <a:noAutofit/>
          </a:bodyPr>
          <a:lstStyle/>
          <a:p>
            <a:fld id="{D1BC2EDA-D519-4F34-BF3F-BFFF500F4B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69194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32" userDrawn="1">
          <p15:clr>
            <a:srgbClr val="FBAE40"/>
          </p15:clr>
        </p15:guide>
        <p15:guide id="2" pos="252" userDrawn="1">
          <p15:clr>
            <a:srgbClr val="FBAE40"/>
          </p15:clr>
        </p15:guide>
        <p15:guide id="3" orient="horz" pos="3552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list">
    <p:bg>
      <p:bgPr>
        <a:gradFill>
          <a:gsLst>
            <a:gs pos="100000">
              <a:srgbClr val="FDFFFE"/>
            </a:gs>
            <a:gs pos="66020">
              <a:srgbClr val="F3FFFF"/>
            </a:gs>
            <a:gs pos="37992">
              <a:srgbClr val="FFFFFF"/>
            </a:gs>
            <a:gs pos="7000">
              <a:srgbClr val="EAFCFE"/>
            </a:gs>
          </a:gsLst>
          <a:lin ang="4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3">
            <a:extLst>
              <a:ext uri="{FF2B5EF4-FFF2-40B4-BE49-F238E27FC236}">
                <a16:creationId xmlns:a16="http://schemas.microsoft.com/office/drawing/2014/main" id="{AD72A3CF-7B92-425B-B6F6-280533A6D9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0906" y="566928"/>
            <a:ext cx="8339328" cy="640080"/>
          </a:xfrm>
        </p:spPr>
        <p:txBody>
          <a:bodyPr anchor="t" anchorCtr="0">
            <a:normAutofit/>
          </a:bodyPr>
          <a:lstStyle>
            <a:lvl1pPr algn="ctr">
              <a:defRPr sz="2400" b="1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Freeform 3">
            <a:extLst>
              <a:ext uri="{FF2B5EF4-FFF2-40B4-BE49-F238E27FC236}">
                <a16:creationId xmlns:a16="http://schemas.microsoft.com/office/drawing/2014/main" id="{8D76C9A2-7310-AC9A-D74B-465F4A044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59024" y="3432623"/>
            <a:ext cx="2690086" cy="3425381"/>
          </a:xfrm>
          <a:custGeom>
            <a:avLst/>
            <a:gdLst>
              <a:gd name="connsiteX0" fmla="*/ 2057400 w 3586781"/>
              <a:gd name="connsiteY0" fmla="*/ 0 h 3425381"/>
              <a:gd name="connsiteX1" fmla="*/ 3512202 w 3586781"/>
              <a:gd name="connsiteY1" fmla="*/ 602599 h 3425381"/>
              <a:gd name="connsiteX2" fmla="*/ 3586781 w 3586781"/>
              <a:gd name="connsiteY2" fmla="*/ 684657 h 3425381"/>
              <a:gd name="connsiteX3" fmla="*/ 3586781 w 3586781"/>
              <a:gd name="connsiteY3" fmla="*/ 3425381 h 3425381"/>
              <a:gd name="connsiteX4" fmla="*/ 523691 w 3586781"/>
              <a:gd name="connsiteY4" fmla="*/ 3425381 h 3425381"/>
              <a:gd name="connsiteX5" fmla="*/ 469810 w 3586781"/>
              <a:gd name="connsiteY5" fmla="*/ 3366098 h 3425381"/>
              <a:gd name="connsiteX6" fmla="*/ 0 w 3586781"/>
              <a:gd name="connsiteY6" fmla="*/ 2057400 h 3425381"/>
              <a:gd name="connsiteX7" fmla="*/ 2057400 w 3586781"/>
              <a:gd name="connsiteY7" fmla="*/ 0 h 3425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86781" h="3425381">
                <a:moveTo>
                  <a:pt x="2057400" y="0"/>
                </a:moveTo>
                <a:cubicBezTo>
                  <a:pt x="2625535" y="0"/>
                  <a:pt x="3139885" y="230282"/>
                  <a:pt x="3512202" y="602599"/>
                </a:cubicBezTo>
                <a:lnTo>
                  <a:pt x="3586781" y="684657"/>
                </a:lnTo>
                <a:lnTo>
                  <a:pt x="3586781" y="3425381"/>
                </a:lnTo>
                <a:lnTo>
                  <a:pt x="523691" y="3425381"/>
                </a:lnTo>
                <a:lnTo>
                  <a:pt x="469810" y="3366098"/>
                </a:lnTo>
                <a:cubicBezTo>
                  <a:pt x="176310" y="3010458"/>
                  <a:pt x="0" y="2554519"/>
                  <a:pt x="0" y="2057400"/>
                </a:cubicBezTo>
                <a:cubicBezTo>
                  <a:pt x="0" y="921129"/>
                  <a:pt x="921129" y="0"/>
                  <a:pt x="2057400" y="0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CC7F2D7-0500-18AD-893F-3BFF96B945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78222" y="1953365"/>
            <a:ext cx="3862271" cy="3684552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9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1B05A4D-E9FB-4913-E53E-1DE2DC2D9B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18702" y="6194372"/>
            <a:ext cx="292376" cy="389835"/>
          </a:xfrm>
          <a:prstGeom prst="ellipse">
            <a:avLst/>
          </a:prstGeom>
          <a:solidFill>
            <a:schemeClr val="accent6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15" name="Freeform 1">
            <a:extLst>
              <a:ext uri="{FF2B5EF4-FFF2-40B4-BE49-F238E27FC236}">
                <a16:creationId xmlns:a16="http://schemas.microsoft.com/office/drawing/2014/main" id="{CC1FF5F2-E394-6897-C493-6584D74D8C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211328" y="-3167"/>
            <a:ext cx="990534" cy="996869"/>
          </a:xfrm>
          <a:custGeom>
            <a:avLst/>
            <a:gdLst>
              <a:gd name="connsiteX0" fmla="*/ 664579 w 990534"/>
              <a:gd name="connsiteY0" fmla="*/ 0 h 1329158"/>
              <a:gd name="connsiteX1" fmla="*/ 923263 w 990534"/>
              <a:gd name="connsiteY1" fmla="*/ 52226 h 1329158"/>
              <a:gd name="connsiteX2" fmla="*/ 990534 w 990534"/>
              <a:gd name="connsiteY2" fmla="*/ 88739 h 1329158"/>
              <a:gd name="connsiteX3" fmla="*/ 990534 w 990534"/>
              <a:gd name="connsiteY3" fmla="*/ 1240419 h 1329158"/>
              <a:gd name="connsiteX4" fmla="*/ 923263 w 990534"/>
              <a:gd name="connsiteY4" fmla="*/ 1276932 h 1329158"/>
              <a:gd name="connsiteX5" fmla="*/ 664579 w 990534"/>
              <a:gd name="connsiteY5" fmla="*/ 1329158 h 1329158"/>
              <a:gd name="connsiteX6" fmla="*/ 0 w 990534"/>
              <a:gd name="connsiteY6" fmla="*/ 664579 h 1329158"/>
              <a:gd name="connsiteX7" fmla="*/ 664579 w 990534"/>
              <a:gd name="connsiteY7" fmla="*/ 0 h 13291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90534" h="1329158">
                <a:moveTo>
                  <a:pt x="664579" y="0"/>
                </a:moveTo>
                <a:cubicBezTo>
                  <a:pt x="756338" y="0"/>
                  <a:pt x="843754" y="18597"/>
                  <a:pt x="923263" y="52226"/>
                </a:cubicBezTo>
                <a:lnTo>
                  <a:pt x="990534" y="88739"/>
                </a:lnTo>
                <a:lnTo>
                  <a:pt x="990534" y="1240419"/>
                </a:lnTo>
                <a:lnTo>
                  <a:pt x="923263" y="1276932"/>
                </a:lnTo>
                <a:cubicBezTo>
                  <a:pt x="843754" y="1310562"/>
                  <a:pt x="756338" y="1329158"/>
                  <a:pt x="664579" y="1329158"/>
                </a:cubicBezTo>
                <a:cubicBezTo>
                  <a:pt x="297542" y="1329158"/>
                  <a:pt x="0" y="1031616"/>
                  <a:pt x="0" y="664579"/>
                </a:cubicBezTo>
                <a:cubicBezTo>
                  <a:pt x="0" y="297542"/>
                  <a:pt x="297542" y="0"/>
                  <a:pt x="664579" y="0"/>
                </a:cubicBez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FA8D9022-B854-F233-7BEE-8185E402F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02776" y="2891439"/>
            <a:ext cx="3137660" cy="2282229"/>
            <a:chOff x="6448201" y="2832180"/>
            <a:chExt cx="4483608" cy="2139696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A1459528-99D6-5A0F-AEFA-AC4E7BC126D1}"/>
                </a:ext>
              </a:extLst>
            </p:cNvPr>
            <p:cNvCxnSpPr>
              <a:cxnSpLocks/>
            </p:cNvCxnSpPr>
            <p:nvPr/>
          </p:nvCxnSpPr>
          <p:spPr>
            <a:xfrm>
              <a:off x="6448201" y="2832180"/>
              <a:ext cx="4477512" cy="0"/>
            </a:xfrm>
            <a:prstGeom prst="line">
              <a:avLst/>
            </a:prstGeom>
            <a:ln w="22225">
              <a:solidFill>
                <a:schemeClr val="bg2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5A5AD794-5E76-98BF-3FC7-85579E091361}"/>
                </a:ext>
              </a:extLst>
            </p:cNvPr>
            <p:cNvCxnSpPr>
              <a:cxnSpLocks/>
            </p:cNvCxnSpPr>
            <p:nvPr/>
          </p:nvCxnSpPr>
          <p:spPr>
            <a:xfrm>
              <a:off x="6448201" y="3533220"/>
              <a:ext cx="4477512" cy="0"/>
            </a:xfrm>
            <a:prstGeom prst="line">
              <a:avLst/>
            </a:prstGeom>
            <a:ln w="22225">
              <a:solidFill>
                <a:schemeClr val="bg2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CEDD1146-913C-8E63-E619-A08A11AAF125}"/>
                </a:ext>
              </a:extLst>
            </p:cNvPr>
            <p:cNvCxnSpPr>
              <a:cxnSpLocks/>
            </p:cNvCxnSpPr>
            <p:nvPr/>
          </p:nvCxnSpPr>
          <p:spPr>
            <a:xfrm>
              <a:off x="6448201" y="4234260"/>
              <a:ext cx="4477512" cy="0"/>
            </a:xfrm>
            <a:prstGeom prst="line">
              <a:avLst/>
            </a:prstGeom>
            <a:ln w="22225">
              <a:solidFill>
                <a:schemeClr val="bg2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943E402-60F2-D003-3878-233462D26AA9}"/>
                </a:ext>
              </a:extLst>
            </p:cNvPr>
            <p:cNvCxnSpPr>
              <a:cxnSpLocks/>
            </p:cNvCxnSpPr>
            <p:nvPr/>
          </p:nvCxnSpPr>
          <p:spPr>
            <a:xfrm>
              <a:off x="6454297" y="4971876"/>
              <a:ext cx="4477512" cy="0"/>
            </a:xfrm>
            <a:prstGeom prst="line">
              <a:avLst/>
            </a:prstGeom>
            <a:ln w="22225">
              <a:solidFill>
                <a:schemeClr val="bg2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D0478807-656D-4B2C-5C1E-4A08154F65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618098" y="2343183"/>
            <a:ext cx="357576" cy="2830487"/>
          </a:xfrm>
          <a:prstGeom prst="rect">
            <a:avLst/>
          </a:prstGeom>
        </p:spPr>
        <p:txBody>
          <a:bodyPr vert="horz" lIns="68580" tIns="34290" rIns="68580" bIns="3429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600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0574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1650" b="1" dirty="0">
                <a:solidFill>
                  <a:schemeClr val="tx2"/>
                </a:solidFill>
                <a:latin typeface="+mj-lt"/>
                <a:cs typeface="Segoe UI Semibold" panose="020B0502040204020203" pitchFamily="34" charset="0"/>
              </a:rPr>
              <a:t>1. </a:t>
            </a:r>
          </a:p>
          <a:p>
            <a:pPr>
              <a:lnSpc>
                <a:spcPct val="150000"/>
              </a:lnSpc>
            </a:pPr>
            <a:r>
              <a:rPr lang="en-US" sz="1650" b="1" dirty="0">
                <a:solidFill>
                  <a:schemeClr val="tx2"/>
                </a:solidFill>
                <a:latin typeface="+mj-lt"/>
                <a:cs typeface="Segoe UI Semibold" panose="020B0502040204020203" pitchFamily="34" charset="0"/>
              </a:rPr>
              <a:t>2. </a:t>
            </a:r>
          </a:p>
          <a:p>
            <a:pPr>
              <a:lnSpc>
                <a:spcPct val="150000"/>
              </a:lnSpc>
            </a:pPr>
            <a:r>
              <a:rPr lang="en-US" sz="1650" b="1" dirty="0">
                <a:solidFill>
                  <a:schemeClr val="tx2"/>
                </a:solidFill>
                <a:latin typeface="+mj-lt"/>
                <a:cs typeface="Segoe UI Semibold" panose="020B0502040204020203" pitchFamily="34" charset="0"/>
              </a:rPr>
              <a:t>3. </a:t>
            </a:r>
          </a:p>
          <a:p>
            <a:pPr>
              <a:lnSpc>
                <a:spcPct val="150000"/>
              </a:lnSpc>
            </a:pPr>
            <a:r>
              <a:rPr lang="en-US" sz="1650" b="1" dirty="0">
                <a:solidFill>
                  <a:schemeClr val="tx2"/>
                </a:solidFill>
                <a:latin typeface="+mj-lt"/>
                <a:cs typeface="Segoe UI Semibold" panose="020B0502040204020203" pitchFamily="34" charset="0"/>
              </a:rPr>
              <a:t>4.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C1550097-BD5F-E98D-20E3-A22C0C0388E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58398" y="2454311"/>
            <a:ext cx="3418071" cy="47776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50" b="1">
                <a:solidFill>
                  <a:schemeClr val="tx2"/>
                </a:solidFill>
                <a:latin typeface="+mj-lt"/>
                <a:cs typeface="Segoe UI Semibold" panose="020B0702040204020203" pitchFamily="34" charset="0"/>
              </a:defRPr>
            </a:lvl1pPr>
            <a:lvl2pPr marL="0" indent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  <a:defRPr sz="1350">
                <a:solidFill>
                  <a:schemeClr val="tx2"/>
                </a:solidFill>
              </a:defRPr>
            </a:lvl2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7">
            <a:extLst>
              <a:ext uri="{FF2B5EF4-FFF2-40B4-BE49-F238E27FC236}">
                <a16:creationId xmlns:a16="http://schemas.microsoft.com/office/drawing/2014/main" id="{D366D221-FD48-C909-F65B-085F44205EB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58398" y="3222369"/>
            <a:ext cx="3418071" cy="47776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50" b="1">
                <a:solidFill>
                  <a:schemeClr val="tx2"/>
                </a:solidFill>
                <a:latin typeface="+mj-lt"/>
                <a:cs typeface="Segoe UI Semibold" panose="020B0702040204020203" pitchFamily="34" charset="0"/>
              </a:defRPr>
            </a:lvl1pPr>
            <a:lvl2pPr marL="0" indent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  <a:defRPr sz="1350">
                <a:solidFill>
                  <a:schemeClr val="tx2"/>
                </a:solidFill>
              </a:defRPr>
            </a:lvl2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1" name="Text Placeholder 17">
            <a:extLst>
              <a:ext uri="{FF2B5EF4-FFF2-40B4-BE49-F238E27FC236}">
                <a16:creationId xmlns:a16="http://schemas.microsoft.com/office/drawing/2014/main" id="{9BD84418-94A8-777A-FEF5-E2B3E93F44C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58398" y="3992637"/>
            <a:ext cx="3418071" cy="47776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50" b="1">
                <a:solidFill>
                  <a:schemeClr val="tx2"/>
                </a:solidFill>
                <a:latin typeface="+mj-lt"/>
                <a:cs typeface="Segoe UI Semibold" panose="020B0702040204020203" pitchFamily="34" charset="0"/>
              </a:defRPr>
            </a:lvl1pPr>
            <a:lvl2pPr marL="0" indent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  <a:defRPr sz="1350">
                <a:solidFill>
                  <a:schemeClr val="tx2"/>
                </a:solidFill>
              </a:defRPr>
            </a:lvl2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2" name="Text Placeholder 17">
            <a:extLst>
              <a:ext uri="{FF2B5EF4-FFF2-40B4-BE49-F238E27FC236}">
                <a16:creationId xmlns:a16="http://schemas.microsoft.com/office/drawing/2014/main" id="{EFF35093-CCA2-ABAA-FBB6-03256FB06BD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58398" y="4775296"/>
            <a:ext cx="3418071" cy="47776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50" b="1">
                <a:solidFill>
                  <a:schemeClr val="tx2"/>
                </a:solidFill>
                <a:latin typeface="+mj-lt"/>
                <a:cs typeface="Segoe UI Semibold" panose="020B0702040204020203" pitchFamily="34" charset="0"/>
              </a:defRPr>
            </a:lvl1pPr>
            <a:lvl2pPr marL="0" indent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  <a:defRPr sz="1350">
                <a:solidFill>
                  <a:schemeClr val="tx2"/>
                </a:solidFill>
              </a:defRPr>
            </a:lvl2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1E8918F9-D4D2-6FB5-B4FD-8FB3A979A27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828032" y="2002536"/>
            <a:ext cx="3840480" cy="3685032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7EAB2424-7563-1DC0-626C-6310A612A5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Test</a:t>
            </a:r>
            <a:endParaRPr lang="en-US" dirty="0"/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49C39743-B767-01E5-1998-BD844DD0962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1BC2EDA-D519-4F34-BF3F-BFFF500F4B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93679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32" userDrawn="1">
          <p15:clr>
            <a:srgbClr val="FBAE40"/>
          </p15:clr>
        </p15:guide>
        <p15:guide id="2" pos="252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gradFill>
          <a:gsLst>
            <a:gs pos="100000">
              <a:srgbClr val="FDFFFE"/>
            </a:gs>
            <a:gs pos="66020">
              <a:srgbClr val="F3FFFF"/>
            </a:gs>
            <a:gs pos="37992">
              <a:srgbClr val="FFFFFF"/>
            </a:gs>
            <a:gs pos="7000">
              <a:srgbClr val="EAFCFE"/>
            </a:gs>
          </a:gsLst>
          <a:lin ang="4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85AC3F0E-B550-5DF3-6FEE-B1EFAC15A0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217050" y="3014462"/>
            <a:ext cx="482231" cy="642974"/>
          </a:xfrm>
          <a:prstGeom prst="ellipse">
            <a:avLst/>
          </a:prstGeom>
          <a:solidFill>
            <a:schemeClr val="accent6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350" dirty="0"/>
          </a:p>
        </p:txBody>
      </p:sp>
      <p:sp>
        <p:nvSpPr>
          <p:cNvPr id="5" name="Freeform 17">
            <a:extLst>
              <a:ext uri="{FF2B5EF4-FFF2-40B4-BE49-F238E27FC236}">
                <a16:creationId xmlns:a16="http://schemas.microsoft.com/office/drawing/2014/main" id="{4B8B6206-1D28-8534-BE4D-6893F8FE67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63466" y="5988532"/>
            <a:ext cx="2215376" cy="883756"/>
          </a:xfrm>
          <a:custGeom>
            <a:avLst/>
            <a:gdLst>
              <a:gd name="connsiteX0" fmla="*/ 1476917 w 2953834"/>
              <a:gd name="connsiteY0" fmla="*/ 0 h 883756"/>
              <a:gd name="connsiteX1" fmla="*/ 2950639 w 2953834"/>
              <a:gd name="connsiteY1" fmla="*/ 877123 h 883756"/>
              <a:gd name="connsiteX2" fmla="*/ 2953834 w 2953834"/>
              <a:gd name="connsiteY2" fmla="*/ 883756 h 883756"/>
              <a:gd name="connsiteX3" fmla="*/ 0 w 2953834"/>
              <a:gd name="connsiteY3" fmla="*/ 883756 h 883756"/>
              <a:gd name="connsiteX4" fmla="*/ 3195 w 2953834"/>
              <a:gd name="connsiteY4" fmla="*/ 877123 h 883756"/>
              <a:gd name="connsiteX5" fmla="*/ 1476917 w 2953834"/>
              <a:gd name="connsiteY5" fmla="*/ 0 h 8837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953834" h="883756">
                <a:moveTo>
                  <a:pt x="1476917" y="0"/>
                </a:moveTo>
                <a:cubicBezTo>
                  <a:pt x="2113290" y="0"/>
                  <a:pt x="2666825" y="354669"/>
                  <a:pt x="2950639" y="877123"/>
                </a:cubicBezTo>
                <a:lnTo>
                  <a:pt x="2953834" y="883756"/>
                </a:lnTo>
                <a:lnTo>
                  <a:pt x="0" y="883756"/>
                </a:lnTo>
                <a:lnTo>
                  <a:pt x="3195" y="877123"/>
                </a:lnTo>
                <a:cubicBezTo>
                  <a:pt x="287009" y="354669"/>
                  <a:pt x="840544" y="0"/>
                  <a:pt x="1476917" y="0"/>
                </a:cubicBez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F5405D2-9527-BA12-A7AC-4B93151CCB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63465" y="6069976"/>
            <a:ext cx="382540" cy="510053"/>
          </a:xfrm>
          <a:prstGeom prst="ellipse">
            <a:avLst/>
          </a:prstGeom>
          <a:solidFill>
            <a:schemeClr val="accent5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350" dirty="0"/>
          </a:p>
        </p:txBody>
      </p:sp>
      <p:sp>
        <p:nvSpPr>
          <p:cNvPr id="14" name="Freeform 10">
            <a:extLst>
              <a:ext uri="{FF2B5EF4-FFF2-40B4-BE49-F238E27FC236}">
                <a16:creationId xmlns:a16="http://schemas.microsoft.com/office/drawing/2014/main" id="{A0CC5EDC-49D4-6111-36CB-3C8A2D02A8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4729572" cy="5630799"/>
          </a:xfrm>
          <a:custGeom>
            <a:avLst/>
            <a:gdLst>
              <a:gd name="connsiteX0" fmla="*/ 0 w 6306096"/>
              <a:gd name="connsiteY0" fmla="*/ 0 h 5630799"/>
              <a:gd name="connsiteX1" fmla="*/ 5864035 w 6306096"/>
              <a:gd name="connsiteY1" fmla="*/ 0 h 5630799"/>
              <a:gd name="connsiteX2" fmla="*/ 5927254 w 6306096"/>
              <a:gd name="connsiteY2" fmla="*/ 123434 h 5630799"/>
              <a:gd name="connsiteX3" fmla="*/ 6306096 w 6306096"/>
              <a:gd name="connsiteY3" fmla="*/ 1789009 h 5630799"/>
              <a:gd name="connsiteX4" fmla="*/ 2464306 w 6306096"/>
              <a:gd name="connsiteY4" fmla="*/ 5630799 h 5630799"/>
              <a:gd name="connsiteX5" fmla="*/ 20571 w 6306096"/>
              <a:gd name="connsiteY5" fmla="*/ 4753521 h 5630799"/>
              <a:gd name="connsiteX6" fmla="*/ 0 w 6306096"/>
              <a:gd name="connsiteY6" fmla="*/ 4734825 h 5630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06096" h="5630799">
                <a:moveTo>
                  <a:pt x="0" y="0"/>
                </a:moveTo>
                <a:lnTo>
                  <a:pt x="5864035" y="0"/>
                </a:lnTo>
                <a:lnTo>
                  <a:pt x="5927254" y="123434"/>
                </a:lnTo>
                <a:cubicBezTo>
                  <a:pt x="6170039" y="627296"/>
                  <a:pt x="6306096" y="1192264"/>
                  <a:pt x="6306096" y="1789009"/>
                </a:cubicBezTo>
                <a:cubicBezTo>
                  <a:pt x="6306096" y="3910771"/>
                  <a:pt x="4586068" y="5630799"/>
                  <a:pt x="2464306" y="5630799"/>
                </a:cubicBezTo>
                <a:cubicBezTo>
                  <a:pt x="1536035" y="5630799"/>
                  <a:pt x="684659" y="5301575"/>
                  <a:pt x="20571" y="4753521"/>
                </a:cubicBezTo>
                <a:lnTo>
                  <a:pt x="0" y="4734825"/>
                </a:lnTo>
                <a:close/>
              </a:path>
            </a:pathLst>
          </a:custGeom>
          <a:solidFill>
            <a:schemeClr val="accent3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 dirty="0"/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AD72A3CF-7B92-425B-B6F6-280533A6D9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0906" y="566928"/>
            <a:ext cx="8339328" cy="640080"/>
          </a:xfrm>
        </p:spPr>
        <p:txBody>
          <a:bodyPr anchor="t" anchorCtr="0">
            <a:noAutofit/>
          </a:bodyPr>
          <a:lstStyle>
            <a:lvl1pPr algn="ctr">
              <a:defRPr sz="2400" b="1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F4DDC946-276A-D975-DF69-141E11E4CA64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80060" y="2002536"/>
            <a:ext cx="3854196" cy="3685032"/>
          </a:xfrm>
          <a:solidFill>
            <a:schemeClr val="bg1"/>
          </a:solidFill>
          <a:ln w="12700">
            <a:solidFill>
              <a:schemeClr val="bg2">
                <a:lumMod val="90000"/>
              </a:schemeClr>
            </a:solidFill>
            <a:prstDash val="dash"/>
          </a:ln>
        </p:spPr>
        <p:txBody>
          <a:bodyPr lIns="91440" rIns="91440">
            <a:noAutofit/>
          </a:bodyPr>
          <a:lstStyle>
            <a:lvl1pPr>
              <a:lnSpc>
                <a:spcPct val="100000"/>
              </a:lnSpc>
              <a:defRPr sz="15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1E8918F9-D4D2-6FB5-B4FD-8FB3A979A27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828032" y="2002536"/>
            <a:ext cx="3840480" cy="3685032"/>
          </a:xfrm>
        </p:spPr>
        <p:txBody>
          <a:bodyPr>
            <a:noAutofit/>
          </a:bodyPr>
          <a:lstStyle>
            <a:lvl1pPr algn="ctr"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7EAB2424-7563-1DC0-626C-6310A612A5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>
            <a:noAutofit/>
          </a:bodyPr>
          <a:lstStyle/>
          <a:p>
            <a:r>
              <a:rPr lang="en-US"/>
              <a:t>Test</a:t>
            </a:r>
            <a:endParaRPr lang="en-US" dirty="0"/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49C39743-B767-01E5-1998-BD844DD0962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>
            <a:noAutofit/>
          </a:bodyPr>
          <a:lstStyle/>
          <a:p>
            <a:fld id="{D1BC2EDA-D519-4F34-BF3F-BFFF500F4B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15229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32" userDrawn="1">
          <p15:clr>
            <a:srgbClr val="FBAE40"/>
          </p15:clr>
        </p15:guide>
        <p15:guide id="2" pos="252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gradFill>
          <a:gsLst>
            <a:gs pos="100000">
              <a:srgbClr val="FDFFFE"/>
            </a:gs>
            <a:gs pos="66020">
              <a:srgbClr val="F3FFFF"/>
            </a:gs>
            <a:gs pos="37992">
              <a:srgbClr val="FFFFFF"/>
            </a:gs>
            <a:gs pos="7000">
              <a:srgbClr val="EAFCFE"/>
            </a:gs>
          </a:gsLst>
          <a:lin ang="4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14">
            <a:extLst>
              <a:ext uri="{FF2B5EF4-FFF2-40B4-BE49-F238E27FC236}">
                <a16:creationId xmlns:a16="http://schemas.microsoft.com/office/drawing/2014/main" id="{82D433C4-79DD-42C5-9147-9E5DDECB66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08317" y="1377730"/>
            <a:ext cx="2743948" cy="5494558"/>
          </a:xfrm>
          <a:custGeom>
            <a:avLst/>
            <a:gdLst>
              <a:gd name="connsiteX0" fmla="*/ 3224347 w 3658597"/>
              <a:gd name="connsiteY0" fmla="*/ 0 h 5494558"/>
              <a:gd name="connsiteX1" fmla="*/ 3554018 w 3658597"/>
              <a:gd name="connsiteY1" fmla="*/ 16647 h 5494558"/>
              <a:gd name="connsiteX2" fmla="*/ 3658597 w 3658597"/>
              <a:gd name="connsiteY2" fmla="*/ 29936 h 5494558"/>
              <a:gd name="connsiteX3" fmla="*/ 3658597 w 3658597"/>
              <a:gd name="connsiteY3" fmla="*/ 5494558 h 5494558"/>
              <a:gd name="connsiteX4" fmla="*/ 935531 w 3658597"/>
              <a:gd name="connsiteY4" fmla="*/ 5494558 h 5494558"/>
              <a:gd name="connsiteX5" fmla="*/ 736284 w 3658597"/>
              <a:gd name="connsiteY5" fmla="*/ 5275331 h 5494558"/>
              <a:gd name="connsiteX6" fmla="*/ 0 w 3658597"/>
              <a:gd name="connsiteY6" fmla="*/ 3224347 h 5494558"/>
              <a:gd name="connsiteX7" fmla="*/ 3224347 w 3658597"/>
              <a:gd name="connsiteY7" fmla="*/ 0 h 54945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658597" h="5494558">
                <a:moveTo>
                  <a:pt x="3224347" y="0"/>
                </a:moveTo>
                <a:cubicBezTo>
                  <a:pt x="3335644" y="0"/>
                  <a:pt x="3445625" y="5639"/>
                  <a:pt x="3554018" y="16647"/>
                </a:cubicBezTo>
                <a:lnTo>
                  <a:pt x="3658597" y="29936"/>
                </a:lnTo>
                <a:lnTo>
                  <a:pt x="3658597" y="5494558"/>
                </a:lnTo>
                <a:lnTo>
                  <a:pt x="935531" y="5494558"/>
                </a:lnTo>
                <a:lnTo>
                  <a:pt x="736284" y="5275331"/>
                </a:lnTo>
                <a:cubicBezTo>
                  <a:pt x="276312" y="4717974"/>
                  <a:pt x="0" y="4003429"/>
                  <a:pt x="0" y="3224347"/>
                </a:cubicBezTo>
                <a:cubicBezTo>
                  <a:pt x="0" y="1443589"/>
                  <a:pt x="1443589" y="0"/>
                  <a:pt x="3224347" y="0"/>
                </a:cubicBez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 dirty="0"/>
          </a:p>
        </p:txBody>
      </p:sp>
      <p:sp>
        <p:nvSpPr>
          <p:cNvPr id="7" name="Freeform 12">
            <a:extLst>
              <a:ext uri="{FF2B5EF4-FFF2-40B4-BE49-F238E27FC236}">
                <a16:creationId xmlns:a16="http://schemas.microsoft.com/office/drawing/2014/main" id="{B6078FDE-6CEC-993E-3339-544DEDA6A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8659" y="2"/>
            <a:ext cx="881701" cy="1651285"/>
          </a:xfrm>
          <a:custGeom>
            <a:avLst/>
            <a:gdLst>
              <a:gd name="connsiteX0" fmla="*/ 0 w 1858209"/>
              <a:gd name="connsiteY0" fmla="*/ 0 h 2610096"/>
              <a:gd name="connsiteX1" fmla="*/ 1532533 w 1858209"/>
              <a:gd name="connsiteY1" fmla="*/ 0 h 2610096"/>
              <a:gd name="connsiteX2" fmla="*/ 1579125 w 1858209"/>
              <a:gd name="connsiteY2" fmla="*/ 62307 h 2610096"/>
              <a:gd name="connsiteX3" fmla="*/ 1858209 w 1858209"/>
              <a:gd name="connsiteY3" fmla="*/ 975965 h 2610096"/>
              <a:gd name="connsiteX4" fmla="*/ 224078 w 1858209"/>
              <a:gd name="connsiteY4" fmla="*/ 2610096 h 2610096"/>
              <a:gd name="connsiteX5" fmla="*/ 56998 w 1858209"/>
              <a:gd name="connsiteY5" fmla="*/ 2601659 h 2610096"/>
              <a:gd name="connsiteX6" fmla="*/ 0 w 1858209"/>
              <a:gd name="connsiteY6" fmla="*/ 2592960 h 2610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58209" h="2610096">
                <a:moveTo>
                  <a:pt x="0" y="0"/>
                </a:moveTo>
                <a:lnTo>
                  <a:pt x="1532533" y="0"/>
                </a:lnTo>
                <a:lnTo>
                  <a:pt x="1579125" y="62307"/>
                </a:lnTo>
                <a:cubicBezTo>
                  <a:pt x="1755324" y="323116"/>
                  <a:pt x="1858209" y="637525"/>
                  <a:pt x="1858209" y="975965"/>
                </a:cubicBezTo>
                <a:cubicBezTo>
                  <a:pt x="1858209" y="1878471"/>
                  <a:pt x="1126584" y="2610096"/>
                  <a:pt x="224078" y="2610096"/>
                </a:cubicBezTo>
                <a:cubicBezTo>
                  <a:pt x="167671" y="2610096"/>
                  <a:pt x="111932" y="2607238"/>
                  <a:pt x="56998" y="2601659"/>
                </a:cubicBezTo>
                <a:lnTo>
                  <a:pt x="0" y="2592960"/>
                </a:lnTo>
                <a:close/>
              </a:path>
            </a:pathLst>
          </a:custGeom>
          <a:solidFill>
            <a:schemeClr val="accent2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E6A9E29-841B-F63A-A4FB-958C2A39A4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923045" y="4881007"/>
            <a:ext cx="1124299" cy="1499065"/>
          </a:xfrm>
          <a:prstGeom prst="ellipse">
            <a:avLst/>
          </a:prstGeom>
          <a:solidFill>
            <a:schemeClr val="accent2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350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541E8E1F-3A86-62FC-58AB-E196456B45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88344" y="1169293"/>
            <a:ext cx="292376" cy="389835"/>
          </a:xfrm>
          <a:prstGeom prst="ellipse">
            <a:avLst/>
          </a:prstGeom>
          <a:solidFill>
            <a:schemeClr val="accent6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350" dirty="0"/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AD72A3CF-7B92-425B-B6F6-280533A6D9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0906" y="566928"/>
            <a:ext cx="8339328" cy="640080"/>
          </a:xfrm>
        </p:spPr>
        <p:txBody>
          <a:bodyPr anchor="t" anchorCtr="0">
            <a:noAutofit/>
          </a:bodyPr>
          <a:lstStyle>
            <a:lvl1pPr algn="ctr">
              <a:defRPr sz="2400" b="1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F4DDC946-276A-D975-DF69-141E11E4CA64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80060" y="2002536"/>
            <a:ext cx="3854196" cy="3685032"/>
          </a:xfrm>
          <a:solidFill>
            <a:schemeClr val="bg1"/>
          </a:solidFill>
          <a:ln w="12700">
            <a:solidFill>
              <a:schemeClr val="bg2">
                <a:lumMod val="90000"/>
              </a:schemeClr>
            </a:solidFill>
            <a:prstDash val="dash"/>
          </a:ln>
        </p:spPr>
        <p:txBody>
          <a:bodyPr lIns="91440" rIns="91440">
            <a:noAutofit/>
          </a:bodyPr>
          <a:lstStyle>
            <a:lvl1pPr>
              <a:lnSpc>
                <a:spcPct val="100000"/>
              </a:lnSpc>
              <a:defRPr sz="15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6" name="Content Placeholder 16">
            <a:extLst>
              <a:ext uri="{FF2B5EF4-FFF2-40B4-BE49-F238E27FC236}">
                <a16:creationId xmlns:a16="http://schemas.microsoft.com/office/drawing/2014/main" id="{09C5826C-6081-DF9F-2832-3E46BA58C61C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814316" y="2002536"/>
            <a:ext cx="3854196" cy="3685032"/>
          </a:xfrm>
          <a:solidFill>
            <a:schemeClr val="bg1"/>
          </a:solidFill>
          <a:ln w="12700">
            <a:solidFill>
              <a:schemeClr val="bg2">
                <a:lumMod val="90000"/>
              </a:schemeClr>
            </a:solidFill>
            <a:prstDash val="dash"/>
          </a:ln>
        </p:spPr>
        <p:txBody>
          <a:bodyPr lIns="91440" rIns="91440">
            <a:noAutofit/>
          </a:bodyPr>
          <a:lstStyle>
            <a:lvl1pPr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defRPr sz="1200">
                <a:solidFill>
                  <a:schemeClr val="tx2"/>
                </a:solidFill>
              </a:defRPr>
            </a:lvl1pPr>
            <a:lvl2pPr>
              <a:lnSpc>
                <a:spcPct val="100000"/>
              </a:lnSpc>
              <a:spcBef>
                <a:spcPts val="450"/>
              </a:spcBef>
              <a:spcAft>
                <a:spcPts val="900"/>
              </a:spcAft>
              <a:buFont typeface="+mj-lt"/>
              <a:buAutoNum type="arabicPeriod"/>
              <a:defRPr sz="12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 dirty="0"/>
              <a:t>Click to add text </a:t>
            </a: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7EAB2424-7563-1DC0-626C-6310A612A5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>
            <a:noAutofit/>
          </a:bodyPr>
          <a:lstStyle/>
          <a:p>
            <a:r>
              <a:rPr lang="en-US"/>
              <a:t>Test</a:t>
            </a:r>
            <a:endParaRPr lang="en-US" dirty="0"/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49C39743-B767-01E5-1998-BD844DD0962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>
            <a:noAutofit/>
          </a:bodyPr>
          <a:lstStyle/>
          <a:p>
            <a:fld id="{D1BC2EDA-D519-4F34-BF3F-BFFF500F4B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75443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32" userDrawn="1">
          <p15:clr>
            <a:srgbClr val="FBAE40"/>
          </p15:clr>
        </p15:guide>
        <p15:guide id="2" pos="252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">
    <p:bg>
      <p:bgPr>
        <a:gradFill>
          <a:gsLst>
            <a:gs pos="100000">
              <a:srgbClr val="FDFFFE"/>
            </a:gs>
            <a:gs pos="66020">
              <a:srgbClr val="F3FFFF"/>
            </a:gs>
            <a:gs pos="37992">
              <a:srgbClr val="FFFFFF"/>
            </a:gs>
            <a:gs pos="7000">
              <a:srgbClr val="EAFCFE"/>
            </a:gs>
          </a:gsLst>
          <a:lin ang="4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Oval 32">
            <a:extLst>
              <a:ext uri="{FF2B5EF4-FFF2-40B4-BE49-F238E27FC236}">
                <a16:creationId xmlns:a16="http://schemas.microsoft.com/office/drawing/2014/main" id="{EA15E1F6-FCC0-B1B8-8F0A-02FAAB3F0D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74090" y="5422968"/>
            <a:ext cx="450734" cy="600979"/>
          </a:xfrm>
          <a:prstGeom prst="ellipse">
            <a:avLst/>
          </a:prstGeom>
          <a:solidFill>
            <a:schemeClr val="accent5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35" name="Freeform 7">
            <a:extLst>
              <a:ext uri="{FF2B5EF4-FFF2-40B4-BE49-F238E27FC236}">
                <a16:creationId xmlns:a16="http://schemas.microsoft.com/office/drawing/2014/main" id="{8A0AB697-65DD-D82E-FD2B-BB10E141E7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" y="684942"/>
            <a:ext cx="4304479" cy="6173059"/>
          </a:xfrm>
          <a:custGeom>
            <a:avLst/>
            <a:gdLst>
              <a:gd name="connsiteX0" fmla="*/ 2105216 w 5739305"/>
              <a:gd name="connsiteY0" fmla="*/ 0 h 6173059"/>
              <a:gd name="connsiteX1" fmla="*/ 5739305 w 5739305"/>
              <a:gd name="connsiteY1" fmla="*/ 3634089 h 6173059"/>
              <a:gd name="connsiteX2" fmla="*/ 4909456 w 5739305"/>
              <a:gd name="connsiteY2" fmla="*/ 5945707 h 6173059"/>
              <a:gd name="connsiteX3" fmla="*/ 4702825 w 5739305"/>
              <a:gd name="connsiteY3" fmla="*/ 6173059 h 6173059"/>
              <a:gd name="connsiteX4" fmla="*/ 0 w 5739305"/>
              <a:gd name="connsiteY4" fmla="*/ 6173059 h 6173059"/>
              <a:gd name="connsiteX5" fmla="*/ 0 w 5739305"/>
              <a:gd name="connsiteY5" fmla="*/ 675505 h 6173059"/>
              <a:gd name="connsiteX6" fmla="*/ 73362 w 5739305"/>
              <a:gd name="connsiteY6" fmla="*/ 620646 h 6173059"/>
              <a:gd name="connsiteX7" fmla="*/ 2105216 w 5739305"/>
              <a:gd name="connsiteY7" fmla="*/ 0 h 61730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739305" h="6173059">
                <a:moveTo>
                  <a:pt x="2105216" y="0"/>
                </a:moveTo>
                <a:cubicBezTo>
                  <a:pt x="4112268" y="0"/>
                  <a:pt x="5739305" y="1627037"/>
                  <a:pt x="5739305" y="3634089"/>
                </a:cubicBezTo>
                <a:cubicBezTo>
                  <a:pt x="5739305" y="4512174"/>
                  <a:pt x="5427880" y="5317522"/>
                  <a:pt x="4909456" y="5945707"/>
                </a:cubicBezTo>
                <a:lnTo>
                  <a:pt x="4702825" y="6173059"/>
                </a:lnTo>
                <a:lnTo>
                  <a:pt x="0" y="6173059"/>
                </a:lnTo>
                <a:lnTo>
                  <a:pt x="0" y="675505"/>
                </a:lnTo>
                <a:lnTo>
                  <a:pt x="73362" y="620646"/>
                </a:lnTo>
                <a:cubicBezTo>
                  <a:pt x="653367" y="228802"/>
                  <a:pt x="1352572" y="0"/>
                  <a:pt x="2105216" y="0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 dirty="0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6DF637CE-F1AA-EB3D-67EB-815F56FFB5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25656" y="447697"/>
            <a:ext cx="1124299" cy="1499065"/>
          </a:xfrm>
          <a:prstGeom prst="ellipse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CC7F2D7-0500-18AD-893F-3BFF96B945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809295" y="1273862"/>
            <a:ext cx="3862271" cy="4264053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9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AD72A3CF-7B92-425B-B6F6-280533A6D9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480" y="2386584"/>
            <a:ext cx="3627882" cy="2103120"/>
          </a:xfrm>
        </p:spPr>
        <p:txBody>
          <a:bodyPr anchor="t" anchorCtr="0">
            <a:normAutofit/>
          </a:bodyPr>
          <a:lstStyle>
            <a:lvl1pPr algn="l">
              <a:defRPr sz="2400" b="1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93D01B9-382B-1FFC-B0E8-50A5B1AA53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66653" y="2000952"/>
            <a:ext cx="2883266" cy="3094988"/>
            <a:chOff x="6448201" y="2832180"/>
            <a:chExt cx="4489704" cy="2901696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2DE06067-B8E1-70ED-D2D3-44CF8CDCDA07}"/>
                </a:ext>
              </a:extLst>
            </p:cNvPr>
            <p:cNvCxnSpPr>
              <a:cxnSpLocks/>
            </p:cNvCxnSpPr>
            <p:nvPr/>
          </p:nvCxnSpPr>
          <p:spPr>
            <a:xfrm>
              <a:off x="6448201" y="2832180"/>
              <a:ext cx="4477512" cy="0"/>
            </a:xfrm>
            <a:prstGeom prst="line">
              <a:avLst/>
            </a:prstGeom>
            <a:ln w="22225">
              <a:solidFill>
                <a:schemeClr val="bg2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830DAD0A-6F95-3AC2-7012-1BFF86880C36}"/>
                </a:ext>
              </a:extLst>
            </p:cNvPr>
            <p:cNvCxnSpPr>
              <a:cxnSpLocks/>
            </p:cNvCxnSpPr>
            <p:nvPr/>
          </p:nvCxnSpPr>
          <p:spPr>
            <a:xfrm>
              <a:off x="6448201" y="3533220"/>
              <a:ext cx="4477512" cy="0"/>
            </a:xfrm>
            <a:prstGeom prst="line">
              <a:avLst/>
            </a:prstGeom>
            <a:ln w="22225">
              <a:solidFill>
                <a:schemeClr val="bg2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668BE1B0-4E81-D3BC-6252-7981ADD19C22}"/>
                </a:ext>
              </a:extLst>
            </p:cNvPr>
            <p:cNvCxnSpPr>
              <a:cxnSpLocks/>
            </p:cNvCxnSpPr>
            <p:nvPr/>
          </p:nvCxnSpPr>
          <p:spPr>
            <a:xfrm>
              <a:off x="6448201" y="4234260"/>
              <a:ext cx="4477512" cy="0"/>
            </a:xfrm>
            <a:prstGeom prst="line">
              <a:avLst/>
            </a:prstGeom>
            <a:ln w="22225">
              <a:solidFill>
                <a:schemeClr val="bg2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D402BDCE-1B33-A927-9656-8B1F13D3E546}"/>
                </a:ext>
              </a:extLst>
            </p:cNvPr>
            <p:cNvCxnSpPr>
              <a:cxnSpLocks/>
            </p:cNvCxnSpPr>
            <p:nvPr/>
          </p:nvCxnSpPr>
          <p:spPr>
            <a:xfrm>
              <a:off x="6454297" y="4971876"/>
              <a:ext cx="4477512" cy="0"/>
            </a:xfrm>
            <a:prstGeom prst="line">
              <a:avLst/>
            </a:prstGeom>
            <a:ln w="22225">
              <a:solidFill>
                <a:schemeClr val="bg2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2E0822DF-56EF-F16B-1D58-9C3EAC7944A0}"/>
                </a:ext>
              </a:extLst>
            </p:cNvPr>
            <p:cNvCxnSpPr>
              <a:cxnSpLocks/>
            </p:cNvCxnSpPr>
            <p:nvPr/>
          </p:nvCxnSpPr>
          <p:spPr>
            <a:xfrm>
              <a:off x="6460393" y="5733876"/>
              <a:ext cx="4477512" cy="0"/>
            </a:xfrm>
            <a:prstGeom prst="line">
              <a:avLst/>
            </a:prstGeom>
            <a:ln w="22225">
              <a:solidFill>
                <a:schemeClr val="bg2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B70A54A3-3D1B-FF08-2460-114DA5BF6D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5109098" y="1474457"/>
            <a:ext cx="370237" cy="4065646"/>
          </a:xfrm>
          <a:prstGeom prst="rect">
            <a:avLst/>
          </a:prstGeom>
        </p:spPr>
        <p:txBody>
          <a:bodyPr vert="horz" lIns="68580" tIns="34290" rIns="68580" bIns="3429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600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0574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1650" b="1" dirty="0">
                <a:solidFill>
                  <a:schemeClr val="tx2"/>
                </a:solidFill>
                <a:latin typeface="+mj-lt"/>
                <a:cs typeface="Segoe UI Semibold" panose="020B0502040204020203" pitchFamily="34" charset="0"/>
              </a:rPr>
              <a:t>1. </a:t>
            </a:r>
          </a:p>
          <a:p>
            <a:pPr>
              <a:lnSpc>
                <a:spcPct val="150000"/>
              </a:lnSpc>
            </a:pPr>
            <a:r>
              <a:rPr lang="en-US" sz="1650" b="1" dirty="0">
                <a:solidFill>
                  <a:schemeClr val="tx2"/>
                </a:solidFill>
                <a:latin typeface="+mj-lt"/>
                <a:cs typeface="Segoe UI Semibold" panose="020B0502040204020203" pitchFamily="34" charset="0"/>
              </a:rPr>
              <a:t>2. </a:t>
            </a:r>
          </a:p>
          <a:p>
            <a:pPr>
              <a:lnSpc>
                <a:spcPct val="150000"/>
              </a:lnSpc>
            </a:pPr>
            <a:r>
              <a:rPr lang="en-US" sz="1650" b="1" dirty="0">
                <a:solidFill>
                  <a:schemeClr val="tx2"/>
                </a:solidFill>
                <a:latin typeface="+mj-lt"/>
                <a:cs typeface="Segoe UI Semibold" panose="020B0502040204020203" pitchFamily="34" charset="0"/>
              </a:rPr>
              <a:t>3. </a:t>
            </a:r>
          </a:p>
          <a:p>
            <a:pPr>
              <a:lnSpc>
                <a:spcPct val="150000"/>
              </a:lnSpc>
            </a:pPr>
            <a:r>
              <a:rPr lang="en-US" sz="1650" b="1" dirty="0">
                <a:solidFill>
                  <a:schemeClr val="tx2"/>
                </a:solidFill>
                <a:latin typeface="+mj-lt"/>
                <a:cs typeface="Segoe UI Semibold" panose="020B0502040204020203" pitchFamily="34" charset="0"/>
              </a:rPr>
              <a:t>4. </a:t>
            </a:r>
          </a:p>
          <a:p>
            <a:pPr>
              <a:lnSpc>
                <a:spcPct val="150000"/>
              </a:lnSpc>
            </a:pPr>
            <a:r>
              <a:rPr lang="en-US" sz="1650" b="1" dirty="0">
                <a:solidFill>
                  <a:schemeClr val="tx2"/>
                </a:solidFill>
                <a:latin typeface="+mj-lt"/>
                <a:cs typeface="Segoe UI Semibold" panose="020B0502040204020203" pitchFamily="34" charset="0"/>
              </a:rPr>
              <a:t>5.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C1550097-BD5F-E98D-20E3-A22C0C0388E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66652" y="1605845"/>
            <a:ext cx="3068002" cy="47776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50" b="1">
                <a:solidFill>
                  <a:schemeClr val="tx2"/>
                </a:solidFill>
                <a:latin typeface="+mj-lt"/>
                <a:cs typeface="Segoe UI Semibold" panose="020B0702040204020203" pitchFamily="34" charset="0"/>
              </a:defRPr>
            </a:lvl1pPr>
            <a:lvl2pPr marL="0" indent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  <a:defRPr sz="1350">
                <a:solidFill>
                  <a:schemeClr val="tx2"/>
                </a:solidFill>
              </a:defRPr>
            </a:lvl2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7">
            <a:extLst>
              <a:ext uri="{FF2B5EF4-FFF2-40B4-BE49-F238E27FC236}">
                <a16:creationId xmlns:a16="http://schemas.microsoft.com/office/drawing/2014/main" id="{D366D221-FD48-C909-F65B-085F44205EB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366652" y="2373903"/>
            <a:ext cx="3068002" cy="47776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50" b="1">
                <a:solidFill>
                  <a:schemeClr val="tx2"/>
                </a:solidFill>
                <a:latin typeface="+mj-lt"/>
                <a:cs typeface="Segoe UI Semibold" panose="020B0702040204020203" pitchFamily="34" charset="0"/>
              </a:defRPr>
            </a:lvl1pPr>
            <a:lvl2pPr marL="0" indent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  <a:defRPr sz="1350">
                <a:solidFill>
                  <a:schemeClr val="tx2"/>
                </a:solidFill>
              </a:defRPr>
            </a:lvl2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1" name="Text Placeholder 17">
            <a:extLst>
              <a:ext uri="{FF2B5EF4-FFF2-40B4-BE49-F238E27FC236}">
                <a16:creationId xmlns:a16="http://schemas.microsoft.com/office/drawing/2014/main" id="{9BD84418-94A8-777A-FEF5-E2B3E93F44C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66652" y="3144171"/>
            <a:ext cx="3068002" cy="47776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50" b="1">
                <a:solidFill>
                  <a:schemeClr val="tx2"/>
                </a:solidFill>
                <a:latin typeface="+mj-lt"/>
                <a:cs typeface="Segoe UI Semibold" panose="020B0702040204020203" pitchFamily="34" charset="0"/>
              </a:defRPr>
            </a:lvl1pPr>
            <a:lvl2pPr marL="0" indent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  <a:defRPr sz="1350">
                <a:solidFill>
                  <a:schemeClr val="tx2"/>
                </a:solidFill>
              </a:defRPr>
            </a:lvl2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2" name="Text Placeholder 17">
            <a:extLst>
              <a:ext uri="{FF2B5EF4-FFF2-40B4-BE49-F238E27FC236}">
                <a16:creationId xmlns:a16="http://schemas.microsoft.com/office/drawing/2014/main" id="{EFF35093-CCA2-ABAA-FBB6-03256FB06BD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366652" y="3926830"/>
            <a:ext cx="3068002" cy="47776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50" b="1">
                <a:solidFill>
                  <a:schemeClr val="tx2"/>
                </a:solidFill>
                <a:latin typeface="+mj-lt"/>
                <a:cs typeface="Segoe UI Semibold" panose="020B0702040204020203" pitchFamily="34" charset="0"/>
              </a:defRPr>
            </a:lvl1pPr>
            <a:lvl2pPr marL="0" indent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  <a:defRPr sz="1350">
                <a:solidFill>
                  <a:schemeClr val="tx2"/>
                </a:solidFill>
              </a:defRPr>
            </a:lvl2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8" name="Text Placeholder 17">
            <a:extLst>
              <a:ext uri="{FF2B5EF4-FFF2-40B4-BE49-F238E27FC236}">
                <a16:creationId xmlns:a16="http://schemas.microsoft.com/office/drawing/2014/main" id="{6FF71D66-09F6-C545-173C-E4918A91F00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66652" y="4693042"/>
            <a:ext cx="3068002" cy="47776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50" b="1">
                <a:solidFill>
                  <a:schemeClr val="tx2"/>
                </a:solidFill>
                <a:latin typeface="+mj-lt"/>
                <a:cs typeface="Segoe UI Semibold" panose="020B0702040204020203" pitchFamily="34" charset="0"/>
              </a:defRPr>
            </a:lvl1pPr>
            <a:lvl2pPr marL="0" indent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  <a:defRPr sz="1350">
                <a:solidFill>
                  <a:schemeClr val="tx2"/>
                </a:solidFill>
              </a:defRPr>
            </a:lvl2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6D49D04-3BCD-7CCF-7AE2-41C646366DF8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 rot="16200000">
            <a:off x="7504717" y="745203"/>
            <a:ext cx="2384490" cy="894081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7EAB2424-7563-1DC0-626C-6310A612A5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Test</a:t>
            </a:r>
            <a:endParaRPr lang="en-US" dirty="0"/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49C39743-B767-01E5-1998-BD844DD0962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1BC2EDA-D519-4F34-BF3F-BFFF500F4B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86354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32" userDrawn="1">
          <p15:clr>
            <a:srgbClr val="FBAE40"/>
          </p15:clr>
        </p15:guide>
        <p15:guide id="2" pos="252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gradFill>
          <a:gsLst>
            <a:gs pos="100000">
              <a:srgbClr val="FDFFFE"/>
            </a:gs>
            <a:gs pos="66020">
              <a:srgbClr val="F3FFFF"/>
            </a:gs>
            <a:gs pos="37992">
              <a:srgbClr val="FFFFFF"/>
            </a:gs>
            <a:gs pos="7000">
              <a:srgbClr val="EAFCFE"/>
            </a:gs>
          </a:gsLst>
          <a:lin ang="4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2">
            <a:extLst>
              <a:ext uri="{FF2B5EF4-FFF2-40B4-BE49-F238E27FC236}">
                <a16:creationId xmlns:a16="http://schemas.microsoft.com/office/drawing/2014/main" id="{CCB0938D-C7B4-782B-BFAF-F503DE1CAE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710" y="4334114"/>
            <a:ext cx="862081" cy="1499066"/>
          </a:xfrm>
          <a:custGeom>
            <a:avLst/>
            <a:gdLst>
              <a:gd name="connsiteX0" fmla="*/ 399908 w 1149441"/>
              <a:gd name="connsiteY0" fmla="*/ 0 h 1499066"/>
              <a:gd name="connsiteX1" fmla="*/ 1149441 w 1149441"/>
              <a:gd name="connsiteY1" fmla="*/ 749533 h 1499066"/>
              <a:gd name="connsiteX2" fmla="*/ 399908 w 1149441"/>
              <a:gd name="connsiteY2" fmla="*/ 1499066 h 1499066"/>
              <a:gd name="connsiteX3" fmla="*/ 108156 w 1149441"/>
              <a:gd name="connsiteY3" fmla="*/ 1440164 h 1499066"/>
              <a:gd name="connsiteX4" fmla="*/ 0 w 1149441"/>
              <a:gd name="connsiteY4" fmla="*/ 1381459 h 1499066"/>
              <a:gd name="connsiteX5" fmla="*/ 0 w 1149441"/>
              <a:gd name="connsiteY5" fmla="*/ 117607 h 1499066"/>
              <a:gd name="connsiteX6" fmla="*/ 108156 w 1149441"/>
              <a:gd name="connsiteY6" fmla="*/ 58902 h 1499066"/>
              <a:gd name="connsiteX7" fmla="*/ 399908 w 1149441"/>
              <a:gd name="connsiteY7" fmla="*/ 0 h 14990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49441" h="1499066">
                <a:moveTo>
                  <a:pt x="399908" y="0"/>
                </a:moveTo>
                <a:cubicBezTo>
                  <a:pt x="813864" y="0"/>
                  <a:pt x="1149441" y="335577"/>
                  <a:pt x="1149441" y="749533"/>
                </a:cubicBezTo>
                <a:cubicBezTo>
                  <a:pt x="1149441" y="1163489"/>
                  <a:pt x="813864" y="1499066"/>
                  <a:pt x="399908" y="1499066"/>
                </a:cubicBezTo>
                <a:cubicBezTo>
                  <a:pt x="296419" y="1499066"/>
                  <a:pt x="197829" y="1478093"/>
                  <a:pt x="108156" y="1440164"/>
                </a:cubicBezTo>
                <a:lnTo>
                  <a:pt x="0" y="1381459"/>
                </a:lnTo>
                <a:lnTo>
                  <a:pt x="0" y="117607"/>
                </a:lnTo>
                <a:lnTo>
                  <a:pt x="108156" y="58902"/>
                </a:lnTo>
                <a:cubicBezTo>
                  <a:pt x="197829" y="20974"/>
                  <a:pt x="296419" y="0"/>
                  <a:pt x="399908" y="0"/>
                </a:cubicBez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 dirty="0"/>
          </a:p>
        </p:txBody>
      </p:sp>
      <p:sp>
        <p:nvSpPr>
          <p:cNvPr id="12" name="Freeform 19">
            <a:extLst>
              <a:ext uri="{FF2B5EF4-FFF2-40B4-BE49-F238E27FC236}">
                <a16:creationId xmlns:a16="http://schemas.microsoft.com/office/drawing/2014/main" id="{27AD3143-C49E-0951-0DB8-A9ABF0AB7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13997" y="-1533"/>
            <a:ext cx="4638267" cy="5906209"/>
          </a:xfrm>
          <a:custGeom>
            <a:avLst/>
            <a:gdLst>
              <a:gd name="connsiteX0" fmla="*/ 605352 w 6184356"/>
              <a:gd name="connsiteY0" fmla="*/ 0 h 5906209"/>
              <a:gd name="connsiteX1" fmla="*/ 6184356 w 6184356"/>
              <a:gd name="connsiteY1" fmla="*/ 0 h 5906209"/>
              <a:gd name="connsiteX2" fmla="*/ 6184356 w 6184356"/>
              <a:gd name="connsiteY2" fmla="*/ 5104584 h 5906209"/>
              <a:gd name="connsiteX3" fmla="*/ 5989771 w 6184356"/>
              <a:gd name="connsiteY3" fmla="*/ 5250092 h 5906209"/>
              <a:gd name="connsiteX4" fmla="*/ 3841790 w 6184356"/>
              <a:gd name="connsiteY4" fmla="*/ 5906209 h 5906209"/>
              <a:gd name="connsiteX5" fmla="*/ 0 w 6184356"/>
              <a:gd name="connsiteY5" fmla="*/ 2064419 h 5906209"/>
              <a:gd name="connsiteX6" fmla="*/ 463684 w 6184356"/>
              <a:gd name="connsiteY6" fmla="*/ 233194 h 59062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184356" h="5906209">
                <a:moveTo>
                  <a:pt x="605352" y="0"/>
                </a:moveTo>
                <a:lnTo>
                  <a:pt x="6184356" y="0"/>
                </a:lnTo>
                <a:lnTo>
                  <a:pt x="6184356" y="5104584"/>
                </a:lnTo>
                <a:lnTo>
                  <a:pt x="5989771" y="5250092"/>
                </a:lnTo>
                <a:cubicBezTo>
                  <a:pt x="5376618" y="5664330"/>
                  <a:pt x="4637451" y="5906209"/>
                  <a:pt x="3841790" y="5906209"/>
                </a:cubicBezTo>
                <a:cubicBezTo>
                  <a:pt x="1720028" y="5906209"/>
                  <a:pt x="0" y="4186181"/>
                  <a:pt x="0" y="2064419"/>
                </a:cubicBezTo>
                <a:cubicBezTo>
                  <a:pt x="0" y="1401369"/>
                  <a:pt x="167972" y="777550"/>
                  <a:pt x="463684" y="233194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 dirty="0">
              <a:solidFill>
                <a:schemeClr val="tx2"/>
              </a:solidFill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91F142C3-F309-0D74-D5C5-3EAB19D430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267252" y="1067795"/>
            <a:ext cx="476966" cy="635955"/>
          </a:xfrm>
          <a:prstGeom prst="ellipse">
            <a:avLst/>
          </a:prstGeom>
          <a:solidFill>
            <a:schemeClr val="accent6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AD72A3CF-7B92-425B-B6F6-280533A6D9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480" y="2386584"/>
            <a:ext cx="3627882" cy="2103120"/>
          </a:xfrm>
        </p:spPr>
        <p:txBody>
          <a:bodyPr anchor="t" anchorCtr="0">
            <a:normAutofit/>
          </a:bodyPr>
          <a:lstStyle>
            <a:lvl1pPr algn="l">
              <a:defRPr sz="2400" b="1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790AB7A2-D41E-7F8C-E35B-D135E2EFA55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 flipV="1">
            <a:off x="2222714" y="-9427"/>
            <a:ext cx="1788373" cy="1181008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3" name="Content Placeholder 16">
            <a:extLst>
              <a:ext uri="{FF2B5EF4-FFF2-40B4-BE49-F238E27FC236}">
                <a16:creationId xmlns:a16="http://schemas.microsoft.com/office/drawing/2014/main" id="{A56C6565-B97C-5C01-FA9D-8CF1B20447E2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814316" y="1280160"/>
            <a:ext cx="3847338" cy="4261104"/>
          </a:xfrm>
          <a:solidFill>
            <a:schemeClr val="bg1"/>
          </a:solidFill>
          <a:ln w="12700">
            <a:solidFill>
              <a:schemeClr val="bg2">
                <a:lumMod val="90000"/>
              </a:schemeClr>
            </a:solidFill>
            <a:prstDash val="dash"/>
          </a:ln>
        </p:spPr>
        <p:txBody>
          <a:bodyPr lIns="91440" rIns="91440">
            <a:noAutofit/>
          </a:bodyPr>
          <a:lstStyle>
            <a:lvl1pPr>
              <a:lnSpc>
                <a:spcPct val="100000"/>
              </a:lnSpc>
              <a:defRPr sz="15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7EAB2424-7563-1DC0-626C-6310A612A5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Test</a:t>
            </a:r>
            <a:endParaRPr lang="en-US" dirty="0"/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49C39743-B767-01E5-1998-BD844DD0962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1BC2EDA-D519-4F34-BF3F-BFFF500F4B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67781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32" userDrawn="1">
          <p15:clr>
            <a:srgbClr val="FBAE40"/>
          </p15:clr>
        </p15:guide>
        <p15:guide id="2" pos="252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bg>
      <p:bgPr>
        <a:gradFill>
          <a:gsLst>
            <a:gs pos="100000">
              <a:srgbClr val="FDFFFE"/>
            </a:gs>
            <a:gs pos="66020">
              <a:srgbClr val="F3FFFF"/>
            </a:gs>
            <a:gs pos="37992">
              <a:srgbClr val="FFFFFF"/>
            </a:gs>
            <a:gs pos="7000">
              <a:srgbClr val="EAFCFE"/>
            </a:gs>
          </a:gsLst>
          <a:lin ang="4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13">
            <a:extLst>
              <a:ext uri="{FF2B5EF4-FFF2-40B4-BE49-F238E27FC236}">
                <a16:creationId xmlns:a16="http://schemas.microsoft.com/office/drawing/2014/main" id="{3444D42C-1BDD-684F-2ED7-CBF2B31FA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11017"/>
            <a:ext cx="4348470" cy="5177077"/>
          </a:xfrm>
          <a:custGeom>
            <a:avLst/>
            <a:gdLst>
              <a:gd name="connsiteX0" fmla="*/ 0 w 6306096"/>
              <a:gd name="connsiteY0" fmla="*/ 0 h 5630799"/>
              <a:gd name="connsiteX1" fmla="*/ 5864035 w 6306096"/>
              <a:gd name="connsiteY1" fmla="*/ 0 h 5630799"/>
              <a:gd name="connsiteX2" fmla="*/ 5927254 w 6306096"/>
              <a:gd name="connsiteY2" fmla="*/ 123434 h 5630799"/>
              <a:gd name="connsiteX3" fmla="*/ 6306096 w 6306096"/>
              <a:gd name="connsiteY3" fmla="*/ 1789009 h 5630799"/>
              <a:gd name="connsiteX4" fmla="*/ 2464306 w 6306096"/>
              <a:gd name="connsiteY4" fmla="*/ 5630799 h 5630799"/>
              <a:gd name="connsiteX5" fmla="*/ 20571 w 6306096"/>
              <a:gd name="connsiteY5" fmla="*/ 4753521 h 5630799"/>
              <a:gd name="connsiteX6" fmla="*/ 0 w 6306096"/>
              <a:gd name="connsiteY6" fmla="*/ 4734825 h 5630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06096" h="5630799">
                <a:moveTo>
                  <a:pt x="0" y="0"/>
                </a:moveTo>
                <a:lnTo>
                  <a:pt x="5864035" y="0"/>
                </a:lnTo>
                <a:lnTo>
                  <a:pt x="5927254" y="123434"/>
                </a:lnTo>
                <a:cubicBezTo>
                  <a:pt x="6170039" y="627296"/>
                  <a:pt x="6306096" y="1192264"/>
                  <a:pt x="6306096" y="1789009"/>
                </a:cubicBezTo>
                <a:cubicBezTo>
                  <a:pt x="6306096" y="3910771"/>
                  <a:pt x="4586068" y="5630799"/>
                  <a:pt x="2464306" y="5630799"/>
                </a:cubicBezTo>
                <a:cubicBezTo>
                  <a:pt x="1536035" y="5630799"/>
                  <a:pt x="684659" y="5301575"/>
                  <a:pt x="20571" y="4753521"/>
                </a:cubicBezTo>
                <a:lnTo>
                  <a:pt x="0" y="4734825"/>
                </a:lnTo>
                <a:close/>
              </a:path>
            </a:pathLst>
          </a:custGeom>
          <a:solidFill>
            <a:schemeClr val="accent3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B266F6B-F29A-5957-62EB-27F8C2FAEB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1962" y="378865"/>
            <a:ext cx="610038" cy="813384"/>
          </a:xfrm>
          <a:prstGeom prst="ellipse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0AC709F-F9A3-D8F0-A42E-A2C94191DF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156716" y="5909845"/>
            <a:ext cx="298310" cy="397747"/>
          </a:xfrm>
          <a:prstGeom prst="ellipse">
            <a:avLst/>
          </a:prstGeom>
          <a:solidFill>
            <a:schemeClr val="accent6">
              <a:alpha val="3033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AD72A3CF-7B92-425B-B6F6-280533A6D9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480" y="2386584"/>
            <a:ext cx="3627882" cy="2103120"/>
          </a:xfrm>
        </p:spPr>
        <p:txBody>
          <a:bodyPr anchor="t" anchorCtr="0">
            <a:normAutofit/>
          </a:bodyPr>
          <a:lstStyle>
            <a:lvl1pPr algn="l">
              <a:defRPr sz="2400" b="1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3" name="Content Placeholder 16">
            <a:extLst>
              <a:ext uri="{FF2B5EF4-FFF2-40B4-BE49-F238E27FC236}">
                <a16:creationId xmlns:a16="http://schemas.microsoft.com/office/drawing/2014/main" id="{A56C6565-B97C-5C01-FA9D-8CF1B20447E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814316" y="1280160"/>
            <a:ext cx="3847338" cy="4261104"/>
          </a:xfrm>
          <a:solidFill>
            <a:schemeClr val="bg1"/>
          </a:solidFill>
          <a:ln w="12700">
            <a:solidFill>
              <a:schemeClr val="bg2">
                <a:lumMod val="90000"/>
              </a:schemeClr>
            </a:solidFill>
            <a:prstDash val="dash"/>
          </a:ln>
        </p:spPr>
        <p:txBody>
          <a:bodyPr lIns="91440" rIns="91440">
            <a:noAutofit/>
          </a:bodyPr>
          <a:lstStyle>
            <a:lvl1pPr>
              <a:lnSpc>
                <a:spcPct val="100000"/>
              </a:lnSpc>
              <a:defRPr sz="15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" name="Footer Placeholder 18">
            <a:extLst>
              <a:ext uri="{FF2B5EF4-FFF2-40B4-BE49-F238E27FC236}">
                <a16:creationId xmlns:a16="http://schemas.microsoft.com/office/drawing/2014/main" id="{3914E26B-E8E4-55F2-CC5E-DD0D0AD5C89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04622" y="6126491"/>
            <a:ext cx="3086100" cy="365125"/>
          </a:xfrm>
        </p:spPr>
        <p:txBody>
          <a:bodyPr/>
          <a:lstStyle/>
          <a:p>
            <a:r>
              <a:rPr lang="en-US"/>
              <a:t>Test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65E2D1E-4C5D-A613-CB40-98902C0D832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197410" y="5671159"/>
            <a:ext cx="1788373" cy="1186842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Slide Number Placeholder 19">
            <a:extLst>
              <a:ext uri="{FF2B5EF4-FFF2-40B4-BE49-F238E27FC236}">
                <a16:creationId xmlns:a16="http://schemas.microsoft.com/office/drawing/2014/main" id="{294A49EB-EEA6-1B79-F5DE-CFBFC6FFA2C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8095269" y="6190487"/>
            <a:ext cx="634966" cy="365760"/>
          </a:xfrm>
        </p:spPr>
        <p:txBody>
          <a:bodyPr/>
          <a:lstStyle/>
          <a:p>
            <a:fld id="{D1BC2EDA-D519-4F34-BF3F-BFFF500F4B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80351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32" userDrawn="1">
          <p15:clr>
            <a:srgbClr val="FBAE40"/>
          </p15:clr>
        </p15:guide>
        <p15:guide id="2" pos="252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3">
    <p:bg>
      <p:bgPr>
        <a:gradFill>
          <a:gsLst>
            <a:gs pos="100000">
              <a:srgbClr val="FDFFFE"/>
            </a:gs>
            <a:gs pos="66020">
              <a:srgbClr val="F3FFFF"/>
            </a:gs>
            <a:gs pos="37992">
              <a:srgbClr val="FFFFFF"/>
            </a:gs>
            <a:gs pos="7000">
              <a:srgbClr val="EAFCFE"/>
            </a:gs>
          </a:gsLst>
          <a:lin ang="4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17">
            <a:extLst>
              <a:ext uri="{FF2B5EF4-FFF2-40B4-BE49-F238E27FC236}">
                <a16:creationId xmlns:a16="http://schemas.microsoft.com/office/drawing/2014/main" id="{B85198C3-2E2B-8874-B190-913F6956F2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700630" y="2087278"/>
            <a:ext cx="2447180" cy="4770723"/>
          </a:xfrm>
          <a:custGeom>
            <a:avLst/>
            <a:gdLst>
              <a:gd name="connsiteX0" fmla="*/ 2635767 w 3262907"/>
              <a:gd name="connsiteY0" fmla="*/ 0 h 4770723"/>
              <a:gd name="connsiteX1" fmla="*/ 3166966 w 3262907"/>
              <a:gd name="connsiteY1" fmla="*/ 53550 h 4770723"/>
              <a:gd name="connsiteX2" fmla="*/ 3262907 w 3262907"/>
              <a:gd name="connsiteY2" fmla="*/ 78219 h 4770723"/>
              <a:gd name="connsiteX3" fmla="*/ 3262907 w 3262907"/>
              <a:gd name="connsiteY3" fmla="*/ 4770723 h 4770723"/>
              <a:gd name="connsiteX4" fmla="*/ 1094334 w 3262907"/>
              <a:gd name="connsiteY4" fmla="*/ 4770723 h 4770723"/>
              <a:gd name="connsiteX5" fmla="*/ 959175 w 3262907"/>
              <a:gd name="connsiteY5" fmla="*/ 4669653 h 4770723"/>
              <a:gd name="connsiteX6" fmla="*/ 0 w 3262907"/>
              <a:gd name="connsiteY6" fmla="*/ 2635767 h 4770723"/>
              <a:gd name="connsiteX7" fmla="*/ 2635767 w 3262907"/>
              <a:gd name="connsiteY7" fmla="*/ 0 h 4770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262907" h="4770723">
                <a:moveTo>
                  <a:pt x="2635767" y="0"/>
                </a:moveTo>
                <a:cubicBezTo>
                  <a:pt x="2817729" y="0"/>
                  <a:pt x="2995384" y="18439"/>
                  <a:pt x="3166966" y="53550"/>
                </a:cubicBezTo>
                <a:lnTo>
                  <a:pt x="3262907" y="78219"/>
                </a:lnTo>
                <a:lnTo>
                  <a:pt x="3262907" y="4770723"/>
                </a:lnTo>
                <a:lnTo>
                  <a:pt x="1094334" y="4770723"/>
                </a:lnTo>
                <a:lnTo>
                  <a:pt x="959175" y="4669653"/>
                </a:lnTo>
                <a:cubicBezTo>
                  <a:pt x="373383" y="4186215"/>
                  <a:pt x="0" y="3454595"/>
                  <a:pt x="0" y="2635767"/>
                </a:cubicBezTo>
                <a:cubicBezTo>
                  <a:pt x="0" y="1180073"/>
                  <a:pt x="1180073" y="0"/>
                  <a:pt x="2635767" y="0"/>
                </a:cubicBezTo>
                <a:close/>
              </a:path>
            </a:pathLst>
          </a:custGeom>
          <a:solidFill>
            <a:schemeClr val="accent3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 dirty="0"/>
          </a:p>
        </p:txBody>
      </p:sp>
      <p:sp>
        <p:nvSpPr>
          <p:cNvPr id="7" name="Freeform 21">
            <a:extLst>
              <a:ext uri="{FF2B5EF4-FFF2-40B4-BE49-F238E27FC236}">
                <a16:creationId xmlns:a16="http://schemas.microsoft.com/office/drawing/2014/main" id="{9C80863B-5076-EB08-18A2-8E31F090A5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02768" y="3"/>
            <a:ext cx="1368449" cy="1392971"/>
          </a:xfrm>
          <a:custGeom>
            <a:avLst/>
            <a:gdLst>
              <a:gd name="connsiteX0" fmla="*/ 139847 w 1824598"/>
              <a:gd name="connsiteY0" fmla="*/ 0 h 1392971"/>
              <a:gd name="connsiteX1" fmla="*/ 1684751 w 1824598"/>
              <a:gd name="connsiteY1" fmla="*/ 0 h 1392971"/>
              <a:gd name="connsiteX2" fmla="*/ 1752905 w 1824598"/>
              <a:gd name="connsiteY2" fmla="*/ 125564 h 1392971"/>
              <a:gd name="connsiteX3" fmla="*/ 1824598 w 1824598"/>
              <a:gd name="connsiteY3" fmla="*/ 480672 h 1392971"/>
              <a:gd name="connsiteX4" fmla="*/ 912299 w 1824598"/>
              <a:gd name="connsiteY4" fmla="*/ 1392971 h 1392971"/>
              <a:gd name="connsiteX5" fmla="*/ 0 w 1824598"/>
              <a:gd name="connsiteY5" fmla="*/ 480672 h 1392971"/>
              <a:gd name="connsiteX6" fmla="*/ 71693 w 1824598"/>
              <a:gd name="connsiteY6" fmla="*/ 125564 h 1392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24598" h="1392971">
                <a:moveTo>
                  <a:pt x="139847" y="0"/>
                </a:moveTo>
                <a:lnTo>
                  <a:pt x="1684751" y="0"/>
                </a:lnTo>
                <a:lnTo>
                  <a:pt x="1752905" y="125564"/>
                </a:lnTo>
                <a:cubicBezTo>
                  <a:pt x="1799070" y="234710"/>
                  <a:pt x="1824598" y="354710"/>
                  <a:pt x="1824598" y="480672"/>
                </a:cubicBezTo>
                <a:cubicBezTo>
                  <a:pt x="1824598" y="984521"/>
                  <a:pt x="1416148" y="1392971"/>
                  <a:pt x="912299" y="1392971"/>
                </a:cubicBezTo>
                <a:cubicBezTo>
                  <a:pt x="408450" y="1392971"/>
                  <a:pt x="0" y="984521"/>
                  <a:pt x="0" y="480672"/>
                </a:cubicBezTo>
                <a:cubicBezTo>
                  <a:pt x="0" y="354710"/>
                  <a:pt x="25528" y="234710"/>
                  <a:pt x="71693" y="125564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 dirty="0"/>
          </a:p>
        </p:txBody>
      </p:sp>
      <p:sp>
        <p:nvSpPr>
          <p:cNvPr id="12" name="Freeform 23">
            <a:extLst>
              <a:ext uri="{FF2B5EF4-FFF2-40B4-BE49-F238E27FC236}">
                <a16:creationId xmlns:a16="http://schemas.microsoft.com/office/drawing/2014/main" id="{BDD0B550-942E-F4E9-B09A-16F6C4F00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374250" y="5908181"/>
            <a:ext cx="2284785" cy="949818"/>
          </a:xfrm>
          <a:custGeom>
            <a:avLst/>
            <a:gdLst>
              <a:gd name="connsiteX0" fmla="*/ 1523190 w 3046380"/>
              <a:gd name="connsiteY0" fmla="*/ 0 h 949818"/>
              <a:gd name="connsiteX1" fmla="*/ 3017169 w 3046380"/>
              <a:gd name="connsiteY1" fmla="*/ 889179 h 949818"/>
              <a:gd name="connsiteX2" fmla="*/ 3046380 w 3046380"/>
              <a:gd name="connsiteY2" fmla="*/ 949818 h 949818"/>
              <a:gd name="connsiteX3" fmla="*/ 0 w 3046380"/>
              <a:gd name="connsiteY3" fmla="*/ 949818 h 949818"/>
              <a:gd name="connsiteX4" fmla="*/ 29212 w 3046380"/>
              <a:gd name="connsiteY4" fmla="*/ 889179 h 949818"/>
              <a:gd name="connsiteX5" fmla="*/ 1523190 w 3046380"/>
              <a:gd name="connsiteY5" fmla="*/ 0 h 949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046380" h="949818">
                <a:moveTo>
                  <a:pt x="1523190" y="0"/>
                </a:moveTo>
                <a:cubicBezTo>
                  <a:pt x="2168310" y="0"/>
                  <a:pt x="2729454" y="359544"/>
                  <a:pt x="3017169" y="889179"/>
                </a:cubicBezTo>
                <a:lnTo>
                  <a:pt x="3046380" y="949818"/>
                </a:lnTo>
                <a:lnTo>
                  <a:pt x="0" y="949818"/>
                </a:lnTo>
                <a:lnTo>
                  <a:pt x="29212" y="889179"/>
                </a:lnTo>
                <a:cubicBezTo>
                  <a:pt x="316927" y="359544"/>
                  <a:pt x="878070" y="0"/>
                  <a:pt x="1523190" y="0"/>
                </a:cubicBez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00450AD-469A-81EC-8D58-093490CDE6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02771" y="948393"/>
            <a:ext cx="315467" cy="420622"/>
          </a:xfrm>
          <a:prstGeom prst="ellipse">
            <a:avLst/>
          </a:prstGeom>
          <a:solidFill>
            <a:schemeClr val="accent1">
              <a:alpha val="33191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AD72A3CF-7B92-425B-B6F6-280533A6D9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480" y="2386584"/>
            <a:ext cx="3627882" cy="2103120"/>
          </a:xfrm>
        </p:spPr>
        <p:txBody>
          <a:bodyPr anchor="t" anchorCtr="0">
            <a:normAutofit/>
          </a:bodyPr>
          <a:lstStyle>
            <a:lvl1pPr algn="l">
              <a:defRPr sz="2400" b="1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3" name="Content Placeholder 16">
            <a:extLst>
              <a:ext uri="{FF2B5EF4-FFF2-40B4-BE49-F238E27FC236}">
                <a16:creationId xmlns:a16="http://schemas.microsoft.com/office/drawing/2014/main" id="{A56C6565-B97C-5C01-FA9D-8CF1B20447E2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814316" y="1280160"/>
            <a:ext cx="3847338" cy="4261104"/>
          </a:xfrm>
          <a:solidFill>
            <a:schemeClr val="bg1"/>
          </a:solidFill>
          <a:ln w="12700">
            <a:solidFill>
              <a:schemeClr val="bg2">
                <a:lumMod val="90000"/>
              </a:schemeClr>
            </a:solidFill>
            <a:prstDash val="dash"/>
          </a:ln>
        </p:spPr>
        <p:txBody>
          <a:bodyPr lIns="91440" rIns="91440">
            <a:noAutofit/>
          </a:bodyPr>
          <a:lstStyle>
            <a:lvl1pPr>
              <a:lnSpc>
                <a:spcPct val="100000"/>
              </a:lnSpc>
              <a:defRPr sz="15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7EAB2424-7563-1DC0-626C-6310A612A5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Test</a:t>
            </a:r>
            <a:endParaRPr lang="en-US" dirty="0"/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49C39743-B767-01E5-1998-BD844DD0962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1BC2EDA-D519-4F34-BF3F-BFFF500F4B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87448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32" userDrawn="1">
          <p15:clr>
            <a:srgbClr val="FBAE40"/>
          </p15:clr>
        </p15:guide>
        <p15:guide id="2" pos="252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4">
    <p:bg>
      <p:bgPr>
        <a:gradFill>
          <a:gsLst>
            <a:gs pos="100000">
              <a:srgbClr val="FDFFFE"/>
            </a:gs>
            <a:gs pos="66020">
              <a:srgbClr val="F3FFFF"/>
            </a:gs>
            <a:gs pos="37992">
              <a:srgbClr val="FFFFFF"/>
            </a:gs>
            <a:gs pos="7000">
              <a:srgbClr val="EAFCFE"/>
            </a:gs>
          </a:gsLst>
          <a:lin ang="4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9">
            <a:extLst>
              <a:ext uri="{FF2B5EF4-FFF2-40B4-BE49-F238E27FC236}">
                <a16:creationId xmlns:a16="http://schemas.microsoft.com/office/drawing/2014/main" id="{B016AB6E-3D8A-906E-416F-9B68623EA7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184301" y="4482120"/>
            <a:ext cx="3959702" cy="2386909"/>
          </a:xfrm>
          <a:custGeom>
            <a:avLst/>
            <a:gdLst>
              <a:gd name="connsiteX0" fmla="*/ 3601541 w 5279603"/>
              <a:gd name="connsiteY0" fmla="*/ 0 h 2386909"/>
              <a:gd name="connsiteX1" fmla="*/ 5123083 w 5279603"/>
              <a:gd name="connsiteY1" fmla="*/ 307185 h 2386909"/>
              <a:gd name="connsiteX2" fmla="*/ 5279603 w 5279603"/>
              <a:gd name="connsiteY2" fmla="*/ 377947 h 2386909"/>
              <a:gd name="connsiteX3" fmla="*/ 5279603 w 5279603"/>
              <a:gd name="connsiteY3" fmla="*/ 2386909 h 2386909"/>
              <a:gd name="connsiteX4" fmla="*/ 0 w 5279603"/>
              <a:gd name="connsiteY4" fmla="*/ 2386909 h 2386909"/>
              <a:gd name="connsiteX5" fmla="*/ 78053 w 5279603"/>
              <a:gd name="connsiteY5" fmla="*/ 2214261 h 2386909"/>
              <a:gd name="connsiteX6" fmla="*/ 3601541 w 5279603"/>
              <a:gd name="connsiteY6" fmla="*/ 0 h 2386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279603" h="2386909">
                <a:moveTo>
                  <a:pt x="3601541" y="0"/>
                </a:moveTo>
                <a:cubicBezTo>
                  <a:pt x="4141255" y="0"/>
                  <a:pt x="4655422" y="109382"/>
                  <a:pt x="5123083" y="307185"/>
                </a:cubicBezTo>
                <a:lnTo>
                  <a:pt x="5279603" y="377947"/>
                </a:lnTo>
                <a:lnTo>
                  <a:pt x="5279603" y="2386909"/>
                </a:lnTo>
                <a:lnTo>
                  <a:pt x="0" y="2386909"/>
                </a:lnTo>
                <a:lnTo>
                  <a:pt x="78053" y="2214261"/>
                </a:lnTo>
                <a:cubicBezTo>
                  <a:pt x="709351" y="904104"/>
                  <a:pt x="2049863" y="0"/>
                  <a:pt x="3601541" y="0"/>
                </a:cubicBez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 dirty="0"/>
          </a:p>
        </p:txBody>
      </p:sp>
      <p:sp>
        <p:nvSpPr>
          <p:cNvPr id="6" name="Freeform 7">
            <a:extLst>
              <a:ext uri="{FF2B5EF4-FFF2-40B4-BE49-F238E27FC236}">
                <a16:creationId xmlns:a16="http://schemas.microsoft.com/office/drawing/2014/main" id="{471EA21E-8904-9B80-6EAB-BA76819B4C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41217" y="5875583"/>
            <a:ext cx="1124300" cy="993434"/>
          </a:xfrm>
          <a:custGeom>
            <a:avLst/>
            <a:gdLst>
              <a:gd name="connsiteX0" fmla="*/ 749533 w 1499066"/>
              <a:gd name="connsiteY0" fmla="*/ 0 h 993434"/>
              <a:gd name="connsiteX1" fmla="*/ 1499066 w 1499066"/>
              <a:gd name="connsiteY1" fmla="*/ 749533 h 993434"/>
              <a:gd name="connsiteX2" fmla="*/ 1483838 w 1499066"/>
              <a:gd name="connsiteY2" fmla="*/ 900590 h 993434"/>
              <a:gd name="connsiteX3" fmla="*/ 1455018 w 1499066"/>
              <a:gd name="connsiteY3" fmla="*/ 993434 h 993434"/>
              <a:gd name="connsiteX4" fmla="*/ 44048 w 1499066"/>
              <a:gd name="connsiteY4" fmla="*/ 993434 h 993434"/>
              <a:gd name="connsiteX5" fmla="*/ 15228 w 1499066"/>
              <a:gd name="connsiteY5" fmla="*/ 900590 h 993434"/>
              <a:gd name="connsiteX6" fmla="*/ 0 w 1499066"/>
              <a:gd name="connsiteY6" fmla="*/ 749533 h 993434"/>
              <a:gd name="connsiteX7" fmla="*/ 749533 w 1499066"/>
              <a:gd name="connsiteY7" fmla="*/ 0 h 9934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99066" h="993434">
                <a:moveTo>
                  <a:pt x="749533" y="0"/>
                </a:moveTo>
                <a:cubicBezTo>
                  <a:pt x="1163489" y="0"/>
                  <a:pt x="1499066" y="335577"/>
                  <a:pt x="1499066" y="749533"/>
                </a:cubicBezTo>
                <a:cubicBezTo>
                  <a:pt x="1499066" y="801278"/>
                  <a:pt x="1493823" y="851798"/>
                  <a:pt x="1483838" y="900590"/>
                </a:cubicBezTo>
                <a:lnTo>
                  <a:pt x="1455018" y="993434"/>
                </a:lnTo>
                <a:lnTo>
                  <a:pt x="44048" y="993434"/>
                </a:lnTo>
                <a:lnTo>
                  <a:pt x="15228" y="900590"/>
                </a:lnTo>
                <a:cubicBezTo>
                  <a:pt x="5244" y="851798"/>
                  <a:pt x="0" y="801278"/>
                  <a:pt x="0" y="749533"/>
                </a:cubicBezTo>
                <a:cubicBezTo>
                  <a:pt x="0" y="335577"/>
                  <a:pt x="335577" y="0"/>
                  <a:pt x="749533" y="0"/>
                </a:cubicBezTo>
                <a:close/>
              </a:path>
            </a:pathLst>
          </a:custGeom>
          <a:solidFill>
            <a:schemeClr val="accent3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 dirty="0"/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AD72A3CF-7B92-425B-B6F6-280533A6D9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0906" y="566928"/>
            <a:ext cx="8339328" cy="640080"/>
          </a:xfrm>
        </p:spPr>
        <p:txBody>
          <a:bodyPr anchor="t" anchorCtr="0">
            <a:noAutofit/>
          </a:bodyPr>
          <a:lstStyle>
            <a:lvl1pPr algn="ctr">
              <a:defRPr sz="2400" b="1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F4DDC946-276A-D975-DF69-141E11E4CA64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80060" y="2002536"/>
            <a:ext cx="3771900" cy="4096512"/>
          </a:xfrm>
          <a:noFill/>
          <a:ln w="12700">
            <a:noFill/>
            <a:prstDash val="dash"/>
          </a:ln>
        </p:spPr>
        <p:txBody>
          <a:bodyPr lIns="91440" rIns="91440">
            <a:noAutofit/>
          </a:bodyPr>
          <a:lstStyle>
            <a:lvl1pPr>
              <a:lnSpc>
                <a:spcPct val="100000"/>
              </a:lnSpc>
              <a:defRPr sz="135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6" name="Content Placeholder 16">
            <a:extLst>
              <a:ext uri="{FF2B5EF4-FFF2-40B4-BE49-F238E27FC236}">
                <a16:creationId xmlns:a16="http://schemas.microsoft.com/office/drawing/2014/main" id="{09C5826C-6081-DF9F-2832-3E46BA58C61C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814316" y="2002536"/>
            <a:ext cx="3771900" cy="4096512"/>
          </a:xfrm>
          <a:noFill/>
          <a:ln w="12700">
            <a:noFill/>
            <a:prstDash val="dash"/>
          </a:ln>
        </p:spPr>
        <p:txBody>
          <a:bodyPr lIns="91440" rIns="91440">
            <a:noAutofit/>
          </a:bodyPr>
          <a:lstStyle>
            <a:lvl1pPr>
              <a:lnSpc>
                <a:spcPct val="100000"/>
              </a:lnSpc>
              <a:defRPr sz="135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49C39743-B767-01E5-1998-BD844DD0962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>
            <a:noAutofit/>
          </a:bodyPr>
          <a:lstStyle/>
          <a:p>
            <a:fld id="{D1BC2EDA-D519-4F34-BF3F-BFFF500F4B03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9CB50393-ACAA-59FB-EDD9-D6A45246EE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0062" y="5824456"/>
            <a:ext cx="551281" cy="735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61797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32" userDrawn="1">
          <p15:clr>
            <a:srgbClr val="FBAE40"/>
          </p15:clr>
        </p15:guide>
        <p15:guide id="2" pos="252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gradFill>
          <a:gsLst>
            <a:gs pos="100000">
              <a:srgbClr val="FDFFFE"/>
            </a:gs>
            <a:gs pos="66020">
              <a:srgbClr val="F3FFFF"/>
            </a:gs>
            <a:gs pos="37992">
              <a:srgbClr val="FFFFFF"/>
            </a:gs>
            <a:gs pos="7000">
              <a:srgbClr val="EAFCFE"/>
            </a:gs>
          </a:gsLst>
          <a:lin ang="4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17">
            <a:extLst>
              <a:ext uri="{FF2B5EF4-FFF2-40B4-BE49-F238E27FC236}">
                <a16:creationId xmlns:a16="http://schemas.microsoft.com/office/drawing/2014/main" id="{B85198C3-2E2B-8874-B190-913F6956F2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700630" y="2087278"/>
            <a:ext cx="2447180" cy="4770723"/>
          </a:xfrm>
          <a:custGeom>
            <a:avLst/>
            <a:gdLst>
              <a:gd name="connsiteX0" fmla="*/ 2635767 w 3262907"/>
              <a:gd name="connsiteY0" fmla="*/ 0 h 4770723"/>
              <a:gd name="connsiteX1" fmla="*/ 3166966 w 3262907"/>
              <a:gd name="connsiteY1" fmla="*/ 53550 h 4770723"/>
              <a:gd name="connsiteX2" fmla="*/ 3262907 w 3262907"/>
              <a:gd name="connsiteY2" fmla="*/ 78219 h 4770723"/>
              <a:gd name="connsiteX3" fmla="*/ 3262907 w 3262907"/>
              <a:gd name="connsiteY3" fmla="*/ 4770723 h 4770723"/>
              <a:gd name="connsiteX4" fmla="*/ 1094334 w 3262907"/>
              <a:gd name="connsiteY4" fmla="*/ 4770723 h 4770723"/>
              <a:gd name="connsiteX5" fmla="*/ 959175 w 3262907"/>
              <a:gd name="connsiteY5" fmla="*/ 4669653 h 4770723"/>
              <a:gd name="connsiteX6" fmla="*/ 0 w 3262907"/>
              <a:gd name="connsiteY6" fmla="*/ 2635767 h 4770723"/>
              <a:gd name="connsiteX7" fmla="*/ 2635767 w 3262907"/>
              <a:gd name="connsiteY7" fmla="*/ 0 h 4770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262907" h="4770723">
                <a:moveTo>
                  <a:pt x="2635767" y="0"/>
                </a:moveTo>
                <a:cubicBezTo>
                  <a:pt x="2817729" y="0"/>
                  <a:pt x="2995384" y="18439"/>
                  <a:pt x="3166966" y="53550"/>
                </a:cubicBezTo>
                <a:lnTo>
                  <a:pt x="3262907" y="78219"/>
                </a:lnTo>
                <a:lnTo>
                  <a:pt x="3262907" y="4770723"/>
                </a:lnTo>
                <a:lnTo>
                  <a:pt x="1094334" y="4770723"/>
                </a:lnTo>
                <a:lnTo>
                  <a:pt x="959175" y="4669653"/>
                </a:lnTo>
                <a:cubicBezTo>
                  <a:pt x="373383" y="4186215"/>
                  <a:pt x="0" y="3454595"/>
                  <a:pt x="0" y="2635767"/>
                </a:cubicBezTo>
                <a:cubicBezTo>
                  <a:pt x="0" y="1180073"/>
                  <a:pt x="1180073" y="0"/>
                  <a:pt x="2635767" y="0"/>
                </a:cubicBezTo>
                <a:close/>
              </a:path>
            </a:pathLst>
          </a:custGeom>
          <a:solidFill>
            <a:schemeClr val="accent3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 dirty="0"/>
          </a:p>
        </p:txBody>
      </p:sp>
      <p:sp>
        <p:nvSpPr>
          <p:cNvPr id="7" name="Freeform 21">
            <a:extLst>
              <a:ext uri="{FF2B5EF4-FFF2-40B4-BE49-F238E27FC236}">
                <a16:creationId xmlns:a16="http://schemas.microsoft.com/office/drawing/2014/main" id="{9C80863B-5076-EB08-18A2-8E31F090A5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02768" y="3"/>
            <a:ext cx="1368449" cy="1392971"/>
          </a:xfrm>
          <a:custGeom>
            <a:avLst/>
            <a:gdLst>
              <a:gd name="connsiteX0" fmla="*/ 139847 w 1824598"/>
              <a:gd name="connsiteY0" fmla="*/ 0 h 1392971"/>
              <a:gd name="connsiteX1" fmla="*/ 1684751 w 1824598"/>
              <a:gd name="connsiteY1" fmla="*/ 0 h 1392971"/>
              <a:gd name="connsiteX2" fmla="*/ 1752905 w 1824598"/>
              <a:gd name="connsiteY2" fmla="*/ 125564 h 1392971"/>
              <a:gd name="connsiteX3" fmla="*/ 1824598 w 1824598"/>
              <a:gd name="connsiteY3" fmla="*/ 480672 h 1392971"/>
              <a:gd name="connsiteX4" fmla="*/ 912299 w 1824598"/>
              <a:gd name="connsiteY4" fmla="*/ 1392971 h 1392971"/>
              <a:gd name="connsiteX5" fmla="*/ 0 w 1824598"/>
              <a:gd name="connsiteY5" fmla="*/ 480672 h 1392971"/>
              <a:gd name="connsiteX6" fmla="*/ 71693 w 1824598"/>
              <a:gd name="connsiteY6" fmla="*/ 125564 h 1392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24598" h="1392971">
                <a:moveTo>
                  <a:pt x="139847" y="0"/>
                </a:moveTo>
                <a:lnTo>
                  <a:pt x="1684751" y="0"/>
                </a:lnTo>
                <a:lnTo>
                  <a:pt x="1752905" y="125564"/>
                </a:lnTo>
                <a:cubicBezTo>
                  <a:pt x="1799070" y="234710"/>
                  <a:pt x="1824598" y="354710"/>
                  <a:pt x="1824598" y="480672"/>
                </a:cubicBezTo>
                <a:cubicBezTo>
                  <a:pt x="1824598" y="984521"/>
                  <a:pt x="1416148" y="1392971"/>
                  <a:pt x="912299" y="1392971"/>
                </a:cubicBezTo>
                <a:cubicBezTo>
                  <a:pt x="408450" y="1392971"/>
                  <a:pt x="0" y="984521"/>
                  <a:pt x="0" y="480672"/>
                </a:cubicBezTo>
                <a:cubicBezTo>
                  <a:pt x="0" y="354710"/>
                  <a:pt x="25528" y="234710"/>
                  <a:pt x="71693" y="125564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 dirty="0"/>
          </a:p>
        </p:txBody>
      </p:sp>
      <p:sp>
        <p:nvSpPr>
          <p:cNvPr id="12" name="Freeform 23">
            <a:extLst>
              <a:ext uri="{FF2B5EF4-FFF2-40B4-BE49-F238E27FC236}">
                <a16:creationId xmlns:a16="http://schemas.microsoft.com/office/drawing/2014/main" id="{BDD0B550-942E-F4E9-B09A-16F6C4F00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374250" y="5908181"/>
            <a:ext cx="2284785" cy="949818"/>
          </a:xfrm>
          <a:custGeom>
            <a:avLst/>
            <a:gdLst>
              <a:gd name="connsiteX0" fmla="*/ 1523190 w 3046380"/>
              <a:gd name="connsiteY0" fmla="*/ 0 h 949818"/>
              <a:gd name="connsiteX1" fmla="*/ 3017169 w 3046380"/>
              <a:gd name="connsiteY1" fmla="*/ 889179 h 949818"/>
              <a:gd name="connsiteX2" fmla="*/ 3046380 w 3046380"/>
              <a:gd name="connsiteY2" fmla="*/ 949818 h 949818"/>
              <a:gd name="connsiteX3" fmla="*/ 0 w 3046380"/>
              <a:gd name="connsiteY3" fmla="*/ 949818 h 949818"/>
              <a:gd name="connsiteX4" fmla="*/ 29212 w 3046380"/>
              <a:gd name="connsiteY4" fmla="*/ 889179 h 949818"/>
              <a:gd name="connsiteX5" fmla="*/ 1523190 w 3046380"/>
              <a:gd name="connsiteY5" fmla="*/ 0 h 949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046380" h="949818">
                <a:moveTo>
                  <a:pt x="1523190" y="0"/>
                </a:moveTo>
                <a:cubicBezTo>
                  <a:pt x="2168310" y="0"/>
                  <a:pt x="2729454" y="359544"/>
                  <a:pt x="3017169" y="889179"/>
                </a:cubicBezTo>
                <a:lnTo>
                  <a:pt x="3046380" y="949818"/>
                </a:lnTo>
                <a:lnTo>
                  <a:pt x="0" y="949818"/>
                </a:lnTo>
                <a:lnTo>
                  <a:pt x="29212" y="889179"/>
                </a:lnTo>
                <a:cubicBezTo>
                  <a:pt x="316927" y="359544"/>
                  <a:pt x="878070" y="0"/>
                  <a:pt x="1523190" y="0"/>
                </a:cubicBez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00450AD-469A-81EC-8D58-093490CDE6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02771" y="948393"/>
            <a:ext cx="315467" cy="420622"/>
          </a:xfrm>
          <a:prstGeom prst="ellipse">
            <a:avLst/>
          </a:prstGeom>
          <a:solidFill>
            <a:schemeClr val="accent1">
              <a:alpha val="33191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B5760B73-B111-FFDC-8074-91B4C106EE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0906" y="566928"/>
            <a:ext cx="8339328" cy="640080"/>
          </a:xfrm>
        </p:spPr>
        <p:txBody>
          <a:bodyPr anchor="t" anchorCtr="0">
            <a:noAutofit/>
          </a:bodyPr>
          <a:lstStyle>
            <a:lvl1pPr algn="ctr">
              <a:defRPr sz="2400" b="1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7EAB2424-7563-1DC0-626C-6310A612A5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Test</a:t>
            </a:r>
            <a:endParaRPr lang="en-US" dirty="0"/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49C39743-B767-01E5-1998-BD844DD0962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1BC2EDA-D519-4F34-BF3F-BFFF500F4B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64416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32" userDrawn="1">
          <p15:clr>
            <a:srgbClr val="FBAE40"/>
          </p15:clr>
        </p15:guide>
        <p15:guide id="2" pos="252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gradFill>
          <a:gsLst>
            <a:gs pos="100000">
              <a:srgbClr val="FDFFFE"/>
            </a:gs>
            <a:gs pos="66020">
              <a:srgbClr val="F3FFFF"/>
            </a:gs>
            <a:gs pos="37992">
              <a:srgbClr val="FFFFFF"/>
            </a:gs>
            <a:gs pos="7000">
              <a:srgbClr val="EAFCFE"/>
            </a:gs>
          </a:gsLst>
          <a:lin ang="4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17">
            <a:extLst>
              <a:ext uri="{FF2B5EF4-FFF2-40B4-BE49-F238E27FC236}">
                <a16:creationId xmlns:a16="http://schemas.microsoft.com/office/drawing/2014/main" id="{B85198C3-2E2B-8874-B190-913F6956F2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700630" y="2087278"/>
            <a:ext cx="2447180" cy="4770723"/>
          </a:xfrm>
          <a:custGeom>
            <a:avLst/>
            <a:gdLst>
              <a:gd name="connsiteX0" fmla="*/ 2635767 w 3262907"/>
              <a:gd name="connsiteY0" fmla="*/ 0 h 4770723"/>
              <a:gd name="connsiteX1" fmla="*/ 3166966 w 3262907"/>
              <a:gd name="connsiteY1" fmla="*/ 53550 h 4770723"/>
              <a:gd name="connsiteX2" fmla="*/ 3262907 w 3262907"/>
              <a:gd name="connsiteY2" fmla="*/ 78219 h 4770723"/>
              <a:gd name="connsiteX3" fmla="*/ 3262907 w 3262907"/>
              <a:gd name="connsiteY3" fmla="*/ 4770723 h 4770723"/>
              <a:gd name="connsiteX4" fmla="*/ 1094334 w 3262907"/>
              <a:gd name="connsiteY4" fmla="*/ 4770723 h 4770723"/>
              <a:gd name="connsiteX5" fmla="*/ 959175 w 3262907"/>
              <a:gd name="connsiteY5" fmla="*/ 4669653 h 4770723"/>
              <a:gd name="connsiteX6" fmla="*/ 0 w 3262907"/>
              <a:gd name="connsiteY6" fmla="*/ 2635767 h 4770723"/>
              <a:gd name="connsiteX7" fmla="*/ 2635767 w 3262907"/>
              <a:gd name="connsiteY7" fmla="*/ 0 h 4770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262907" h="4770723">
                <a:moveTo>
                  <a:pt x="2635767" y="0"/>
                </a:moveTo>
                <a:cubicBezTo>
                  <a:pt x="2817729" y="0"/>
                  <a:pt x="2995384" y="18439"/>
                  <a:pt x="3166966" y="53550"/>
                </a:cubicBezTo>
                <a:lnTo>
                  <a:pt x="3262907" y="78219"/>
                </a:lnTo>
                <a:lnTo>
                  <a:pt x="3262907" y="4770723"/>
                </a:lnTo>
                <a:lnTo>
                  <a:pt x="1094334" y="4770723"/>
                </a:lnTo>
                <a:lnTo>
                  <a:pt x="959175" y="4669653"/>
                </a:lnTo>
                <a:cubicBezTo>
                  <a:pt x="373383" y="4186215"/>
                  <a:pt x="0" y="3454595"/>
                  <a:pt x="0" y="2635767"/>
                </a:cubicBezTo>
                <a:cubicBezTo>
                  <a:pt x="0" y="1180073"/>
                  <a:pt x="1180073" y="0"/>
                  <a:pt x="2635767" y="0"/>
                </a:cubicBezTo>
                <a:close/>
              </a:path>
            </a:pathLst>
          </a:custGeom>
          <a:solidFill>
            <a:schemeClr val="accent3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 dirty="0"/>
          </a:p>
        </p:txBody>
      </p:sp>
      <p:sp>
        <p:nvSpPr>
          <p:cNvPr id="7" name="Freeform 21">
            <a:extLst>
              <a:ext uri="{FF2B5EF4-FFF2-40B4-BE49-F238E27FC236}">
                <a16:creationId xmlns:a16="http://schemas.microsoft.com/office/drawing/2014/main" id="{9C80863B-5076-EB08-18A2-8E31F090A5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02768" y="3"/>
            <a:ext cx="1368449" cy="1392971"/>
          </a:xfrm>
          <a:custGeom>
            <a:avLst/>
            <a:gdLst>
              <a:gd name="connsiteX0" fmla="*/ 139847 w 1824598"/>
              <a:gd name="connsiteY0" fmla="*/ 0 h 1392971"/>
              <a:gd name="connsiteX1" fmla="*/ 1684751 w 1824598"/>
              <a:gd name="connsiteY1" fmla="*/ 0 h 1392971"/>
              <a:gd name="connsiteX2" fmla="*/ 1752905 w 1824598"/>
              <a:gd name="connsiteY2" fmla="*/ 125564 h 1392971"/>
              <a:gd name="connsiteX3" fmla="*/ 1824598 w 1824598"/>
              <a:gd name="connsiteY3" fmla="*/ 480672 h 1392971"/>
              <a:gd name="connsiteX4" fmla="*/ 912299 w 1824598"/>
              <a:gd name="connsiteY4" fmla="*/ 1392971 h 1392971"/>
              <a:gd name="connsiteX5" fmla="*/ 0 w 1824598"/>
              <a:gd name="connsiteY5" fmla="*/ 480672 h 1392971"/>
              <a:gd name="connsiteX6" fmla="*/ 71693 w 1824598"/>
              <a:gd name="connsiteY6" fmla="*/ 125564 h 1392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24598" h="1392971">
                <a:moveTo>
                  <a:pt x="139847" y="0"/>
                </a:moveTo>
                <a:lnTo>
                  <a:pt x="1684751" y="0"/>
                </a:lnTo>
                <a:lnTo>
                  <a:pt x="1752905" y="125564"/>
                </a:lnTo>
                <a:cubicBezTo>
                  <a:pt x="1799070" y="234710"/>
                  <a:pt x="1824598" y="354710"/>
                  <a:pt x="1824598" y="480672"/>
                </a:cubicBezTo>
                <a:cubicBezTo>
                  <a:pt x="1824598" y="984521"/>
                  <a:pt x="1416148" y="1392971"/>
                  <a:pt x="912299" y="1392971"/>
                </a:cubicBezTo>
                <a:cubicBezTo>
                  <a:pt x="408450" y="1392971"/>
                  <a:pt x="0" y="984521"/>
                  <a:pt x="0" y="480672"/>
                </a:cubicBezTo>
                <a:cubicBezTo>
                  <a:pt x="0" y="354710"/>
                  <a:pt x="25528" y="234710"/>
                  <a:pt x="71693" y="125564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 dirty="0"/>
          </a:p>
        </p:txBody>
      </p:sp>
      <p:sp>
        <p:nvSpPr>
          <p:cNvPr id="12" name="Freeform 23">
            <a:extLst>
              <a:ext uri="{FF2B5EF4-FFF2-40B4-BE49-F238E27FC236}">
                <a16:creationId xmlns:a16="http://schemas.microsoft.com/office/drawing/2014/main" id="{BDD0B550-942E-F4E9-B09A-16F6C4F00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374250" y="5908181"/>
            <a:ext cx="2284785" cy="949818"/>
          </a:xfrm>
          <a:custGeom>
            <a:avLst/>
            <a:gdLst>
              <a:gd name="connsiteX0" fmla="*/ 1523190 w 3046380"/>
              <a:gd name="connsiteY0" fmla="*/ 0 h 949818"/>
              <a:gd name="connsiteX1" fmla="*/ 3017169 w 3046380"/>
              <a:gd name="connsiteY1" fmla="*/ 889179 h 949818"/>
              <a:gd name="connsiteX2" fmla="*/ 3046380 w 3046380"/>
              <a:gd name="connsiteY2" fmla="*/ 949818 h 949818"/>
              <a:gd name="connsiteX3" fmla="*/ 0 w 3046380"/>
              <a:gd name="connsiteY3" fmla="*/ 949818 h 949818"/>
              <a:gd name="connsiteX4" fmla="*/ 29212 w 3046380"/>
              <a:gd name="connsiteY4" fmla="*/ 889179 h 949818"/>
              <a:gd name="connsiteX5" fmla="*/ 1523190 w 3046380"/>
              <a:gd name="connsiteY5" fmla="*/ 0 h 949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046380" h="949818">
                <a:moveTo>
                  <a:pt x="1523190" y="0"/>
                </a:moveTo>
                <a:cubicBezTo>
                  <a:pt x="2168310" y="0"/>
                  <a:pt x="2729454" y="359544"/>
                  <a:pt x="3017169" y="889179"/>
                </a:cubicBezTo>
                <a:lnTo>
                  <a:pt x="3046380" y="949818"/>
                </a:lnTo>
                <a:lnTo>
                  <a:pt x="0" y="949818"/>
                </a:lnTo>
                <a:lnTo>
                  <a:pt x="29212" y="889179"/>
                </a:lnTo>
                <a:cubicBezTo>
                  <a:pt x="316927" y="359544"/>
                  <a:pt x="878070" y="0"/>
                  <a:pt x="1523190" y="0"/>
                </a:cubicBez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00450AD-469A-81EC-8D58-093490CDE6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02771" y="948393"/>
            <a:ext cx="315467" cy="420622"/>
          </a:xfrm>
          <a:prstGeom prst="ellipse">
            <a:avLst/>
          </a:prstGeom>
          <a:solidFill>
            <a:schemeClr val="accent1">
              <a:alpha val="33191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14489330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32" userDrawn="1">
          <p15:clr>
            <a:srgbClr val="FBAE40"/>
          </p15:clr>
        </p15:guide>
        <p15:guide id="2" pos="252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userDrawn="1">
  <p:cSld name="Title + 1 column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 txBox="1">
            <a:spLocks noGrp="1"/>
          </p:cNvSpPr>
          <p:nvPr>
            <p:ph type="body" idx="1" hasCustomPrompt="1"/>
          </p:nvPr>
        </p:nvSpPr>
        <p:spPr>
          <a:xfrm>
            <a:off x="893700" y="1831451"/>
            <a:ext cx="7586875" cy="4736400"/>
          </a:xfrm>
          <a:prstGeom prst="rect">
            <a:avLst/>
          </a:prstGeom>
        </p:spPr>
        <p:txBody>
          <a:bodyPr spcFirstLastPara="1" wrap="square" lIns="90000" tIns="91425" rIns="91425" bIns="91425" anchor="t" anchorCtr="0">
            <a:noAutofit/>
          </a:bodyPr>
          <a:lstStyle>
            <a:lvl1pPr marL="457189" lvl="0" indent="-34289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▷"/>
              <a:defRPr sz="1867">
                <a:solidFill>
                  <a:schemeClr val="dk1"/>
                </a:solidFill>
              </a:defRPr>
            </a:lvl1pPr>
            <a:lvl2pPr marL="914377" lvl="1" indent="-38099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0000"/>
              <a:buChar char="○"/>
              <a:defRPr sz="1600">
                <a:solidFill>
                  <a:schemeClr val="dk1"/>
                </a:solidFill>
              </a:defRPr>
            </a:lvl2pPr>
            <a:lvl3pPr marL="1371566" lvl="2" indent="-38099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0000"/>
              <a:buChar char="■"/>
              <a:defRPr sz="1600">
                <a:solidFill>
                  <a:schemeClr val="dk1"/>
                </a:solidFill>
              </a:defRPr>
            </a:lvl3pPr>
            <a:lvl4pPr marL="1828754" lvl="3" indent="-38099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marL="2285943" lvl="4" indent="-38099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marL="2743131" lvl="5" indent="-38099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marL="3200320" lvl="6" indent="-38099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marL="3657509" lvl="7" indent="-38099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marL="4114697" lvl="8" indent="-38099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>
            <a:r>
              <a:rPr lang="en-US" dirty="0"/>
              <a:t>Title 1</a:t>
            </a:r>
          </a:p>
          <a:p>
            <a:pPr lvl="1"/>
            <a:r>
              <a:rPr lang="en-US" dirty="0" err="1"/>
              <a:t>Dafasdfadsf</a:t>
            </a:r>
            <a:endParaRPr lang="en-US" dirty="0"/>
          </a:p>
          <a:p>
            <a:pPr lvl="1"/>
            <a:r>
              <a:rPr lang="en-US" dirty="0" err="1"/>
              <a:t>Asdfasd</a:t>
            </a:r>
            <a:endParaRPr lang="en-US" dirty="0"/>
          </a:p>
          <a:p>
            <a:pPr lvl="2"/>
            <a:r>
              <a:rPr lang="en-US" dirty="0" err="1"/>
              <a:t>dsfa</a:t>
            </a:r>
            <a:endParaRPr lang="en-US" dirty="0"/>
          </a:p>
          <a:p>
            <a:endParaRPr dirty="0"/>
          </a:p>
        </p:txBody>
      </p:sp>
      <p:sp>
        <p:nvSpPr>
          <p:cNvPr id="34" name="Google Shape;34;p5"/>
          <p:cNvSpPr/>
          <p:nvPr/>
        </p:nvSpPr>
        <p:spPr>
          <a:xfrm>
            <a:off x="7356367" y="6755100"/>
            <a:ext cx="893700" cy="102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35" name="Google Shape;35;p5"/>
          <p:cNvSpPr/>
          <p:nvPr/>
        </p:nvSpPr>
        <p:spPr>
          <a:xfrm>
            <a:off x="8250314" y="6755100"/>
            <a:ext cx="893700" cy="102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36" name="Google Shape;36;p5"/>
          <p:cNvSpPr/>
          <p:nvPr/>
        </p:nvSpPr>
        <p:spPr>
          <a:xfrm>
            <a:off x="2" y="6755100"/>
            <a:ext cx="893700" cy="102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37" name="Google Shape;37;p5"/>
          <p:cNvSpPr/>
          <p:nvPr/>
        </p:nvSpPr>
        <p:spPr>
          <a:xfrm>
            <a:off x="893711" y="6755100"/>
            <a:ext cx="6462600" cy="102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38" name="Google Shape;38;p5"/>
          <p:cNvSpPr txBox="1">
            <a:spLocks noGrp="1"/>
          </p:cNvSpPr>
          <p:nvPr>
            <p:ph type="sldNum" idx="12"/>
          </p:nvPr>
        </p:nvSpPr>
        <p:spPr>
          <a:xfrm>
            <a:off x="8480575" y="6262577"/>
            <a:ext cx="548700" cy="41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3E563C-F009-2B8B-0AC6-1E72B4297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699" y="477851"/>
            <a:ext cx="7586873" cy="1143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6392636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1_Title and Conten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6"/>
          <p:cNvSpPr txBox="1">
            <a:spLocks noGrp="1"/>
          </p:cNvSpPr>
          <p:nvPr>
            <p:ph type="title"/>
          </p:nvPr>
        </p:nvSpPr>
        <p:spPr>
          <a:xfrm>
            <a:off x="685800" y="484632"/>
            <a:ext cx="7772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6"/>
          <p:cNvSpPr txBox="1">
            <a:spLocks noGrp="1"/>
          </p:cNvSpPr>
          <p:nvPr>
            <p:ph type="body" idx="1"/>
          </p:nvPr>
        </p:nvSpPr>
        <p:spPr>
          <a:xfrm>
            <a:off x="685800" y="2121408"/>
            <a:ext cx="7772400" cy="405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5755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30"/>
              <a:buChar char="▪"/>
              <a:defRPr/>
            </a:lvl1pPr>
            <a:lvl2pPr marL="914400" lvl="1" indent="-32575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2pPr>
            <a:lvl3pPr marL="1371600" lvl="2" indent="-32575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3pPr>
            <a:lvl4pPr marL="1828800" lvl="3" indent="-32575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4pPr>
            <a:lvl5pPr marL="2286000" lvl="4" indent="-32575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5pPr>
            <a:lvl6pPr marL="2743200" lvl="5" indent="-32575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6pPr>
            <a:lvl7pPr marL="3200400" lvl="6" indent="-32575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7pPr>
            <a:lvl8pPr marL="3657600" lvl="7" indent="-32575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8pPr>
            <a:lvl9pPr marL="4114800" lvl="8" indent="-325754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530"/>
              <a:buChar char="▪"/>
              <a:defRPr/>
            </a:lvl9pPr>
          </a:lstStyle>
          <a:p>
            <a:endParaRPr/>
          </a:p>
        </p:txBody>
      </p:sp>
      <p:sp>
        <p:nvSpPr>
          <p:cNvPr id="33" name="Google Shape;33;p46"/>
          <p:cNvSpPr txBox="1">
            <a:spLocks noGrp="1"/>
          </p:cNvSpPr>
          <p:nvPr>
            <p:ph type="dt" idx="10"/>
          </p:nvPr>
        </p:nvSpPr>
        <p:spPr>
          <a:xfrm>
            <a:off x="5992368" y="6272785"/>
            <a:ext cx="24551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46"/>
          <p:cNvSpPr txBox="1">
            <a:spLocks noGrp="1"/>
          </p:cNvSpPr>
          <p:nvPr>
            <p:ph type="ftr" idx="11"/>
          </p:nvPr>
        </p:nvSpPr>
        <p:spPr>
          <a:xfrm>
            <a:off x="685800" y="6272785"/>
            <a:ext cx="474573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46"/>
          <p:cNvSpPr txBox="1">
            <a:spLocks noGrp="1"/>
          </p:cNvSpPr>
          <p:nvPr>
            <p:ph type="sldNum" idx="12"/>
          </p:nvPr>
        </p:nvSpPr>
        <p:spPr>
          <a:xfrm>
            <a:off x="8483346" y="6272785"/>
            <a:ext cx="48006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906313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5E9907-7461-434D-83FC-70EB726179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C21525-C660-6946-8A5F-6F07F0626B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7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A435B3-07EF-0641-91C1-CCD1FF9012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1CDC1-D783-2047-9C81-865015039835}" type="datetimeFigureOut">
              <a:rPr lang="en-US" smtClean="0"/>
              <a:t>2/2/26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8B56C-AFCE-774B-830D-EF1BC9CCE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5C4809-0674-6340-854A-10C4E23C1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01AFC-A93F-7E4A-8C56-984B0794D0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8857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90906" y="448056"/>
            <a:ext cx="5157216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4622" y="1435608"/>
            <a:ext cx="3312414" cy="397764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4622" y="612649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050" baseline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/>
              <a:t>Test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72834" y="6190487"/>
            <a:ext cx="2057400" cy="3657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9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D1BC2EDA-D519-4F34-BF3F-BFFF500F4B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0362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92" r:id="rId2"/>
    <p:sldLayoutId id="2147483691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  <p:sldLayoutId id="2147483688" r:id="rId14"/>
    <p:sldLayoutId id="2147483693" r:id="rId15"/>
    <p:sldLayoutId id="2147483694" r:id="rId16"/>
    <p:sldLayoutId id="2147483695" r:id="rId17"/>
  </p:sldLayoutIdLst>
  <p:hf hdr="0" ftr="0" dt="0"/>
  <p:txStyles>
    <p:titleStyle>
      <a:lvl1pPr algn="l" defTabSz="685783" rtl="0" eaLnBrk="1" latinLnBrk="0" hangingPunct="1">
        <a:spcBef>
          <a:spcPct val="0"/>
        </a:spcBef>
        <a:buNone/>
        <a:defRPr sz="2100" b="1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0" indent="0" algn="l" defTabSz="685783" rtl="0" eaLnBrk="1" latinLnBrk="0" hangingPunct="1">
        <a:lnSpc>
          <a:spcPct val="150000"/>
        </a:lnSpc>
        <a:spcBef>
          <a:spcPts val="750"/>
        </a:spcBef>
        <a:spcAft>
          <a:spcPts val="900"/>
        </a:spcAft>
        <a:buFontTx/>
        <a:buNone/>
        <a:defRPr lang="en-US" sz="9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171446" indent="-171446" algn="l" defTabSz="685783" rtl="0" eaLnBrk="1" latinLnBrk="0" hangingPunct="1">
        <a:lnSpc>
          <a:spcPct val="150000"/>
        </a:lnSpc>
        <a:spcBef>
          <a:spcPts val="750"/>
        </a:spcBef>
        <a:spcAft>
          <a:spcPts val="900"/>
        </a:spcAft>
        <a:buFont typeface="Arial" panose="020B0604020202020204" pitchFamily="34" charset="0"/>
        <a:buChar char="•"/>
        <a:defRPr lang="en-US" sz="9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514337" indent="-171446" algn="l" defTabSz="685783" rtl="0" eaLnBrk="1" latinLnBrk="0" hangingPunct="1">
        <a:lnSpc>
          <a:spcPct val="150000"/>
        </a:lnSpc>
        <a:spcBef>
          <a:spcPts val="750"/>
        </a:spcBef>
        <a:spcAft>
          <a:spcPts val="900"/>
        </a:spcAft>
        <a:buFont typeface="Arial" panose="020B0604020202020204" pitchFamily="34" charset="0"/>
        <a:buChar char="•"/>
        <a:defRPr lang="en-US" sz="9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857228" indent="-171446" algn="l" defTabSz="685783" rtl="0" eaLnBrk="1" latinLnBrk="0" hangingPunct="1">
        <a:lnSpc>
          <a:spcPct val="150000"/>
        </a:lnSpc>
        <a:spcBef>
          <a:spcPts val="750"/>
        </a:spcBef>
        <a:spcAft>
          <a:spcPts val="900"/>
        </a:spcAft>
        <a:buFont typeface="Arial" panose="020B0604020202020204" pitchFamily="34" charset="0"/>
        <a:buChar char="•"/>
        <a:defRPr lang="en-US" sz="900" kern="120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1200120" indent="-171446" algn="l" defTabSz="685783" rtl="0" eaLnBrk="1" latinLnBrk="0" hangingPunct="1">
        <a:lnSpc>
          <a:spcPct val="150000"/>
        </a:lnSpc>
        <a:spcBef>
          <a:spcPts val="750"/>
        </a:spcBef>
        <a:spcAft>
          <a:spcPts val="900"/>
        </a:spcAft>
        <a:buFont typeface="Arial" panose="020B0604020202020204" pitchFamily="34" charset="0"/>
        <a:buChar char="•"/>
        <a:defRPr lang="en-US" sz="900" kern="1200" dirty="0" smtClean="0">
          <a:solidFill>
            <a:schemeClr val="tx1"/>
          </a:solidFill>
          <a:latin typeface="+mn-lt"/>
          <a:ea typeface="+mn-ea"/>
          <a:cs typeface="+mn-cs"/>
        </a:defRPr>
      </a:lvl5pPr>
      <a:lvl6pPr marL="1543012" indent="-171446" algn="l" defTabSz="685783" rtl="0" eaLnBrk="1" latinLnBrk="0" hangingPunct="1">
        <a:lnSpc>
          <a:spcPct val="150000"/>
        </a:lnSpc>
        <a:spcBef>
          <a:spcPts val="750"/>
        </a:spcBef>
        <a:spcAft>
          <a:spcPts val="900"/>
        </a:spcAft>
        <a:buFont typeface="Arial" panose="020B0604020202020204" pitchFamily="34" charset="0"/>
        <a:buChar char="•"/>
        <a:defRPr lang="en-US" sz="9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1885903" indent="-171446" algn="l" defTabSz="685783" rtl="0" eaLnBrk="1" latinLnBrk="0" hangingPunct="1">
        <a:lnSpc>
          <a:spcPct val="150000"/>
        </a:lnSpc>
        <a:spcBef>
          <a:spcPts val="750"/>
        </a:spcBef>
        <a:spcAft>
          <a:spcPts val="900"/>
        </a:spcAft>
        <a:buFont typeface="Arial" panose="020B0604020202020204" pitchFamily="34" charset="0"/>
        <a:buChar char="•"/>
        <a:defRPr lang="en-US" sz="9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228795" indent="-171446" algn="l" defTabSz="685783" rtl="0" eaLnBrk="1" latinLnBrk="0" hangingPunct="1">
        <a:lnSpc>
          <a:spcPct val="150000"/>
        </a:lnSpc>
        <a:spcBef>
          <a:spcPts val="750"/>
        </a:spcBef>
        <a:spcAft>
          <a:spcPts val="900"/>
        </a:spcAft>
        <a:buFont typeface="Arial" panose="020B0604020202020204" pitchFamily="34" charset="0"/>
        <a:buChar char="•"/>
        <a:defRPr lang="en-US" sz="9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2571686" indent="-171446" algn="l" defTabSz="685783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99000">
              <a:srgbClr val="FDFFFE"/>
            </a:gs>
            <a:gs pos="66000">
              <a:srgbClr val="F3FFFF"/>
            </a:gs>
            <a:gs pos="37992">
              <a:srgbClr val="FFFFFF"/>
            </a:gs>
            <a:gs pos="5000">
              <a:srgbClr val="EAFCFE"/>
            </a:gs>
          </a:gsLst>
          <a:lin ang="17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ubtitle 17">
            <a:extLst>
              <a:ext uri="{FF2B5EF4-FFF2-40B4-BE49-F238E27FC236}">
                <a16:creationId xmlns:a16="http://schemas.microsoft.com/office/drawing/2014/main" id="{57D62F16-F75C-6B98-2080-BECC2DE82C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29837" y="3546631"/>
            <a:ext cx="4812505" cy="613952"/>
          </a:xfrm>
        </p:spPr>
        <p:txBody>
          <a:bodyPr>
            <a:noAutofit/>
          </a:bodyPr>
          <a:lstStyle/>
          <a:p>
            <a:r>
              <a:rPr lang="en-US" sz="2800" dirty="0"/>
              <a:t>Assignment 1</a:t>
            </a:r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1BF59ED5-66B9-83A2-1FC4-283F25C57007}"/>
              </a:ext>
            </a:extLst>
          </p:cNvPr>
          <p:cNvSpPr txBox="1">
            <a:spLocks/>
          </p:cNvSpPr>
          <p:nvPr/>
        </p:nvSpPr>
        <p:spPr>
          <a:xfrm>
            <a:off x="4029837" y="3090334"/>
            <a:ext cx="5038749" cy="61395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685783" rtl="0" eaLnBrk="1" latinLnBrk="0" hangingPunct="1">
              <a:spcBef>
                <a:spcPct val="0"/>
              </a:spcBef>
              <a:buNone/>
              <a:defRPr sz="3600" b="1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HK" sz="2800" dirty="0"/>
              <a:t>DSAI4205 Big Data Analytics</a:t>
            </a:r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39A24D00-267B-0F51-6414-9A2F568229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767" y="3064145"/>
            <a:ext cx="3337778" cy="11027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598755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515E7E2F-7656-7B8F-10AD-52A42BD07EC9}"/>
                  </a:ext>
                </a:extLst>
              </p:cNvPr>
              <p:cNvSpPr>
                <a:spLocks noGrp="1"/>
              </p:cNvSpPr>
              <p:nvPr>
                <p:ph sz="quarter" idx="14"/>
              </p:nvPr>
            </p:nvSpPr>
            <p:spPr/>
            <p:txBody>
              <a:bodyPr/>
              <a:lstStyle/>
              <a:p>
                <a:pPr marL="514346" lvl="1" indent="-342900">
                  <a:lnSpc>
                    <a:spcPct val="120000"/>
                  </a:lnSpc>
                </a:pPr>
                <a:r>
                  <a:rPr lang="en-HK" dirty="0"/>
                  <a:t>Utilize </a:t>
                </a:r>
                <a:r>
                  <a:rPr lang="en-HK" b="1" dirty="0" err="1">
                    <a:solidFill>
                      <a:srgbClr val="C74F66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map_blocks</a:t>
                </a:r>
                <a:r>
                  <a:rPr lang="en-HK" b="1" dirty="0">
                    <a:solidFill>
                      <a:srgbClr val="C74F66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()</a:t>
                </a:r>
                <a:r>
                  <a:rPr lang="en-HK" dirty="0"/>
                  <a:t>to apply a function across all blocks of a Dask array</a:t>
                </a:r>
                <a:endParaRPr lang="en-US" dirty="0"/>
              </a:p>
              <a:p>
                <a:pPr marL="514346" lvl="1" indent="-342900">
                  <a:lnSpc>
                    <a:spcPct val="120000"/>
                  </a:lnSpc>
                </a:pPr>
                <a:r>
                  <a:rPr lang="en-HK" dirty="0"/>
                  <a:t>Create a </a:t>
                </a:r>
                <a14:m>
                  <m:oMath xmlns:m="http://schemas.openxmlformats.org/officeDocument/2006/math">
                    <m:r>
                      <a:rPr lang="en-HK" i="1" dirty="0" smtClean="0">
                        <a:solidFill>
                          <a:srgbClr val="C74F66"/>
                        </a:solidFill>
                        <a:latin typeface="Cambria Math" panose="02040503050406030204" pitchFamily="18" charset="0"/>
                      </a:rPr>
                      <m:t>1000 </m:t>
                    </m:r>
                    <m:r>
                      <a:rPr lang="en-US" b="0" i="1" dirty="0" smtClean="0">
                        <a:solidFill>
                          <a:srgbClr val="C74F66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HK" i="1" dirty="0" smtClean="0">
                        <a:solidFill>
                          <a:srgbClr val="C74F66"/>
                        </a:solidFill>
                        <a:latin typeface="Cambria Math" panose="02040503050406030204" pitchFamily="18" charset="0"/>
                      </a:rPr>
                      <m:t> 1000</m:t>
                    </m:r>
                  </m:oMath>
                </a14:m>
                <a:r>
                  <a:rPr lang="en-HK" dirty="0"/>
                  <a:t> Dask array of floats, chunked into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74F66"/>
                        </a:solidFill>
                        <a:latin typeface="Cambria Math" panose="02040503050406030204" pitchFamily="18" charset="0"/>
                      </a:rPr>
                      <m:t>100 × 100</m:t>
                    </m:r>
                  </m:oMath>
                </a14:m>
                <a:r>
                  <a:rPr lang="en-HK" dirty="0">
                    <a:solidFill>
                      <a:srgbClr val="C74F66"/>
                    </a:solidFill>
                  </a:rPr>
                  <a:t> </a:t>
                </a:r>
                <a:r>
                  <a:rPr lang="en-HK" dirty="0"/>
                  <a:t>blocks.</a:t>
                </a:r>
              </a:p>
              <a:p>
                <a:pPr marL="971541" lvl="2" indent="-342900">
                  <a:lnSpc>
                    <a:spcPct val="120000"/>
                  </a:lnSpc>
                </a:pPr>
                <a:r>
                  <a:rPr lang="en-HK" dirty="0"/>
                  <a:t>Use a Normal (Gaussian) Distribution for sensor readings (mean=10, std=1.0).</a:t>
                </a:r>
              </a:p>
              <a:p>
                <a:pPr marL="971541" lvl="2" indent="-342900">
                  <a:lnSpc>
                    <a:spcPct val="120000"/>
                  </a:lnSpc>
                </a:pPr>
                <a:r>
                  <a:rPr lang="en-HK" dirty="0"/>
                  <a:t>Use a Uniform Distribution for the weights (0.9 to 1.1)</a:t>
                </a:r>
              </a:p>
              <a:p>
                <a:pPr marL="1200128" lvl="3" indent="-342900">
                  <a:lnSpc>
                    <a:spcPct val="120000"/>
                  </a:lnSpc>
                </a:pPr>
                <a:endParaRPr lang="en-HK" dirty="0"/>
              </a:p>
              <a:p>
                <a:pPr marL="971541" lvl="2" indent="-342900">
                  <a:lnSpc>
                    <a:spcPct val="120000"/>
                  </a:lnSpc>
                </a:pPr>
                <a:endParaRPr lang="en-US" dirty="0"/>
              </a:p>
              <a:p>
                <a:pPr lvl="1" indent="0">
                  <a:lnSpc>
                    <a:spcPct val="120000"/>
                  </a:lnSpc>
                  <a:spcAft>
                    <a:spcPts val="900"/>
                  </a:spcAft>
                  <a:buNone/>
                </a:pPr>
                <a:endParaRPr lang="en-US" sz="1400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</mc:Choice>
        <mc:Fallback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515E7E2F-7656-7B8F-10AD-52A42BD07EC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4"/>
              </p:nvPr>
            </p:nvSpPr>
            <p:spPr>
              <a:blipFill>
                <a:blip r:embed="rId3"/>
                <a:stretch>
                  <a:fillRect t="-2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F7EC9C0A-20F1-D8D5-5167-A266A7C2A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681" y="809870"/>
            <a:ext cx="8555602" cy="761478"/>
          </a:xfrm>
        </p:spPr>
        <p:txBody>
          <a:bodyPr>
            <a:normAutofit fontScale="90000"/>
          </a:bodyPr>
          <a:lstStyle/>
          <a:p>
            <a:r>
              <a:rPr lang="en-US" dirty="0"/>
              <a:t>Q1: Distributed Sensor Calibration with Dask </a:t>
            </a:r>
            <a:br>
              <a:rPr lang="en-US" dirty="0"/>
            </a:b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352896-A265-D1D7-6749-C9D872B8341E}"/>
              </a:ext>
            </a:extLst>
          </p:cNvPr>
          <p:cNvSpPr txBox="1"/>
          <p:nvPr/>
        </p:nvSpPr>
        <p:spPr>
          <a:xfrm>
            <a:off x="724344" y="3168304"/>
            <a:ext cx="7951927" cy="7970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defTabSz="685783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Courier New" panose="02070309020205020404" pitchFamily="49" charset="0"/>
              <a:buChar char="o"/>
              <a:defRPr lang="en-US" sz="2400"/>
            </a:lvl1pPr>
            <a:lvl2pPr marL="514346" lvl="1" indent="-342900" defTabSz="685783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  <a:buClr>
                <a:schemeClr val="accent3"/>
              </a:buClr>
              <a:buSzPct val="120000"/>
              <a:buFont typeface="Courier New" panose="02070309020205020404" pitchFamily="49" charset="0"/>
              <a:buChar char="o"/>
              <a:defRPr lang="en-US" sz="1600" dirty="0"/>
            </a:lvl2pPr>
            <a:lvl3pPr marL="971541" lvl="2" indent="-342900" defTabSz="685783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  <a:buClr>
                <a:srgbClr val="FF9300"/>
              </a:buClr>
              <a:buFont typeface="Courier New" panose="02070309020205020404" pitchFamily="49" charset="0"/>
              <a:buChar char="o"/>
              <a:defRPr lang="en-US" sz="1400"/>
            </a:lvl3pPr>
            <a:lvl4pPr marL="857228" indent="-171446" defTabSz="685783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chemeClr val="accent5">
                  <a:lumMod val="60000"/>
                  <a:lumOff val="40000"/>
                </a:schemeClr>
              </a:buClr>
              <a:buFont typeface="Courier New" panose="02070309020205020404" pitchFamily="49" charset="0"/>
              <a:buChar char="o"/>
              <a:defRPr lang="en-US" sz="1200"/>
            </a:lvl4pPr>
            <a:lvl5pPr marL="1200120" indent="-171446" defTabSz="685783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Courier New" panose="02070309020205020404" pitchFamily="49" charset="0"/>
              <a:buChar char="o"/>
              <a:defRPr lang="en-US" sz="1050"/>
            </a:lvl5pPr>
            <a:lvl6pPr marL="1543012" indent="-171446" defTabSz="685783">
              <a:lnSpc>
                <a:spcPct val="150000"/>
              </a:lnSpc>
              <a:spcBef>
                <a:spcPts val="750"/>
              </a:spcBef>
              <a:spcAft>
                <a:spcPts val="900"/>
              </a:spcAft>
              <a:buFont typeface="Arial" panose="020B0604020202020204" pitchFamily="34" charset="0"/>
              <a:buChar char="•"/>
              <a:defRPr lang="en-US" sz="900" dirty="0" smtClean="0"/>
            </a:lvl6pPr>
            <a:lvl7pPr marL="1885903" indent="-171446" defTabSz="685783">
              <a:lnSpc>
                <a:spcPct val="150000"/>
              </a:lnSpc>
              <a:spcBef>
                <a:spcPts val="750"/>
              </a:spcBef>
              <a:spcAft>
                <a:spcPts val="900"/>
              </a:spcAft>
              <a:buFont typeface="Arial" panose="020B0604020202020204" pitchFamily="34" charset="0"/>
              <a:buChar char="•"/>
              <a:defRPr lang="en-US" sz="900" dirty="0" smtClean="0"/>
            </a:lvl7pPr>
            <a:lvl8pPr marL="2228795" indent="-171446" defTabSz="685783">
              <a:lnSpc>
                <a:spcPct val="150000"/>
              </a:lnSpc>
              <a:spcBef>
                <a:spcPts val="750"/>
              </a:spcBef>
              <a:spcAft>
                <a:spcPts val="900"/>
              </a:spcAft>
              <a:buFont typeface="Arial" panose="020B0604020202020204" pitchFamily="34" charset="0"/>
              <a:buChar char="•"/>
              <a:defRPr lang="en-US" sz="900" dirty="0" smtClean="0"/>
            </a:lvl8pPr>
            <a:lvl9pPr marL="2571686" indent="-171446" defTabSz="685783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900"/>
            </a:lvl9pPr>
          </a:lstStyle>
          <a:p>
            <a:pPr marL="171446" lvl="1" indent="0">
              <a:buNone/>
            </a:pPr>
            <a:r>
              <a:rPr lang="en-HK" sz="1400" dirty="0"/>
              <a:t>Write a function that multiplies the entire data_block by the single scalar value in </a:t>
            </a:r>
            <a:r>
              <a:rPr lang="en-HK" sz="1400" dirty="0" err="1"/>
              <a:t>weight_block</a:t>
            </a:r>
            <a:r>
              <a:rPr lang="en-HK" sz="1400" dirty="0"/>
              <a:t>.</a:t>
            </a:r>
          </a:p>
          <a:p>
            <a:pPr marL="171446" lvl="1" indent="0">
              <a:buNone/>
            </a:pPr>
            <a:r>
              <a:rPr lang="en-HK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apply_calibration</a:t>
            </a:r>
            <a:r>
              <a:rPr lang="en-HK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HK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data_block</a:t>
            </a:r>
            <a:r>
              <a:rPr lang="en-HK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HK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weight_block</a:t>
            </a:r>
            <a:r>
              <a:rPr lang="en-HK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HK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block_info</a:t>
            </a:r>
            <a:r>
              <a:rPr lang="en-HK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=None)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90BD2DD-FB8D-6DFB-15AF-A1188DE93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2790588"/>
              </p:ext>
            </p:extLst>
          </p:nvPr>
        </p:nvGraphicFramePr>
        <p:xfrm>
          <a:off x="5677553" y="4428588"/>
          <a:ext cx="2888933" cy="10042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859155">
                  <a:extLst>
                    <a:ext uri="{9D8B030D-6E8A-4147-A177-3AD203B41FA5}">
                      <a16:colId xmlns:a16="http://schemas.microsoft.com/office/drawing/2014/main" val="749085426"/>
                    </a:ext>
                  </a:extLst>
                </a:gridCol>
                <a:gridCol w="859155">
                  <a:extLst>
                    <a:ext uri="{9D8B030D-6E8A-4147-A177-3AD203B41FA5}">
                      <a16:colId xmlns:a16="http://schemas.microsoft.com/office/drawing/2014/main" val="2970294625"/>
                    </a:ext>
                  </a:extLst>
                </a:gridCol>
                <a:gridCol w="311468">
                  <a:extLst>
                    <a:ext uri="{9D8B030D-6E8A-4147-A177-3AD203B41FA5}">
                      <a16:colId xmlns:a16="http://schemas.microsoft.com/office/drawing/2014/main" val="3556155869"/>
                    </a:ext>
                  </a:extLst>
                </a:gridCol>
                <a:gridCol w="859155">
                  <a:extLst>
                    <a:ext uri="{9D8B030D-6E8A-4147-A177-3AD203B41FA5}">
                      <a16:colId xmlns:a16="http://schemas.microsoft.com/office/drawing/2014/main" val="193575929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000" dirty="0"/>
                        <a:t>0.99945196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HK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1.08744532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HK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1.05384327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48181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HK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1.09210382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92422923"/>
                  </a:ext>
                </a:extLst>
              </a:tr>
              <a:tr h="272760">
                <a:tc>
                  <a:txBody>
                    <a:bodyPr/>
                    <a:lstStyle/>
                    <a:p>
                      <a:r>
                        <a:rPr lang="en-US" sz="10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35185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HK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0.94626086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HK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0.96684996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HK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0.91652553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43178450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72A5D7A7-F77C-36FA-7C8C-B6342BEAD9A8}"/>
              </a:ext>
            </a:extLst>
          </p:cNvPr>
          <p:cNvSpPr txBox="1"/>
          <p:nvPr/>
        </p:nvSpPr>
        <p:spPr>
          <a:xfrm>
            <a:off x="6769999" y="4080802"/>
            <a:ext cx="70403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"/>
              </a:rPr>
              <a:t>weights</a:t>
            </a:r>
          </a:p>
        </p:txBody>
      </p:sp>
      <p:sp>
        <p:nvSpPr>
          <p:cNvPr id="10" name="Left Brace 9">
            <a:extLst>
              <a:ext uri="{FF2B5EF4-FFF2-40B4-BE49-F238E27FC236}">
                <a16:creationId xmlns:a16="http://schemas.microsoft.com/office/drawing/2014/main" id="{37E082EB-49E2-933E-E17B-F053714398BB}"/>
              </a:ext>
            </a:extLst>
          </p:cNvPr>
          <p:cNvSpPr/>
          <p:nvPr/>
        </p:nvSpPr>
        <p:spPr>
          <a:xfrm>
            <a:off x="5510427" y="4428588"/>
            <a:ext cx="167125" cy="1004280"/>
          </a:xfrm>
          <a:prstGeom prst="leftBrace">
            <a:avLst>
              <a:gd name="adj1" fmla="val 50985"/>
              <a:gd name="adj2" fmla="val 50000"/>
            </a:avLst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Left Brace 10">
            <a:extLst>
              <a:ext uri="{FF2B5EF4-FFF2-40B4-BE49-F238E27FC236}">
                <a16:creationId xmlns:a16="http://schemas.microsoft.com/office/drawing/2014/main" id="{19D91104-ABAB-BA5F-B608-AFDF6ECE91DE}"/>
              </a:ext>
            </a:extLst>
          </p:cNvPr>
          <p:cNvSpPr/>
          <p:nvPr/>
        </p:nvSpPr>
        <p:spPr>
          <a:xfrm rot="16200000">
            <a:off x="7041427" y="4076830"/>
            <a:ext cx="161185" cy="2888933"/>
          </a:xfrm>
          <a:prstGeom prst="leftBrace">
            <a:avLst>
              <a:gd name="adj1" fmla="val 50985"/>
              <a:gd name="adj2" fmla="val 50000"/>
            </a:avLst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CE8FF05-EEA2-9B07-1BC9-03D9AEF7E61B}"/>
              </a:ext>
            </a:extLst>
          </p:cNvPr>
          <p:cNvSpPr txBox="1"/>
          <p:nvPr/>
        </p:nvSpPr>
        <p:spPr>
          <a:xfrm>
            <a:off x="6902246" y="5577514"/>
            <a:ext cx="3545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200">
                <a:latin typeface=""/>
              </a:defRPr>
            </a:lvl1pPr>
          </a:lstStyle>
          <a:p>
            <a:r>
              <a:rPr lang="en-US" dirty="0"/>
              <a:t>10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B303901-D5F8-409C-FAC0-EF258E0B8E8C}"/>
              </a:ext>
            </a:extLst>
          </p:cNvPr>
          <p:cNvSpPr txBox="1"/>
          <p:nvPr/>
        </p:nvSpPr>
        <p:spPr>
          <a:xfrm>
            <a:off x="5196559" y="4792228"/>
            <a:ext cx="3545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200">
                <a:latin typeface=""/>
              </a:defRPr>
            </a:lvl1pPr>
          </a:lstStyle>
          <a:p>
            <a:r>
              <a:rPr lang="en-US" dirty="0"/>
              <a:t>10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3C3868F7-6751-6B3F-F5A0-E29E76C9EF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1392082"/>
              </p:ext>
            </p:extLst>
          </p:nvPr>
        </p:nvGraphicFramePr>
        <p:xfrm>
          <a:off x="806547" y="4397057"/>
          <a:ext cx="4196082" cy="14919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859155">
                  <a:extLst>
                    <a:ext uri="{9D8B030D-6E8A-4147-A177-3AD203B41FA5}">
                      <a16:colId xmlns:a16="http://schemas.microsoft.com/office/drawing/2014/main" val="749085426"/>
                    </a:ext>
                  </a:extLst>
                </a:gridCol>
                <a:gridCol w="927418">
                  <a:extLst>
                    <a:ext uri="{9D8B030D-6E8A-4147-A177-3AD203B41FA5}">
                      <a16:colId xmlns:a16="http://schemas.microsoft.com/office/drawing/2014/main" val="2970294625"/>
                    </a:ext>
                  </a:extLst>
                </a:gridCol>
                <a:gridCol w="311468">
                  <a:extLst>
                    <a:ext uri="{9D8B030D-6E8A-4147-A177-3AD203B41FA5}">
                      <a16:colId xmlns:a16="http://schemas.microsoft.com/office/drawing/2014/main" val="3556155869"/>
                    </a:ext>
                  </a:extLst>
                </a:gridCol>
                <a:gridCol w="927418">
                  <a:extLst>
                    <a:ext uri="{9D8B030D-6E8A-4147-A177-3AD203B41FA5}">
                      <a16:colId xmlns:a16="http://schemas.microsoft.com/office/drawing/2014/main" val="1935759290"/>
                    </a:ext>
                  </a:extLst>
                </a:gridCol>
                <a:gridCol w="311468">
                  <a:extLst>
                    <a:ext uri="{9D8B030D-6E8A-4147-A177-3AD203B41FA5}">
                      <a16:colId xmlns:a16="http://schemas.microsoft.com/office/drawing/2014/main" val="2903201930"/>
                    </a:ext>
                  </a:extLst>
                </a:gridCol>
                <a:gridCol w="859155">
                  <a:extLst>
                    <a:ext uri="{9D8B030D-6E8A-4147-A177-3AD203B41FA5}">
                      <a16:colId xmlns:a16="http://schemas.microsoft.com/office/drawing/2014/main" val="44376865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7.54846726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HK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9.17531375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HK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10.49257604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HK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HK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9.81685118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48181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HK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9.61848144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10.20097405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11.98946141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8.89440492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92422923"/>
                  </a:ext>
                </a:extLst>
              </a:tr>
              <a:tr h="272760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35185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HK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9.48876980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HK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10.74219322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HK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9.558427449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HK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HK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11.3993321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431784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HK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HK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HK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HK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HK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21375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HK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9.32135686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HK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9.585213610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HK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9.805154873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HK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HK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10.3585955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7143654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9865E751-19D6-3232-F966-A6617A4E14BC}"/>
              </a:ext>
            </a:extLst>
          </p:cNvPr>
          <p:cNvSpPr txBox="1"/>
          <p:nvPr/>
        </p:nvSpPr>
        <p:spPr>
          <a:xfrm>
            <a:off x="536922" y="4364605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200">
                <a:latin typeface=""/>
              </a:defRPr>
            </a:lvl1pPr>
          </a:lstStyle>
          <a:p>
            <a:r>
              <a:rPr lang="en-US" dirty="0"/>
              <a:t>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DC529C3-F42A-9BB4-F632-69A965258806}"/>
              </a:ext>
            </a:extLst>
          </p:cNvPr>
          <p:cNvSpPr txBox="1"/>
          <p:nvPr/>
        </p:nvSpPr>
        <p:spPr>
          <a:xfrm>
            <a:off x="521356" y="4601178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200">
                <a:latin typeface=""/>
              </a:defRPr>
            </a:lvl1pPr>
          </a:lstStyle>
          <a:p>
            <a:r>
              <a:rPr lang="en-US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97E78DD-A1EF-BEA2-5D4B-28163EAE0476}"/>
              </a:ext>
            </a:extLst>
          </p:cNvPr>
          <p:cNvSpPr txBox="1"/>
          <p:nvPr/>
        </p:nvSpPr>
        <p:spPr>
          <a:xfrm>
            <a:off x="367004" y="5126920"/>
            <a:ext cx="4395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200">
                <a:latin typeface=""/>
              </a:defRPr>
            </a:lvl1pPr>
          </a:lstStyle>
          <a:p>
            <a:r>
              <a:rPr lang="en-US" dirty="0"/>
              <a:t>100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0AB729B-C737-D5F8-3B26-5E3E9E3AA02F}"/>
              </a:ext>
            </a:extLst>
          </p:cNvPr>
          <p:cNvSpPr txBox="1"/>
          <p:nvPr/>
        </p:nvSpPr>
        <p:spPr>
          <a:xfrm>
            <a:off x="3017684" y="4117476"/>
            <a:ext cx="4395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200">
                <a:latin typeface=""/>
              </a:defRPr>
            </a:lvl1pPr>
          </a:lstStyle>
          <a:p>
            <a:r>
              <a:rPr lang="en-US" dirty="0"/>
              <a:t>100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08976EA-5349-E048-B9C2-EA56F4783674}"/>
              </a:ext>
            </a:extLst>
          </p:cNvPr>
          <p:cNvSpPr txBox="1"/>
          <p:nvPr/>
        </p:nvSpPr>
        <p:spPr>
          <a:xfrm>
            <a:off x="1958607" y="4113911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200">
                <a:latin typeface=""/>
              </a:defRPr>
            </a:lvl1pPr>
          </a:lstStyle>
          <a:p>
            <a:r>
              <a:rPr lang="en-US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9F508EC-96A9-28E8-7ADC-228BB17136E9}"/>
              </a:ext>
            </a:extLst>
          </p:cNvPr>
          <p:cNvSpPr txBox="1"/>
          <p:nvPr/>
        </p:nvSpPr>
        <p:spPr>
          <a:xfrm>
            <a:off x="1111279" y="4151589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200">
                <a:latin typeface=""/>
              </a:defRPr>
            </a:lvl1pPr>
          </a:lstStyle>
          <a:p>
            <a:r>
              <a:rPr lang="en-US" dirty="0"/>
              <a:t>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1382FB9-6A8D-B42F-F576-CB7DE25CF57C}"/>
              </a:ext>
            </a:extLst>
          </p:cNvPr>
          <p:cNvSpPr txBox="1"/>
          <p:nvPr/>
        </p:nvSpPr>
        <p:spPr>
          <a:xfrm>
            <a:off x="382828" y="5622908"/>
            <a:ext cx="4395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200">
                <a:latin typeface=""/>
              </a:defRPr>
            </a:lvl1pPr>
          </a:lstStyle>
          <a:p>
            <a:r>
              <a:rPr lang="en-US" dirty="0"/>
              <a:t>999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6A3CB50-27FF-0D95-73C9-3B2DD440C597}"/>
              </a:ext>
            </a:extLst>
          </p:cNvPr>
          <p:cNvSpPr txBox="1"/>
          <p:nvPr/>
        </p:nvSpPr>
        <p:spPr>
          <a:xfrm>
            <a:off x="4317004" y="4103832"/>
            <a:ext cx="4395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200">
                <a:latin typeface=""/>
              </a:defRPr>
            </a:lvl1pPr>
          </a:lstStyle>
          <a:p>
            <a:r>
              <a:rPr lang="en-US" dirty="0"/>
              <a:t>999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A82DA63-6F88-2B20-0354-30C0079870F4}"/>
              </a:ext>
            </a:extLst>
          </p:cNvPr>
          <p:cNvSpPr/>
          <p:nvPr/>
        </p:nvSpPr>
        <p:spPr>
          <a:xfrm>
            <a:off x="806547" y="4390910"/>
            <a:ext cx="2098041" cy="752127"/>
          </a:xfrm>
          <a:prstGeom prst="rect">
            <a:avLst/>
          </a:prstGeom>
          <a:solidFill>
            <a:srgbClr val="C74F66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581F331-601F-7454-BAC3-7ED28DB3F6C0}"/>
              </a:ext>
            </a:extLst>
          </p:cNvPr>
          <p:cNvSpPr/>
          <p:nvPr/>
        </p:nvSpPr>
        <p:spPr>
          <a:xfrm>
            <a:off x="5677552" y="4428588"/>
            <a:ext cx="857136" cy="231381"/>
          </a:xfrm>
          <a:prstGeom prst="rect">
            <a:avLst/>
          </a:prstGeom>
          <a:solidFill>
            <a:srgbClr val="C74F66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0912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 animBg="1"/>
      <p:bldP spid="11" grpId="0" animBg="1"/>
      <p:bldP spid="12" grpId="0"/>
      <p:bldP spid="13" grpId="0"/>
      <p:bldP spid="24" grpId="0" animBg="1"/>
      <p:bldP spid="2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B3F65AC-F200-D957-7B0C-E62A9613A664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pPr marL="514346" lvl="1" indent="-342900">
              <a:lnSpc>
                <a:spcPct val="120000"/>
              </a:lnSpc>
              <a:buClr>
                <a:srgbClr val="C40C67"/>
              </a:buClr>
              <a:defRPr/>
            </a:pPr>
            <a:r>
              <a:rPr lang="en-US" dirty="0">
                <a:solidFill>
                  <a:srgbClr val="000000"/>
                </a:solidFill>
                <a:latin typeface="Segoe UI "/>
              </a:rPr>
              <a:t>To understand </a:t>
            </a:r>
            <a:r>
              <a:rPr lang="en-US" dirty="0">
                <a:solidFill>
                  <a:srgbClr val="C74F66"/>
                </a:solidFill>
                <a:latin typeface="Segoe UI "/>
              </a:rPr>
              <a:t>how </a:t>
            </a:r>
            <a:r>
              <a:rPr lang="en-HK" dirty="0">
                <a:solidFill>
                  <a:srgbClr val="C74F66"/>
                </a:solidFill>
              </a:rPr>
              <a:t> </a:t>
            </a:r>
            <a:r>
              <a:rPr lang="en-HK" b="1" dirty="0" err="1">
                <a:solidFill>
                  <a:srgbClr val="C74F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map_blocks</a:t>
            </a:r>
            <a:r>
              <a:rPr lang="en-HK" b="1" dirty="0">
                <a:solidFill>
                  <a:srgbClr val="C74F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HK" dirty="0">
                <a:solidFill>
                  <a:srgbClr val="C74F66"/>
                </a:solidFill>
                <a:latin typeface="Segoe UI "/>
              </a:rPr>
              <a:t>work</a:t>
            </a:r>
            <a:r>
              <a:rPr lang="en-US" dirty="0">
                <a:solidFill>
                  <a:srgbClr val="C74F66"/>
                </a:solidFill>
                <a:latin typeface="Segoe UI "/>
              </a:rPr>
              <a:t>s</a:t>
            </a:r>
            <a:r>
              <a:rPr lang="en-US" dirty="0">
                <a:solidFill>
                  <a:srgbClr val="000000"/>
                </a:solidFill>
                <a:latin typeface="Segoe UI "/>
              </a:rPr>
              <a:t>, </a:t>
            </a:r>
          </a:p>
          <a:p>
            <a:pPr marL="971541" lvl="2" indent="-342900">
              <a:lnSpc>
                <a:spcPct val="120000"/>
              </a:lnSpc>
              <a:buClr>
                <a:srgbClr val="C40C67"/>
              </a:buClr>
              <a:buSzPct val="120000"/>
              <a:defRPr/>
            </a:pPr>
            <a:r>
              <a:rPr lang="en-HK" sz="1600" dirty="0"/>
              <a:t>Add a </a:t>
            </a:r>
            <a:r>
              <a:rPr lang="en-HK" sz="1600" dirty="0">
                <a:solidFill>
                  <a:srgbClr val="C74F66"/>
                </a:solidFill>
              </a:rPr>
              <a:t>global counter </a:t>
            </a:r>
            <a:r>
              <a:rPr lang="en-HK" sz="1600" dirty="0"/>
              <a:t>or a </a:t>
            </a:r>
            <a:r>
              <a:rPr lang="en-HK" sz="1600" dirty="0">
                <a:solidFill>
                  <a:srgbClr val="C74F66"/>
                </a:solidFill>
              </a:rPr>
              <a:t>print statement </a:t>
            </a:r>
            <a:r>
              <a:rPr lang="en-HK" sz="1600" dirty="0"/>
              <a:t>inside your function. </a:t>
            </a:r>
          </a:p>
          <a:p>
            <a:pPr marL="1200128" lvl="3" indent="-342900">
              <a:lnSpc>
                <a:spcPct val="120000"/>
              </a:lnSpc>
              <a:buClr>
                <a:srgbClr val="C40C67"/>
              </a:buClr>
              <a:buSzPct val="120000"/>
              <a:defRPr/>
            </a:pPr>
            <a:r>
              <a:rPr lang="en-HK" sz="1250" dirty="0"/>
              <a:t>Run </a:t>
            </a:r>
            <a:r>
              <a:rPr lang="en-HK" sz="1250" dirty="0" err="1"/>
              <a:t>map_blocks</a:t>
            </a:r>
            <a:r>
              <a:rPr lang="en-HK" sz="1250" dirty="0"/>
              <a:t> </a:t>
            </a:r>
            <a:r>
              <a:rPr lang="en-HK" sz="1250" dirty="0">
                <a:solidFill>
                  <a:srgbClr val="C74F66"/>
                </a:solidFill>
              </a:rPr>
              <a:t>without the </a:t>
            </a:r>
            <a:r>
              <a:rPr lang="en-HK" sz="1250" dirty="0" err="1">
                <a:solidFill>
                  <a:srgbClr val="C74F66"/>
                </a:solidFill>
              </a:rPr>
              <a:t>dtype</a:t>
            </a:r>
            <a:r>
              <a:rPr lang="en-HK" sz="1250" dirty="0">
                <a:solidFill>
                  <a:srgbClr val="C74F66"/>
                </a:solidFill>
              </a:rPr>
              <a:t> </a:t>
            </a:r>
            <a:r>
              <a:rPr lang="en-HK" sz="1250" dirty="0"/>
              <a:t>argument, </a:t>
            </a:r>
          </a:p>
          <a:p>
            <a:pPr marL="1200128" lvl="3" indent="-342900">
              <a:lnSpc>
                <a:spcPct val="120000"/>
              </a:lnSpc>
              <a:buClr>
                <a:srgbClr val="C40C67"/>
              </a:buClr>
              <a:buSzPct val="120000"/>
              <a:defRPr/>
            </a:pPr>
            <a:r>
              <a:rPr lang="en-HK" sz="1250" dirty="0"/>
              <a:t>Run </a:t>
            </a:r>
            <a:r>
              <a:rPr lang="en-HK" sz="1250" dirty="0" err="1"/>
              <a:t>map_blocks</a:t>
            </a:r>
            <a:r>
              <a:rPr lang="en-HK" sz="1250" dirty="0"/>
              <a:t> </a:t>
            </a:r>
            <a:r>
              <a:rPr lang="en-HK" sz="1250" dirty="0">
                <a:solidFill>
                  <a:srgbClr val="C74F66"/>
                </a:solidFill>
              </a:rPr>
              <a:t>with the </a:t>
            </a:r>
            <a:r>
              <a:rPr lang="en-HK" sz="1250" dirty="0" err="1">
                <a:solidFill>
                  <a:srgbClr val="C74F66"/>
                </a:solidFill>
              </a:rPr>
              <a:t>dtype</a:t>
            </a:r>
            <a:r>
              <a:rPr lang="en-HK" sz="1250" dirty="0">
                <a:solidFill>
                  <a:srgbClr val="C74F66"/>
                </a:solidFill>
              </a:rPr>
              <a:t> </a:t>
            </a:r>
            <a:r>
              <a:rPr lang="en-HK" sz="1250" dirty="0"/>
              <a:t>argument. </a:t>
            </a:r>
          </a:p>
          <a:p>
            <a:pPr marL="1200128" lvl="3" indent="-342900">
              <a:lnSpc>
                <a:spcPct val="120000"/>
              </a:lnSpc>
              <a:buClr>
                <a:srgbClr val="C40C67"/>
              </a:buClr>
              <a:buSzPct val="120000"/>
              <a:defRPr/>
            </a:pPr>
            <a:r>
              <a:rPr lang="en-HK" sz="1250" dirty="0">
                <a:solidFill>
                  <a:srgbClr val="C74F66"/>
                </a:solidFill>
              </a:rPr>
              <a:t>Why does the first version</a:t>
            </a:r>
            <a:r>
              <a:rPr lang="en-HK" sz="1250" dirty="0"/>
              <a:t> </a:t>
            </a:r>
            <a:r>
              <a:rPr lang="en-HK" sz="1250" dirty="0">
                <a:solidFill>
                  <a:srgbClr val="C74F66"/>
                </a:solidFill>
              </a:rPr>
              <a:t>execute</a:t>
            </a:r>
            <a:r>
              <a:rPr lang="en-HK" sz="1250" dirty="0"/>
              <a:t> your function </a:t>
            </a:r>
            <a:r>
              <a:rPr lang="en-HK" sz="1250" dirty="0">
                <a:solidFill>
                  <a:srgbClr val="C74F66"/>
                </a:solidFill>
              </a:rPr>
              <a:t>more times </a:t>
            </a:r>
            <a:r>
              <a:rPr lang="en-HK" sz="1250" dirty="0"/>
              <a:t>than the second? </a:t>
            </a:r>
          </a:p>
          <a:p>
            <a:pPr marL="1200128" lvl="3" indent="-342900">
              <a:lnSpc>
                <a:spcPct val="120000"/>
              </a:lnSpc>
              <a:buClr>
                <a:srgbClr val="C40C67"/>
              </a:buClr>
              <a:buSzPct val="120000"/>
              <a:defRPr/>
            </a:pPr>
            <a:r>
              <a:rPr lang="en-HK" sz="1250" dirty="0"/>
              <a:t>How to </a:t>
            </a:r>
            <a:r>
              <a:rPr lang="en-HK" sz="1250" dirty="0">
                <a:solidFill>
                  <a:srgbClr val="C74F66"/>
                </a:solidFill>
              </a:rPr>
              <a:t>adjust</a:t>
            </a:r>
            <a:r>
              <a:rPr lang="en-HK" sz="1250" dirty="0"/>
              <a:t> the </a:t>
            </a:r>
            <a:r>
              <a:rPr lang="en-HK" sz="12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map_blocks</a:t>
            </a:r>
            <a:r>
              <a:rPr lang="en-HK" sz="1250" dirty="0"/>
              <a:t> function to </a:t>
            </a:r>
            <a:r>
              <a:rPr lang="en-HK" sz="1250" dirty="0">
                <a:solidFill>
                  <a:srgbClr val="C74F66"/>
                </a:solidFill>
              </a:rPr>
              <a:t>run exactly 100 times </a:t>
            </a:r>
            <a:r>
              <a:rPr lang="en-HK" sz="1250" dirty="0"/>
              <a:t>?</a:t>
            </a:r>
          </a:p>
          <a:p>
            <a:pPr marL="971541" lvl="2" indent="-342900">
              <a:lnSpc>
                <a:spcPct val="120000"/>
              </a:lnSpc>
              <a:buClr>
                <a:srgbClr val="C40C67"/>
              </a:buClr>
              <a:buSzPct val="120000"/>
              <a:defRPr/>
            </a:pPr>
            <a:r>
              <a:rPr lang="en-HK" sz="1600" dirty="0"/>
              <a:t>Explain why Dask allows you to pass two arrays of different total shapes (1000,1000) vs (10,10) into the same </a:t>
            </a:r>
            <a:r>
              <a:rPr lang="en-HK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map_blocks</a:t>
            </a:r>
            <a:r>
              <a:rPr lang="en-HK" sz="1600" dirty="0">
                <a:cs typeface="Courier New" panose="02070309020205020404" pitchFamily="49" charset="0"/>
              </a:rPr>
              <a:t> </a:t>
            </a:r>
            <a:r>
              <a:rPr lang="en-HK" sz="1600" dirty="0"/>
              <a:t>call.</a:t>
            </a:r>
          </a:p>
          <a:p>
            <a:pPr marL="1200128" lvl="3" indent="-342900">
              <a:lnSpc>
                <a:spcPct val="120000"/>
              </a:lnSpc>
              <a:buClr>
                <a:srgbClr val="C40C67"/>
              </a:buClr>
              <a:buSzPct val="120000"/>
              <a:defRPr/>
            </a:pPr>
            <a:r>
              <a:rPr lang="en-HK" sz="1250" dirty="0"/>
              <a:t>Please </a:t>
            </a:r>
            <a:r>
              <a:rPr lang="en-HK" sz="1250" b="1" u="sng" dirty="0">
                <a:solidFill>
                  <a:srgbClr val="C74F66"/>
                </a:solidFill>
              </a:rPr>
              <a:t>justify your answer by using </a:t>
            </a:r>
            <a:r>
              <a:rPr lang="en-HK" sz="1250" b="1" u="sng" dirty="0" err="1">
                <a:solidFill>
                  <a:srgbClr val="C74F66"/>
                </a:solidFill>
              </a:rPr>
              <a:t>block_info</a:t>
            </a:r>
            <a:r>
              <a:rPr lang="en-HK" sz="1250" b="1" u="sng" dirty="0">
                <a:solidFill>
                  <a:srgbClr val="C74F66"/>
                </a:solidFill>
              </a:rPr>
              <a:t> </a:t>
            </a:r>
            <a:r>
              <a:rPr lang="en-HK" sz="1250" dirty="0"/>
              <a:t>and provide examples to support your answer</a:t>
            </a:r>
          </a:p>
          <a:p>
            <a:pPr marL="971541" lvl="2" indent="-342900">
              <a:lnSpc>
                <a:spcPct val="120000"/>
              </a:lnSpc>
              <a:buClr>
                <a:srgbClr val="C40C67"/>
              </a:buClr>
              <a:buSzPct val="120000"/>
              <a:defRPr/>
            </a:pPr>
            <a:r>
              <a:rPr lang="en-HK" sz="1600" dirty="0"/>
              <a:t>What if the </a:t>
            </a:r>
            <a:r>
              <a:rPr lang="en-HK" sz="1600" dirty="0">
                <a:solidFill>
                  <a:srgbClr val="C74F66"/>
                </a:solidFill>
              </a:rPr>
              <a:t>Weights array was a 1D array of 100 elements </a:t>
            </a:r>
            <a:r>
              <a:rPr lang="en-HK" sz="1600" dirty="0"/>
              <a:t>? </a:t>
            </a:r>
          </a:p>
          <a:p>
            <a:pPr lvl="1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6137B62-26A8-389E-8FAC-1A585AF154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681" y="809870"/>
            <a:ext cx="8482029" cy="761478"/>
          </a:xfrm>
        </p:spPr>
        <p:txBody>
          <a:bodyPr>
            <a:normAutofit fontScale="90000"/>
          </a:bodyPr>
          <a:lstStyle/>
          <a:p>
            <a:r>
              <a:rPr lang="en-US" dirty="0"/>
              <a:t>Q1: Distributed Sensor Calibration with Dask 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CBD437-B65C-0DDA-1940-07FCC6375801}"/>
              </a:ext>
            </a:extLst>
          </p:cNvPr>
          <p:cNvSpPr txBox="1"/>
          <p:nvPr/>
        </p:nvSpPr>
        <p:spPr>
          <a:xfrm>
            <a:off x="856594" y="5291626"/>
            <a:ext cx="767780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46" lvl="1" indent="0">
              <a:buNone/>
            </a:pPr>
            <a:r>
              <a:rPr lang="en-HK" sz="1400" dirty="0">
                <a:solidFill>
                  <a:srgbClr val="C74F66"/>
                </a:solidFill>
                <a:latin typeface=""/>
              </a:rPr>
              <a:t>Keep in mind that </a:t>
            </a:r>
            <a:r>
              <a:rPr lang="en-HK" sz="1400" b="1" dirty="0" err="1">
                <a:solidFill>
                  <a:srgbClr val="C74F66"/>
                </a:solidFill>
                <a:latin typeface=""/>
                <a:cs typeface="Courier New" panose="02070309020205020404" pitchFamily="49" charset="0"/>
              </a:rPr>
              <a:t>map_blocks</a:t>
            </a:r>
            <a:r>
              <a:rPr lang="en-HK" sz="1400" dirty="0">
                <a:solidFill>
                  <a:srgbClr val="C74F66"/>
                </a:solidFill>
                <a:latin typeface=""/>
                <a:cs typeface="Courier New" panose="02070309020205020404" pitchFamily="49" charset="0"/>
              </a:rPr>
              <a:t> </a:t>
            </a:r>
            <a:r>
              <a:rPr lang="en-HK" sz="1400" dirty="0">
                <a:solidFill>
                  <a:srgbClr val="C74F66"/>
                </a:solidFill>
                <a:latin typeface=""/>
              </a:rPr>
              <a:t>is the only function available for you to use in order to complete this question.</a:t>
            </a:r>
          </a:p>
        </p:txBody>
      </p:sp>
    </p:spTree>
    <p:extLst>
      <p:ext uri="{BB962C8B-B14F-4D97-AF65-F5344CB8AC3E}">
        <p14:creationId xmlns:p14="http://schemas.microsoft.com/office/powerpoint/2010/main" val="887952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97FC9546-8ABE-5989-FBB1-FEC0D15467C9}"/>
                  </a:ext>
                </a:extLst>
              </p:cNvPr>
              <p:cNvSpPr>
                <a:spLocks noGrp="1"/>
              </p:cNvSpPr>
              <p:nvPr>
                <p:ph sz="quarter" idx="14"/>
              </p:nvPr>
            </p:nvSpPr>
            <p:spPr/>
            <p:txBody>
              <a:bodyPr/>
              <a:lstStyle/>
              <a:p>
                <a:pPr marL="514346" lvl="1" indent="-342900">
                  <a:lnSpc>
                    <a:spcPct val="120000"/>
                  </a:lnSpc>
                  <a:spcAft>
                    <a:spcPts val="900"/>
                  </a:spcAft>
                </a:pPr>
                <a:r>
                  <a:rPr lang="en-US" dirty="0"/>
                  <a:t>Question 2: (80%)</a:t>
                </a:r>
              </a:p>
              <a:p>
                <a:pPr marL="971541" lvl="2" indent="-342900">
                  <a:lnSpc>
                    <a:spcPct val="120000"/>
                  </a:lnSpc>
                </a:pPr>
                <a:r>
                  <a:rPr lang="en-HK" dirty="0"/>
                  <a:t>Understand the usage of </a:t>
                </a:r>
                <a:r>
                  <a:rPr lang="en-HK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map_overlap</a:t>
                </a:r>
                <a:r>
                  <a:rPr lang="en-HK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()</a:t>
                </a:r>
                <a:endParaRPr lang="en-HK" dirty="0"/>
              </a:p>
              <a:p>
                <a:pPr marL="971541" lvl="2" indent="-342900">
                  <a:lnSpc>
                    <a:spcPct val="120000"/>
                  </a:lnSpc>
                </a:pPr>
                <a:r>
                  <a:rPr lang="en-HK" dirty="0"/>
                  <a:t>Utilize </a:t>
                </a:r>
                <a:r>
                  <a:rPr lang="en-HK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map_overlap</a:t>
                </a:r>
                <a:r>
                  <a:rPr lang="en-HK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()</a:t>
                </a:r>
                <a:r>
                  <a:rPr lang="en-HK" dirty="0"/>
                  <a:t>to apply a function that updates the values of each cell based on the values of its neighbors to simulate diffusion in the </a:t>
                </a:r>
                <a14:m>
                  <m:oMath xmlns:m="http://schemas.openxmlformats.org/officeDocument/2006/math">
                    <m:r>
                      <a:rPr lang="en-HK" i="1" dirty="0" smtClean="0">
                        <a:latin typeface="Cambria Math" panose="02040503050406030204" pitchFamily="18" charset="0"/>
                      </a:rPr>
                      <m:t>(20 × 20)</m:t>
                    </m:r>
                  </m:oMath>
                </a14:m>
                <a:r>
                  <a:rPr lang="en-HK" dirty="0"/>
                  <a:t> grid.</a:t>
                </a:r>
              </a:p>
              <a:p>
                <a:pPr marL="971541" lvl="2" indent="-342900">
                  <a:lnSpc>
                    <a:spcPct val="120000"/>
                  </a:lnSpc>
                </a:pPr>
                <a:r>
                  <a:rPr lang="en-HK" dirty="0"/>
                  <a:t>Show the results by plotting the graph using matplotlib for every 5 iterations </a:t>
                </a:r>
                <a:br>
                  <a:rPr lang="en-HK" dirty="0"/>
                </a:br>
                <a:r>
                  <a:rPr lang="en-HK" dirty="0"/>
                  <a:t>(include the initial setting)</a:t>
                </a:r>
              </a:p>
              <a:p>
                <a:pPr marL="971541" lvl="2" indent="-342900">
                  <a:lnSpc>
                    <a:spcPct val="120000"/>
                  </a:lnSpc>
                </a:pPr>
                <a:endParaRPr lang="en-US" dirty="0"/>
              </a:p>
              <a:p>
                <a:pPr marL="971541" lvl="2" indent="-342900">
                  <a:lnSpc>
                    <a:spcPct val="120000"/>
                  </a:lnSpc>
                </a:pPr>
                <a:endParaRPr lang="en-US" dirty="0"/>
              </a:p>
            </p:txBody>
          </p:sp>
        </mc:Choice>
        <mc:Fallback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97FC9546-8ABE-5989-FBB1-FEC0D15467C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4"/>
              </p:nvPr>
            </p:nvSpPr>
            <p:spPr>
              <a:blipFill>
                <a:blip r:embed="rId2"/>
                <a:stretch>
                  <a:fillRect t="-2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84CC493A-E9B5-90FB-9E67-D92A4FE8C5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Q2: </a:t>
            </a:r>
            <a:r>
              <a:rPr lang="en-HK" dirty="0"/>
              <a:t>Parallel Diffusion Simulation </a:t>
            </a:r>
            <a:endParaRPr lang="en-US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BA95F6F-CB5A-3C0E-9131-311E1C3F2818}"/>
              </a:ext>
            </a:extLst>
          </p:cNvPr>
          <p:cNvSpPr txBox="1"/>
          <p:nvPr/>
        </p:nvSpPr>
        <p:spPr>
          <a:xfrm>
            <a:off x="1577575" y="4885240"/>
            <a:ext cx="10824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"/>
              </a:rPr>
              <a:t>Initial version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BB9A698-21D1-7CF8-C9E0-2D85FB030833}"/>
              </a:ext>
            </a:extLst>
          </p:cNvPr>
          <p:cNvSpPr txBox="1"/>
          <p:nvPr/>
        </p:nvSpPr>
        <p:spPr>
          <a:xfrm>
            <a:off x="3379780" y="4899480"/>
            <a:ext cx="9541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"/>
              </a:rPr>
              <a:t>5</a:t>
            </a:r>
            <a:r>
              <a:rPr lang="en-US" sz="1200" baseline="30000" dirty="0">
                <a:latin typeface=""/>
              </a:rPr>
              <a:t>th</a:t>
            </a:r>
            <a:r>
              <a:rPr lang="en-US" sz="1200" dirty="0">
                <a:latin typeface=""/>
              </a:rPr>
              <a:t> Iteration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BC270A5-297E-B53E-5505-DA4A269DB829}"/>
              </a:ext>
            </a:extLst>
          </p:cNvPr>
          <p:cNvSpPr txBox="1"/>
          <p:nvPr/>
        </p:nvSpPr>
        <p:spPr>
          <a:xfrm>
            <a:off x="5109668" y="4908331"/>
            <a:ext cx="103906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"/>
              </a:rPr>
              <a:t>10</a:t>
            </a:r>
            <a:r>
              <a:rPr lang="en-US" sz="1200" baseline="30000" dirty="0">
                <a:latin typeface=""/>
              </a:rPr>
              <a:t>th</a:t>
            </a:r>
            <a:r>
              <a:rPr lang="en-US" sz="1200" dirty="0">
                <a:latin typeface=""/>
              </a:rPr>
              <a:t> Iteration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789BFFF-D93B-60E8-9D90-0771E5C5681D}"/>
              </a:ext>
            </a:extLst>
          </p:cNvPr>
          <p:cNvSpPr txBox="1"/>
          <p:nvPr/>
        </p:nvSpPr>
        <p:spPr>
          <a:xfrm>
            <a:off x="6723935" y="4908331"/>
            <a:ext cx="103906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"/>
              </a:rPr>
              <a:t>15</a:t>
            </a:r>
            <a:r>
              <a:rPr lang="en-US" sz="1200" baseline="30000" dirty="0">
                <a:latin typeface=""/>
              </a:rPr>
              <a:t>th</a:t>
            </a:r>
            <a:r>
              <a:rPr lang="en-US" sz="1200" dirty="0">
                <a:latin typeface=""/>
              </a:rPr>
              <a:t> Iteration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893B00B-A24A-54DD-9265-933372F7FC5D}"/>
              </a:ext>
            </a:extLst>
          </p:cNvPr>
          <p:cNvSpPr txBox="1"/>
          <p:nvPr/>
        </p:nvSpPr>
        <p:spPr>
          <a:xfrm>
            <a:off x="1639273" y="6434939"/>
            <a:ext cx="103906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"/>
              </a:rPr>
              <a:t>20</a:t>
            </a:r>
            <a:r>
              <a:rPr lang="en-US" sz="1200" baseline="30000" dirty="0">
                <a:latin typeface=""/>
              </a:rPr>
              <a:t>th</a:t>
            </a:r>
            <a:r>
              <a:rPr lang="en-US" sz="1200" dirty="0">
                <a:latin typeface=""/>
              </a:rPr>
              <a:t> Iteration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33C0008-C2C4-6FCB-BD58-484FC3510863}"/>
              </a:ext>
            </a:extLst>
          </p:cNvPr>
          <p:cNvSpPr txBox="1"/>
          <p:nvPr/>
        </p:nvSpPr>
        <p:spPr>
          <a:xfrm>
            <a:off x="3337299" y="6433003"/>
            <a:ext cx="103906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"/>
              </a:rPr>
              <a:t>25</a:t>
            </a:r>
            <a:r>
              <a:rPr lang="en-US" sz="1200" baseline="30000" dirty="0">
                <a:latin typeface=""/>
              </a:rPr>
              <a:t>th</a:t>
            </a:r>
            <a:r>
              <a:rPr lang="en-US" sz="1200" dirty="0">
                <a:latin typeface=""/>
              </a:rPr>
              <a:t> Iteration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31C43A5-9FF2-7327-7373-3F287DBE271E}"/>
              </a:ext>
            </a:extLst>
          </p:cNvPr>
          <p:cNvSpPr txBox="1"/>
          <p:nvPr/>
        </p:nvSpPr>
        <p:spPr>
          <a:xfrm>
            <a:off x="5039678" y="6433002"/>
            <a:ext cx="103906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"/>
              </a:rPr>
              <a:t>30</a:t>
            </a:r>
            <a:r>
              <a:rPr lang="en-US" sz="1200" baseline="30000" dirty="0">
                <a:latin typeface=""/>
              </a:rPr>
              <a:t>th</a:t>
            </a:r>
            <a:r>
              <a:rPr lang="en-US" sz="1200" dirty="0">
                <a:latin typeface=""/>
              </a:rPr>
              <a:t> Iteration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4D06DFC-002B-73B9-6E0F-03F9116F460F}"/>
              </a:ext>
            </a:extLst>
          </p:cNvPr>
          <p:cNvSpPr txBox="1"/>
          <p:nvPr/>
        </p:nvSpPr>
        <p:spPr>
          <a:xfrm>
            <a:off x="6823427" y="6433001"/>
            <a:ext cx="103906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"/>
              </a:rPr>
              <a:t>35</a:t>
            </a:r>
            <a:r>
              <a:rPr lang="en-US" sz="1200" baseline="30000" dirty="0">
                <a:latin typeface=""/>
              </a:rPr>
              <a:t>th</a:t>
            </a:r>
            <a:r>
              <a:rPr lang="en-US" sz="1200" dirty="0">
                <a:latin typeface=""/>
              </a:rPr>
              <a:t> Iteration</a:t>
            </a:r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82FE5501-1BCE-4333-D188-A6762F8EE2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7410" y="3699336"/>
            <a:ext cx="1507625" cy="1249609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423D4930-D466-EF4E-D951-3B867E6064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1628" y="3699336"/>
            <a:ext cx="1507625" cy="1249609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CE8BBF0E-E7C9-EA8B-CE09-AC1E282FC3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8710" y="3699336"/>
            <a:ext cx="1507625" cy="1249609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81C5CC73-BFD3-7161-9EDE-4DE9657AC56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6960" y="3699336"/>
            <a:ext cx="1507625" cy="1249609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2240E066-C9C4-7292-1E2B-31DE5F3484D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99199" y="5185330"/>
            <a:ext cx="1507627" cy="1249610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942B5439-913A-B969-1169-C81DCAF72AA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61628" y="5185330"/>
            <a:ext cx="1507628" cy="1249611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698B04A6-A5CE-9C1B-3D77-892CF152AC7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28710" y="5185330"/>
            <a:ext cx="1507625" cy="1249609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564F99E6-0CD4-E2AB-57CE-CF4D93CB751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89147" y="5185330"/>
            <a:ext cx="1507629" cy="1249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93433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F722022-4404-090B-0D79-8B5C43035B9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67004" y="1686756"/>
            <a:ext cx="8367942" cy="4829657"/>
          </a:xfrm>
        </p:spPr>
        <p:txBody>
          <a:bodyPr>
            <a:normAutofit/>
          </a:bodyPr>
          <a:lstStyle/>
          <a:p>
            <a:pPr marL="514346" lvl="1" indent="-342900">
              <a:lnSpc>
                <a:spcPct val="130000"/>
              </a:lnSpc>
              <a:spcAft>
                <a:spcPts val="900"/>
              </a:spcAft>
            </a:pPr>
            <a:r>
              <a:rPr lang="en-HK" dirty="0"/>
              <a:t>Imagine you have a large grid representing a beaker of still water. In the middle, you gently drop a single drop of ink (a "hot spot" of high concentration).</a:t>
            </a:r>
          </a:p>
          <a:p>
            <a:pPr marL="514346" lvl="1" indent="-342900">
              <a:lnSpc>
                <a:spcPct val="130000"/>
              </a:lnSpc>
              <a:spcAft>
                <a:spcPts val="900"/>
              </a:spcAft>
            </a:pPr>
            <a:endParaRPr lang="en-HK" dirty="0"/>
          </a:p>
          <a:p>
            <a:pPr marL="514346" lvl="1" indent="-342900">
              <a:lnSpc>
                <a:spcPct val="130000"/>
              </a:lnSpc>
              <a:spcAft>
                <a:spcPts val="900"/>
              </a:spcAft>
            </a:pPr>
            <a:endParaRPr lang="en-HK" dirty="0"/>
          </a:p>
          <a:p>
            <a:pPr marL="514346" lvl="1" indent="-342900">
              <a:lnSpc>
                <a:spcPct val="130000"/>
              </a:lnSpc>
              <a:spcAft>
                <a:spcPts val="900"/>
              </a:spcAft>
            </a:pPr>
            <a:endParaRPr lang="en-HK" dirty="0"/>
          </a:p>
          <a:p>
            <a:pPr marL="514346" lvl="1" indent="-342900">
              <a:lnSpc>
                <a:spcPct val="130000"/>
              </a:lnSpc>
              <a:spcAft>
                <a:spcPts val="900"/>
              </a:spcAft>
            </a:pPr>
            <a:endParaRPr lang="en-HK" dirty="0"/>
          </a:p>
          <a:p>
            <a:pPr marL="971541" lvl="2" indent="-342900">
              <a:lnSpc>
                <a:spcPct val="130000"/>
              </a:lnSpc>
            </a:pPr>
            <a:r>
              <a:rPr lang="en-HK" dirty="0"/>
              <a:t>Initially: One spot has a value of 100 (pure ink), and everything else is 0 (Clear water).</a:t>
            </a:r>
          </a:p>
          <a:p>
            <a:pPr marL="971541" lvl="2" indent="-342900">
              <a:lnSpc>
                <a:spcPct val="130000"/>
              </a:lnSpc>
            </a:pPr>
            <a:r>
              <a:rPr lang="en-HK" dirty="0"/>
              <a:t>Over Time: The ink particles move randomly. They travel from where there are many particles to where there are fewer particles.</a:t>
            </a:r>
          </a:p>
          <a:p>
            <a:pPr marL="971541" lvl="2" indent="-342900">
              <a:lnSpc>
                <a:spcPct val="130000"/>
              </a:lnSpc>
            </a:pPr>
            <a:r>
              <a:rPr lang="en-HK" dirty="0"/>
              <a:t>Eventually: The ink spreads out until the entire beaker has the same, low-level concentration. This state is called equilibrium, and the water is a uniform blue.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5A55C30-D8DB-1C45-578B-3226249F9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Q2: </a:t>
            </a:r>
            <a:r>
              <a:rPr lang="en-HK" dirty="0"/>
              <a:t>Parallel Diffusion Simulation 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D3C814E-E561-2E5D-D91E-1C999DBBCBEB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95485" y="2316654"/>
            <a:ext cx="3150694" cy="1771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06163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CBFCDEB-0132-48B8-C9C3-4F4E45F4CFA5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pPr marL="514346" lvl="1" indent="-342900">
              <a:lnSpc>
                <a:spcPct val="120000"/>
              </a:lnSpc>
              <a:spcAft>
                <a:spcPts val="900"/>
              </a:spcAft>
            </a:pPr>
            <a:r>
              <a:rPr lang="en-HK" dirty="0"/>
              <a:t>The simulation is initialized on a </a:t>
            </a:r>
            <a:r>
              <a:rPr lang="en-HK" dirty="0">
                <a:solidFill>
                  <a:srgbClr val="C40C67"/>
                </a:solidFill>
              </a:rPr>
              <a:t>two-dimensional grid </a:t>
            </a:r>
            <a:r>
              <a:rPr lang="en-HK" dirty="0"/>
              <a:t>of squares </a:t>
            </a:r>
          </a:p>
          <a:p>
            <a:pPr marL="971541" lvl="2" indent="-342900">
              <a:lnSpc>
                <a:spcPct val="120000"/>
              </a:lnSpc>
            </a:pPr>
            <a:r>
              <a:rPr lang="en-HK" dirty="0"/>
              <a:t>We are considering a grid size of </a:t>
            </a:r>
            <a:r>
              <a:rPr lang="en-HK" b="1" dirty="0">
                <a:solidFill>
                  <a:srgbClr val="C40C67"/>
                </a:solidFill>
              </a:rPr>
              <a:t>20 x 20</a:t>
            </a:r>
            <a:r>
              <a:rPr lang="en-HK" dirty="0">
                <a:solidFill>
                  <a:srgbClr val="C40C67"/>
                </a:solidFill>
              </a:rPr>
              <a:t> </a:t>
            </a:r>
            <a:r>
              <a:rPr lang="en-HK" dirty="0"/>
              <a:t>for our assignment.</a:t>
            </a:r>
            <a:endParaRPr lang="en-HK" dirty="0">
              <a:solidFill>
                <a:srgbClr val="000000"/>
              </a:solidFill>
              <a:latin typeface="Segoe UI "/>
            </a:endParaRPr>
          </a:p>
          <a:p>
            <a:pPr marL="514346" lvl="1" indent="-342900">
              <a:lnSpc>
                <a:spcPct val="120000"/>
              </a:lnSpc>
              <a:spcAft>
                <a:spcPts val="900"/>
              </a:spcAft>
              <a:buClr>
                <a:srgbClr val="C40C67"/>
              </a:buClr>
              <a:defRPr/>
            </a:pPr>
            <a:r>
              <a:rPr lang="en-HK" dirty="0">
                <a:solidFill>
                  <a:srgbClr val="000000"/>
                </a:solidFill>
                <a:latin typeface="Segoe UI "/>
              </a:rPr>
              <a:t>To simulate spreading, we apply a simple rule to every cell in the grid simultaneously</a:t>
            </a:r>
          </a:p>
          <a:p>
            <a:pPr marL="971541" lvl="2" indent="-342900">
              <a:lnSpc>
                <a:spcPct val="120000"/>
              </a:lnSpc>
              <a:buClr>
                <a:srgbClr val="C40C67"/>
              </a:buClr>
              <a:defRPr/>
            </a:pPr>
            <a:r>
              <a:rPr lang="en-HK" dirty="0">
                <a:solidFill>
                  <a:srgbClr val="000000"/>
                </a:solidFill>
                <a:latin typeface="Segoe UI "/>
              </a:rPr>
              <a:t>To calculate the value of a cell (Center) for the next second of time, we look at its four immediate neighbors: North (N), South (S), East (E), and West (W).</a:t>
            </a:r>
          </a:p>
          <a:p>
            <a:pPr marL="971541" lvl="2" indent="-342900">
              <a:lnSpc>
                <a:spcPct val="120000"/>
              </a:lnSpc>
              <a:buClr>
                <a:srgbClr val="C40C67"/>
              </a:buClr>
              <a:defRPr/>
            </a:pPr>
            <a:r>
              <a:rPr lang="en-HK" dirty="0">
                <a:solidFill>
                  <a:srgbClr val="000000"/>
                </a:solidFill>
                <a:latin typeface="Segoe UI "/>
              </a:rPr>
              <a:t>The change in the center cell is determined by the net difference between it and its neighbors:  </a:t>
            </a:r>
            <a:endParaRPr lang="en-US" dirty="0">
              <a:solidFill>
                <a:srgbClr val="000000"/>
              </a:solidFill>
              <a:latin typeface="Segoe UI 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65CEC2A-ACFF-7890-95F4-80E01A736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Q2: </a:t>
            </a:r>
            <a:r>
              <a:rPr lang="en-HK" dirty="0"/>
              <a:t>Parallel Diffusion Simulation </a:t>
            </a:r>
            <a:endParaRPr lang="en-US" dirty="0"/>
          </a:p>
        </p:txBody>
      </p:sp>
      <p:pic>
        <p:nvPicPr>
          <p:cNvPr id="16" name="Picture 2" descr="Conteo de segmentos Quiz">
            <a:extLst>
              <a:ext uri="{FF2B5EF4-FFF2-40B4-BE49-F238E27FC236}">
                <a16:creationId xmlns:a16="http://schemas.microsoft.com/office/drawing/2014/main" id="{06369577-441C-7CA8-D7BA-678F1A5565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758" y="4294283"/>
            <a:ext cx="2070100" cy="2019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Oval 16">
            <a:extLst>
              <a:ext uri="{FF2B5EF4-FFF2-40B4-BE49-F238E27FC236}">
                <a16:creationId xmlns:a16="http://schemas.microsoft.com/office/drawing/2014/main" id="{98136226-43BC-6C12-A6D2-0E0F8D38D04E}"/>
              </a:ext>
            </a:extLst>
          </p:cNvPr>
          <p:cNvSpPr/>
          <p:nvPr/>
        </p:nvSpPr>
        <p:spPr>
          <a:xfrm>
            <a:off x="1416112" y="5101609"/>
            <a:ext cx="441435" cy="441435"/>
          </a:xfrm>
          <a:prstGeom prst="ellipse">
            <a:avLst/>
          </a:prstGeom>
          <a:solidFill>
            <a:srgbClr val="C74F66">
              <a:alpha val="48627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1A8125C-E28A-242F-D5B5-AF0BA9D83E5C}"/>
              </a:ext>
            </a:extLst>
          </p:cNvPr>
          <p:cNvCxnSpPr/>
          <p:nvPr/>
        </p:nvCxnSpPr>
        <p:spPr>
          <a:xfrm flipH="1">
            <a:off x="1857547" y="4407926"/>
            <a:ext cx="1545020" cy="77776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24807CF6-412B-271E-303A-ADEA45994B10}"/>
              </a:ext>
            </a:extLst>
          </p:cNvPr>
          <p:cNvSpPr txBox="1"/>
          <p:nvPr/>
        </p:nvSpPr>
        <p:spPr>
          <a:xfrm>
            <a:off x="3402567" y="4165556"/>
            <a:ext cx="61106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C74F66"/>
                </a:solidFill>
                <a:latin typeface=""/>
              </a:rPr>
              <a:t>center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CF0E441-19F0-52EA-61C3-9C27B6E04FB7}"/>
              </a:ext>
            </a:extLst>
          </p:cNvPr>
          <p:cNvSpPr txBox="1"/>
          <p:nvPr/>
        </p:nvSpPr>
        <p:spPr>
          <a:xfrm>
            <a:off x="1332762" y="4142417"/>
            <a:ext cx="5597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C74F66"/>
                </a:solidFill>
                <a:latin typeface=""/>
              </a:rPr>
              <a:t>North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0B85461-2DC3-4FDC-E05E-6D925CC67801}"/>
              </a:ext>
            </a:extLst>
          </p:cNvPr>
          <p:cNvSpPr txBox="1"/>
          <p:nvPr/>
        </p:nvSpPr>
        <p:spPr>
          <a:xfrm>
            <a:off x="1350620" y="6176380"/>
            <a:ext cx="5854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C74F66"/>
                </a:solidFill>
                <a:latin typeface=""/>
              </a:rPr>
              <a:t>South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9D3A30D-6841-3249-6DF7-33D91C517895}"/>
              </a:ext>
            </a:extLst>
          </p:cNvPr>
          <p:cNvSpPr txBox="1"/>
          <p:nvPr/>
        </p:nvSpPr>
        <p:spPr>
          <a:xfrm>
            <a:off x="2534269" y="5151063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C74F66"/>
                </a:solidFill>
                <a:latin typeface=""/>
              </a:rPr>
              <a:t>East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C1C0E11-426E-A977-760F-766767A2FBB2}"/>
              </a:ext>
            </a:extLst>
          </p:cNvPr>
          <p:cNvSpPr txBox="1"/>
          <p:nvPr/>
        </p:nvSpPr>
        <p:spPr>
          <a:xfrm>
            <a:off x="244752" y="5143651"/>
            <a:ext cx="5329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C74F66"/>
                </a:solidFill>
                <a:latin typeface=""/>
              </a:rPr>
              <a:t>West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D4D9580-97B0-6701-F503-D2BCE41C950A}"/>
                  </a:ext>
                </a:extLst>
              </p:cNvPr>
              <p:cNvSpPr txBox="1"/>
              <p:nvPr/>
            </p:nvSpPr>
            <p:spPr>
              <a:xfrm>
                <a:off x="3175643" y="5063813"/>
                <a:ext cx="5535105" cy="32137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𝑛𝑒𝑥𝑡</m:t>
                          </m:r>
                        </m:sup>
                      </m:sSubSup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𝑐𝑢𝑟𝑟𝑒𝑛𝑡</m:t>
                          </m:r>
                        </m:sup>
                      </m:sSubSup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𝛾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× </m:t>
                      </m:r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𝑐𝑢𝑟𝑟𝑒𝑛𝑡</m:t>
                          </m:r>
                        </m:sup>
                      </m:sSubSup>
                      <m:r>
                        <a:rPr lang="en-US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D4D9580-97B0-6701-F503-D2BCE41C95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5643" y="5063813"/>
                <a:ext cx="5535105" cy="321370"/>
              </a:xfrm>
              <a:prstGeom prst="rect">
                <a:avLst/>
              </a:prstGeom>
              <a:blipFill>
                <a:blip r:embed="rId3"/>
                <a:stretch>
                  <a:fillRect l="-229" t="-3846" r="-1147" b="-269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D3C5CEA-F1F6-F4E6-78F1-EDF4F01CB329}"/>
                  </a:ext>
                </a:extLst>
              </p:cNvPr>
              <p:cNvSpPr txBox="1"/>
              <p:nvPr/>
            </p:nvSpPr>
            <p:spPr>
              <a:xfrm>
                <a:off x="3175643" y="5361680"/>
                <a:ext cx="5060392" cy="9114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1200" i="1" dirty="0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200" dirty="0">
                    <a:latin typeface=""/>
                  </a:rPr>
                  <a:t>is the value of cell (</a:t>
                </a:r>
                <a:r>
                  <a:rPr lang="en-US" sz="1200" dirty="0" err="1">
                    <a:latin typeface=""/>
                  </a:rPr>
                  <a:t>i</a:t>
                </a:r>
                <a:r>
                  <a:rPr lang="en-US" sz="1200" dirty="0">
                    <a:latin typeface=""/>
                  </a:rPr>
                  <a:t>, j)</a:t>
                </a:r>
              </a:p>
              <a:p>
                <a:pPr marL="285750" indent="-285750">
                  <a:lnSpc>
                    <a:spcPct val="150000"/>
                  </a:lnSpc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HK" sz="1200" dirty="0">
                    <a:latin typeface=""/>
                  </a:rPr>
                  <a:t> is the diffusion coefficient, should be less than 0.25 for stability</a:t>
                </a:r>
              </a:p>
              <a:p>
                <a:pPr marL="285750" indent="-285750">
                  <a:lnSpc>
                    <a:spcPct val="150000"/>
                  </a:lnSpc>
                  <a:buFont typeface="Courier New" panose="02070309020205020404" pitchFamily="49" charset="0"/>
                  <a:buChar char="o"/>
                </a:pPr>
                <a:r>
                  <a:rPr lang="en-US" sz="1200" dirty="0">
                    <a:latin typeface=""/>
                  </a:rPr>
                  <a:t>N,S,E,W are the FOUR immediate neighbors</a:t>
                </a:r>
              </a:p>
            </p:txBody>
          </p:sp>
        </mc:Choice>
        <mc:Fallback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D3C5CEA-F1F6-F4E6-78F1-EDF4F01CB3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5643" y="5361680"/>
                <a:ext cx="5060392" cy="911403"/>
              </a:xfrm>
              <a:prstGeom prst="rect">
                <a:avLst/>
              </a:prstGeom>
              <a:blipFill>
                <a:blip r:embed="rId4"/>
                <a:stretch>
                  <a:fillRect b="-69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274617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AA702EC-5439-09B3-0BC7-D894514ED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Visualization Example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D7F200F-1E7C-125E-5B1C-91931F8EFD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8130749"/>
              </p:ext>
            </p:extLst>
          </p:nvPr>
        </p:nvGraphicFramePr>
        <p:xfrm>
          <a:off x="725212" y="1994534"/>
          <a:ext cx="1847854" cy="1581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35281">
                  <a:extLst>
                    <a:ext uri="{9D8B030D-6E8A-4147-A177-3AD203B41FA5}">
                      <a16:colId xmlns:a16="http://schemas.microsoft.com/office/drawing/2014/main" val="1874241646"/>
                    </a:ext>
                  </a:extLst>
                </a:gridCol>
                <a:gridCol w="335281">
                  <a:extLst>
                    <a:ext uri="{9D8B030D-6E8A-4147-A177-3AD203B41FA5}">
                      <a16:colId xmlns:a16="http://schemas.microsoft.com/office/drawing/2014/main" val="3679160339"/>
                    </a:ext>
                  </a:extLst>
                </a:gridCol>
                <a:gridCol w="506730">
                  <a:extLst>
                    <a:ext uri="{9D8B030D-6E8A-4147-A177-3AD203B41FA5}">
                      <a16:colId xmlns:a16="http://schemas.microsoft.com/office/drawing/2014/main" val="2298901001"/>
                    </a:ext>
                  </a:extLst>
                </a:gridCol>
                <a:gridCol w="335281">
                  <a:extLst>
                    <a:ext uri="{9D8B030D-6E8A-4147-A177-3AD203B41FA5}">
                      <a16:colId xmlns:a16="http://schemas.microsoft.com/office/drawing/2014/main" val="1899539796"/>
                    </a:ext>
                  </a:extLst>
                </a:gridCol>
                <a:gridCol w="335281">
                  <a:extLst>
                    <a:ext uri="{9D8B030D-6E8A-4147-A177-3AD203B41FA5}">
                      <a16:colId xmlns:a16="http://schemas.microsoft.com/office/drawing/2014/main" val="1347449886"/>
                    </a:ext>
                  </a:extLst>
                </a:gridCol>
              </a:tblGrid>
              <a:tr h="31627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05076496"/>
                  </a:ext>
                </a:extLst>
              </a:tr>
              <a:tr h="31627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3539733"/>
                  </a:ext>
                </a:extLst>
              </a:tr>
              <a:tr h="31627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3973328"/>
                  </a:ext>
                </a:extLst>
              </a:tr>
              <a:tr h="31627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1142263"/>
                  </a:ext>
                </a:extLst>
              </a:tr>
              <a:tr h="31627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773024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F4F5839-B3D5-263C-B9F8-5A3F3C5FB8C8}"/>
              </a:ext>
            </a:extLst>
          </p:cNvPr>
          <p:cNvSpPr txBox="1"/>
          <p:nvPr/>
        </p:nvSpPr>
        <p:spPr>
          <a:xfrm>
            <a:off x="949303" y="1686757"/>
            <a:ext cx="12282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C40C67"/>
                </a:solidFill>
              </a:rPr>
              <a:t>Initial Setting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CE32A61-9983-AC7F-C720-468304BB45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0366890"/>
              </p:ext>
            </p:extLst>
          </p:nvPr>
        </p:nvGraphicFramePr>
        <p:xfrm>
          <a:off x="3215512" y="1994534"/>
          <a:ext cx="1915506" cy="1581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7556">
                  <a:extLst>
                    <a:ext uri="{9D8B030D-6E8A-4147-A177-3AD203B41FA5}">
                      <a16:colId xmlns:a16="http://schemas.microsoft.com/office/drawing/2014/main" val="1874241646"/>
                    </a:ext>
                  </a:extLst>
                </a:gridCol>
                <a:gridCol w="347556">
                  <a:extLst>
                    <a:ext uri="{9D8B030D-6E8A-4147-A177-3AD203B41FA5}">
                      <a16:colId xmlns:a16="http://schemas.microsoft.com/office/drawing/2014/main" val="3679160339"/>
                    </a:ext>
                  </a:extLst>
                </a:gridCol>
                <a:gridCol w="525282">
                  <a:extLst>
                    <a:ext uri="{9D8B030D-6E8A-4147-A177-3AD203B41FA5}">
                      <a16:colId xmlns:a16="http://schemas.microsoft.com/office/drawing/2014/main" val="2298901001"/>
                    </a:ext>
                  </a:extLst>
                </a:gridCol>
                <a:gridCol w="347556">
                  <a:extLst>
                    <a:ext uri="{9D8B030D-6E8A-4147-A177-3AD203B41FA5}">
                      <a16:colId xmlns:a16="http://schemas.microsoft.com/office/drawing/2014/main" val="1899539796"/>
                    </a:ext>
                  </a:extLst>
                </a:gridCol>
                <a:gridCol w="347556">
                  <a:extLst>
                    <a:ext uri="{9D8B030D-6E8A-4147-A177-3AD203B41FA5}">
                      <a16:colId xmlns:a16="http://schemas.microsoft.com/office/drawing/2014/main" val="1347449886"/>
                    </a:ext>
                  </a:extLst>
                </a:gridCol>
              </a:tblGrid>
              <a:tr h="31627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05076496"/>
                  </a:ext>
                </a:extLst>
              </a:tr>
              <a:tr h="31627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3539733"/>
                  </a:ext>
                </a:extLst>
              </a:tr>
              <a:tr h="31627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5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80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3973328"/>
                  </a:ext>
                </a:extLst>
              </a:tr>
              <a:tr h="31627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1142263"/>
                  </a:ext>
                </a:extLst>
              </a:tr>
              <a:tr h="31627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7730244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122C233-7BFC-1C1B-F45A-A952B17E67C9}"/>
                  </a:ext>
                </a:extLst>
              </p:cNvPr>
              <p:cNvSpPr txBox="1"/>
              <p:nvPr/>
            </p:nvSpPr>
            <p:spPr>
              <a:xfrm>
                <a:off x="6801940" y="1238644"/>
                <a:ext cx="151176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C40C67"/>
                    </a:solidFill>
                  </a:rPr>
                  <a:t>E.g.,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C40C67"/>
                        </a:solidFill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i="1" dirty="0" smtClean="0">
                        <a:solidFill>
                          <a:srgbClr val="C40C67"/>
                        </a:solidFill>
                        <a:latin typeface="Cambria Math" panose="02040503050406030204" pitchFamily="18" charset="0"/>
                      </a:rPr>
                      <m:t>=0.05</m:t>
                    </m:r>
                  </m:oMath>
                </a14:m>
                <a:endParaRPr lang="en-US" dirty="0">
                  <a:solidFill>
                    <a:srgbClr val="C40C67"/>
                  </a:solidFill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122C233-7BFC-1C1B-F45A-A952B17E67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1940" y="1238644"/>
                <a:ext cx="1511761" cy="369332"/>
              </a:xfrm>
              <a:prstGeom prst="rect">
                <a:avLst/>
              </a:prstGeom>
              <a:blipFill>
                <a:blip r:embed="rId2"/>
                <a:stretch>
                  <a:fillRect l="-3333" t="-666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841AE1A7-15C2-4345-E514-18F25000B6D6}"/>
              </a:ext>
            </a:extLst>
          </p:cNvPr>
          <p:cNvSpPr txBox="1"/>
          <p:nvPr/>
        </p:nvSpPr>
        <p:spPr>
          <a:xfrm>
            <a:off x="3035246" y="4234361"/>
            <a:ext cx="228940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200" dirty="0">
                <a:latin typeface=""/>
              </a:rPr>
              <a:t>100 + 0.05*(0-4*100) = 80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200" dirty="0">
                <a:latin typeface=""/>
              </a:rPr>
              <a:t>0 + 0.05*(100-0) = 5 </a:t>
            </a:r>
          </a:p>
          <a:p>
            <a:endParaRPr lang="en-US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86729CE-027E-6D82-9733-6A13DC14B9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4631365"/>
              </p:ext>
            </p:extLst>
          </p:nvPr>
        </p:nvGraphicFramePr>
        <p:xfrm>
          <a:off x="3215509" y="1990420"/>
          <a:ext cx="1915507" cy="1581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7556">
                  <a:extLst>
                    <a:ext uri="{9D8B030D-6E8A-4147-A177-3AD203B41FA5}">
                      <a16:colId xmlns:a16="http://schemas.microsoft.com/office/drawing/2014/main" val="1874241646"/>
                    </a:ext>
                  </a:extLst>
                </a:gridCol>
                <a:gridCol w="347556">
                  <a:extLst>
                    <a:ext uri="{9D8B030D-6E8A-4147-A177-3AD203B41FA5}">
                      <a16:colId xmlns:a16="http://schemas.microsoft.com/office/drawing/2014/main" val="3679160339"/>
                    </a:ext>
                  </a:extLst>
                </a:gridCol>
                <a:gridCol w="525283">
                  <a:extLst>
                    <a:ext uri="{9D8B030D-6E8A-4147-A177-3AD203B41FA5}">
                      <a16:colId xmlns:a16="http://schemas.microsoft.com/office/drawing/2014/main" val="2298901001"/>
                    </a:ext>
                  </a:extLst>
                </a:gridCol>
                <a:gridCol w="347556">
                  <a:extLst>
                    <a:ext uri="{9D8B030D-6E8A-4147-A177-3AD203B41FA5}">
                      <a16:colId xmlns:a16="http://schemas.microsoft.com/office/drawing/2014/main" val="1899539796"/>
                    </a:ext>
                  </a:extLst>
                </a:gridCol>
                <a:gridCol w="347556">
                  <a:extLst>
                    <a:ext uri="{9D8B030D-6E8A-4147-A177-3AD203B41FA5}">
                      <a16:colId xmlns:a16="http://schemas.microsoft.com/office/drawing/2014/main" val="1347449886"/>
                    </a:ext>
                  </a:extLst>
                </a:gridCol>
              </a:tblGrid>
              <a:tr h="31627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05076496"/>
                  </a:ext>
                </a:extLst>
              </a:tr>
              <a:tr h="31627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C74F66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3539733"/>
                  </a:ext>
                </a:extLst>
              </a:tr>
              <a:tr h="31627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C74F66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C74F66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3973328"/>
                  </a:ext>
                </a:extLst>
              </a:tr>
              <a:tr h="31627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C74F66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1142263"/>
                  </a:ext>
                </a:extLst>
              </a:tr>
              <a:tr h="31627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7730244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808379D9-B2EE-1823-9235-78A9932B49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8032070"/>
              </p:ext>
            </p:extLst>
          </p:nvPr>
        </p:nvGraphicFramePr>
        <p:xfrm>
          <a:off x="5779678" y="1990420"/>
          <a:ext cx="1915507" cy="1581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7556">
                  <a:extLst>
                    <a:ext uri="{9D8B030D-6E8A-4147-A177-3AD203B41FA5}">
                      <a16:colId xmlns:a16="http://schemas.microsoft.com/office/drawing/2014/main" val="1874241646"/>
                    </a:ext>
                  </a:extLst>
                </a:gridCol>
                <a:gridCol w="347556">
                  <a:extLst>
                    <a:ext uri="{9D8B030D-6E8A-4147-A177-3AD203B41FA5}">
                      <a16:colId xmlns:a16="http://schemas.microsoft.com/office/drawing/2014/main" val="3679160339"/>
                    </a:ext>
                  </a:extLst>
                </a:gridCol>
                <a:gridCol w="525283">
                  <a:extLst>
                    <a:ext uri="{9D8B030D-6E8A-4147-A177-3AD203B41FA5}">
                      <a16:colId xmlns:a16="http://schemas.microsoft.com/office/drawing/2014/main" val="2298901001"/>
                    </a:ext>
                  </a:extLst>
                </a:gridCol>
                <a:gridCol w="347556">
                  <a:extLst>
                    <a:ext uri="{9D8B030D-6E8A-4147-A177-3AD203B41FA5}">
                      <a16:colId xmlns:a16="http://schemas.microsoft.com/office/drawing/2014/main" val="1899539796"/>
                    </a:ext>
                  </a:extLst>
                </a:gridCol>
                <a:gridCol w="347556">
                  <a:extLst>
                    <a:ext uri="{9D8B030D-6E8A-4147-A177-3AD203B41FA5}">
                      <a16:colId xmlns:a16="http://schemas.microsoft.com/office/drawing/2014/main" val="1347449886"/>
                    </a:ext>
                  </a:extLst>
                </a:gridCol>
              </a:tblGrid>
              <a:tr h="31627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05076496"/>
                  </a:ext>
                </a:extLst>
              </a:tr>
              <a:tr h="31627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3539733"/>
                  </a:ext>
                </a:extLst>
              </a:tr>
              <a:tr h="31627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C40C67"/>
                          </a:solidFill>
                        </a:rPr>
                        <a:t>65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3973328"/>
                  </a:ext>
                </a:extLst>
              </a:tr>
              <a:tr h="31627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1142263"/>
                  </a:ext>
                </a:extLst>
              </a:tr>
              <a:tr h="31627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7730244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22A0C3DA-039E-6E19-C3A1-7D960EF2BEA2}"/>
              </a:ext>
            </a:extLst>
          </p:cNvPr>
          <p:cNvSpPr txBox="1"/>
          <p:nvPr/>
        </p:nvSpPr>
        <p:spPr>
          <a:xfrm>
            <a:off x="1313149" y="3629748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 = 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FD8C836-B48F-2E9C-4F03-7538D9D4F04A}"/>
              </a:ext>
            </a:extLst>
          </p:cNvPr>
          <p:cNvSpPr txBox="1"/>
          <p:nvPr/>
        </p:nvSpPr>
        <p:spPr>
          <a:xfrm>
            <a:off x="3837274" y="3629748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 = 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D307F98-62D1-DF3A-B11B-39AF4C96D8C3}"/>
              </a:ext>
            </a:extLst>
          </p:cNvPr>
          <p:cNvSpPr txBox="1"/>
          <p:nvPr/>
        </p:nvSpPr>
        <p:spPr>
          <a:xfrm>
            <a:off x="6401441" y="3594233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 = 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69DD4DA-31BA-36DE-A245-2EA3AFB62755}"/>
              </a:ext>
            </a:extLst>
          </p:cNvPr>
          <p:cNvSpPr txBox="1"/>
          <p:nvPr/>
        </p:nvSpPr>
        <p:spPr>
          <a:xfrm>
            <a:off x="5699715" y="4234361"/>
            <a:ext cx="220445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285750" indent="-285750">
              <a:buFont typeface="Courier New" panose="02070309020205020404" pitchFamily="49" charset="0"/>
              <a:buChar char="o"/>
              <a:defRPr sz="1200">
                <a:latin typeface=""/>
              </a:defRPr>
            </a:lvl1pPr>
          </a:lstStyle>
          <a:p>
            <a:r>
              <a:rPr lang="en-US" dirty="0"/>
              <a:t>80 + 0.05*(20-4*80) = 65 </a:t>
            </a:r>
          </a:p>
          <a:p>
            <a:r>
              <a:rPr lang="en-US" dirty="0"/>
              <a:t>5 + 0.05*(80-4*5) = 8 </a:t>
            </a:r>
          </a:p>
          <a:p>
            <a:r>
              <a:rPr lang="en-US" dirty="0"/>
              <a:t>0 + 0.05*(10-4*0) = 0.5</a:t>
            </a:r>
          </a:p>
          <a:p>
            <a:r>
              <a:rPr lang="en-US" dirty="0"/>
              <a:t>0 + 0.05*(5-4*0) = 0.25 </a:t>
            </a:r>
          </a:p>
          <a:p>
            <a:endParaRPr lang="en-US" dirty="0"/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84A54079-389B-AF2E-A6A9-9F2CBBE55C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090870"/>
              </p:ext>
            </p:extLst>
          </p:nvPr>
        </p:nvGraphicFramePr>
        <p:xfrm>
          <a:off x="5779678" y="2000122"/>
          <a:ext cx="1915507" cy="1581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7556">
                  <a:extLst>
                    <a:ext uri="{9D8B030D-6E8A-4147-A177-3AD203B41FA5}">
                      <a16:colId xmlns:a16="http://schemas.microsoft.com/office/drawing/2014/main" val="1874241646"/>
                    </a:ext>
                  </a:extLst>
                </a:gridCol>
                <a:gridCol w="347556">
                  <a:extLst>
                    <a:ext uri="{9D8B030D-6E8A-4147-A177-3AD203B41FA5}">
                      <a16:colId xmlns:a16="http://schemas.microsoft.com/office/drawing/2014/main" val="3679160339"/>
                    </a:ext>
                  </a:extLst>
                </a:gridCol>
                <a:gridCol w="525283">
                  <a:extLst>
                    <a:ext uri="{9D8B030D-6E8A-4147-A177-3AD203B41FA5}">
                      <a16:colId xmlns:a16="http://schemas.microsoft.com/office/drawing/2014/main" val="2298901001"/>
                    </a:ext>
                  </a:extLst>
                </a:gridCol>
                <a:gridCol w="347556">
                  <a:extLst>
                    <a:ext uri="{9D8B030D-6E8A-4147-A177-3AD203B41FA5}">
                      <a16:colId xmlns:a16="http://schemas.microsoft.com/office/drawing/2014/main" val="1899539796"/>
                    </a:ext>
                  </a:extLst>
                </a:gridCol>
                <a:gridCol w="347556">
                  <a:extLst>
                    <a:ext uri="{9D8B030D-6E8A-4147-A177-3AD203B41FA5}">
                      <a16:colId xmlns:a16="http://schemas.microsoft.com/office/drawing/2014/main" val="1347449886"/>
                    </a:ext>
                  </a:extLst>
                </a:gridCol>
              </a:tblGrid>
              <a:tr h="31627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05076496"/>
                  </a:ext>
                </a:extLst>
              </a:tr>
              <a:tr h="31627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C40C67"/>
                          </a:solidFill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3539733"/>
                  </a:ext>
                </a:extLst>
              </a:tr>
              <a:tr h="31627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85783" rtl="0" eaLnBrk="1" latinLnBrk="0" hangingPunct="1"/>
                      <a:r>
                        <a:rPr lang="en-US" sz="1350" kern="1200" dirty="0">
                          <a:solidFill>
                            <a:srgbClr val="C40C67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65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85783" rtl="0" eaLnBrk="1" latinLnBrk="0" hangingPunct="1"/>
                      <a:r>
                        <a:rPr lang="en-US" sz="1350" kern="1200" dirty="0">
                          <a:solidFill>
                            <a:srgbClr val="C40C67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3973328"/>
                  </a:ext>
                </a:extLst>
              </a:tr>
              <a:tr h="31627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85783" rtl="0" eaLnBrk="1" latinLnBrk="0" hangingPunct="1"/>
                      <a:r>
                        <a:rPr lang="en-US" sz="1350" kern="1200" dirty="0">
                          <a:solidFill>
                            <a:srgbClr val="C40C67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1142263"/>
                  </a:ext>
                </a:extLst>
              </a:tr>
              <a:tr h="31627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7730244"/>
                  </a:ext>
                </a:extLst>
              </a:tr>
            </a:tbl>
          </a:graphicData>
        </a:graphic>
      </p:graphicFrame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56EF9432-2D7E-BF0A-EA69-2DADAB9068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1748789"/>
              </p:ext>
            </p:extLst>
          </p:nvPr>
        </p:nvGraphicFramePr>
        <p:xfrm>
          <a:off x="5676064" y="1990420"/>
          <a:ext cx="2122731" cy="1581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7556">
                  <a:extLst>
                    <a:ext uri="{9D8B030D-6E8A-4147-A177-3AD203B41FA5}">
                      <a16:colId xmlns:a16="http://schemas.microsoft.com/office/drawing/2014/main" val="1874241646"/>
                    </a:ext>
                  </a:extLst>
                </a:gridCol>
                <a:gridCol w="451168">
                  <a:extLst>
                    <a:ext uri="{9D8B030D-6E8A-4147-A177-3AD203B41FA5}">
                      <a16:colId xmlns:a16="http://schemas.microsoft.com/office/drawing/2014/main" val="3679160339"/>
                    </a:ext>
                  </a:extLst>
                </a:gridCol>
                <a:gridCol w="525283">
                  <a:extLst>
                    <a:ext uri="{9D8B030D-6E8A-4147-A177-3AD203B41FA5}">
                      <a16:colId xmlns:a16="http://schemas.microsoft.com/office/drawing/2014/main" val="2298901001"/>
                    </a:ext>
                  </a:extLst>
                </a:gridCol>
                <a:gridCol w="451168">
                  <a:extLst>
                    <a:ext uri="{9D8B030D-6E8A-4147-A177-3AD203B41FA5}">
                      <a16:colId xmlns:a16="http://schemas.microsoft.com/office/drawing/2014/main" val="1899539796"/>
                    </a:ext>
                  </a:extLst>
                </a:gridCol>
                <a:gridCol w="347556">
                  <a:extLst>
                    <a:ext uri="{9D8B030D-6E8A-4147-A177-3AD203B41FA5}">
                      <a16:colId xmlns:a16="http://schemas.microsoft.com/office/drawing/2014/main" val="1347449886"/>
                    </a:ext>
                  </a:extLst>
                </a:gridCol>
              </a:tblGrid>
              <a:tr h="31627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05076496"/>
                  </a:ext>
                </a:extLst>
              </a:tr>
              <a:tr h="31627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C40C67"/>
                          </a:solidFill>
                        </a:rPr>
                        <a:t>0.5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C40C67"/>
                          </a:solidFill>
                        </a:rPr>
                        <a:t>0.5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3539733"/>
                  </a:ext>
                </a:extLst>
              </a:tr>
              <a:tr h="31627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85783" rtl="0" eaLnBrk="1" latinLnBrk="0" hangingPunct="1"/>
                      <a:r>
                        <a:rPr lang="en-US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65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85783" rtl="0" eaLnBrk="1" latinLnBrk="0" hangingPunct="1"/>
                      <a:r>
                        <a:rPr lang="en-US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3973328"/>
                  </a:ext>
                </a:extLst>
              </a:tr>
              <a:tr h="31627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C40C67"/>
                          </a:solidFill>
                        </a:rPr>
                        <a:t>0.5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85783" rtl="0" eaLnBrk="1" latinLnBrk="0" hangingPunct="1"/>
                      <a:r>
                        <a:rPr lang="en-US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C40C67"/>
                          </a:solidFill>
                        </a:rPr>
                        <a:t>0.5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1142263"/>
                  </a:ext>
                </a:extLst>
              </a:tr>
              <a:tr h="31627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7730244"/>
                  </a:ext>
                </a:extLst>
              </a:tr>
            </a:tbl>
          </a:graphicData>
        </a:graphic>
      </p:graphicFrame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C10C2A34-A9F0-7A9D-A3CC-F3DC636FF5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7449456"/>
              </p:ext>
            </p:extLst>
          </p:nvPr>
        </p:nvGraphicFramePr>
        <p:xfrm>
          <a:off x="5480377" y="1987371"/>
          <a:ext cx="2514103" cy="1581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43242">
                  <a:extLst>
                    <a:ext uri="{9D8B030D-6E8A-4147-A177-3AD203B41FA5}">
                      <a16:colId xmlns:a16="http://schemas.microsoft.com/office/drawing/2014/main" val="1874241646"/>
                    </a:ext>
                  </a:extLst>
                </a:gridCol>
                <a:gridCol w="451168">
                  <a:extLst>
                    <a:ext uri="{9D8B030D-6E8A-4147-A177-3AD203B41FA5}">
                      <a16:colId xmlns:a16="http://schemas.microsoft.com/office/drawing/2014/main" val="3679160339"/>
                    </a:ext>
                  </a:extLst>
                </a:gridCol>
                <a:gridCol w="525283">
                  <a:extLst>
                    <a:ext uri="{9D8B030D-6E8A-4147-A177-3AD203B41FA5}">
                      <a16:colId xmlns:a16="http://schemas.microsoft.com/office/drawing/2014/main" val="2298901001"/>
                    </a:ext>
                  </a:extLst>
                </a:gridCol>
                <a:gridCol w="451168">
                  <a:extLst>
                    <a:ext uri="{9D8B030D-6E8A-4147-A177-3AD203B41FA5}">
                      <a16:colId xmlns:a16="http://schemas.microsoft.com/office/drawing/2014/main" val="1899539796"/>
                    </a:ext>
                  </a:extLst>
                </a:gridCol>
                <a:gridCol w="543242">
                  <a:extLst>
                    <a:ext uri="{9D8B030D-6E8A-4147-A177-3AD203B41FA5}">
                      <a16:colId xmlns:a16="http://schemas.microsoft.com/office/drawing/2014/main" val="1347449886"/>
                    </a:ext>
                  </a:extLst>
                </a:gridCol>
              </a:tblGrid>
              <a:tr h="31627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C40C67"/>
                          </a:solidFill>
                        </a:rPr>
                        <a:t>0.25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05076496"/>
                  </a:ext>
                </a:extLst>
              </a:tr>
              <a:tr h="31627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0.5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0.5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3539733"/>
                  </a:ext>
                </a:extLst>
              </a:tr>
              <a:tr h="31627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C40C67"/>
                          </a:solidFill>
                        </a:rPr>
                        <a:t>0.25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85783" rtl="0" eaLnBrk="1" latinLnBrk="0" hangingPunct="1"/>
                      <a:r>
                        <a:rPr lang="en-US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65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85783" rtl="0" eaLnBrk="1" latinLnBrk="0" hangingPunct="1"/>
                      <a:r>
                        <a:rPr lang="en-US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C40C67"/>
                          </a:solidFill>
                        </a:rPr>
                        <a:t>0.25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3973328"/>
                  </a:ext>
                </a:extLst>
              </a:tr>
              <a:tr h="31627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0.5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85783" rtl="0" eaLnBrk="1" latinLnBrk="0" hangingPunct="1"/>
                      <a:r>
                        <a:rPr lang="en-US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0.5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1142263"/>
                  </a:ext>
                </a:extLst>
              </a:tr>
              <a:tr h="31627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C40C67"/>
                          </a:solidFill>
                        </a:rPr>
                        <a:t>0.25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7730244"/>
                  </a:ext>
                </a:extLst>
              </a:tr>
            </a:tbl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75342E74-5E8C-CB64-ECC7-C0A4D9545C92}"/>
              </a:ext>
            </a:extLst>
          </p:cNvPr>
          <p:cNvSpPr txBox="1"/>
          <p:nvPr/>
        </p:nvSpPr>
        <p:spPr>
          <a:xfrm>
            <a:off x="184109" y="5243821"/>
            <a:ext cx="8875807" cy="11766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46" lvl="1" defTabSz="685783">
              <a:spcAft>
                <a:spcPts val="900"/>
              </a:spcAft>
              <a:buClr>
                <a:schemeClr val="accent3"/>
              </a:buClr>
              <a:buSzPct val="120000"/>
            </a:pPr>
            <a:r>
              <a:rPr lang="en-HK" sz="1400" dirty="0"/>
              <a:t>Write a function that compute and update the diffusion value for each cell.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71446" lvl="1" defTabSz="685783">
              <a:spcAft>
                <a:spcPts val="900"/>
              </a:spcAft>
              <a:buClr>
                <a:schemeClr val="accent3"/>
              </a:buClr>
              <a:buSzPct val="120000"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def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update_diffusion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(block=None,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core_dims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=None, gamma=0.05,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block_info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=None):</a:t>
            </a:r>
          </a:p>
          <a:p>
            <a:pPr marL="171446" lvl="1" defTabSz="685783">
              <a:lnSpc>
                <a:spcPct val="120000"/>
              </a:lnSpc>
              <a:spcAft>
                <a:spcPts val="900"/>
              </a:spcAft>
              <a:buClr>
                <a:schemeClr val="accent3"/>
              </a:buClr>
              <a:buSzPct val="120000"/>
            </a:pPr>
            <a:r>
              <a:rPr lang="en-HK" sz="1200" dirty="0">
                <a:solidFill>
                  <a:srgbClr val="C40C67"/>
                </a:solidFill>
              </a:rPr>
              <a:t>In this function, you must utilize a nested for loop to update each element. </a:t>
            </a:r>
            <a:br>
              <a:rPr lang="en-HK" sz="1200" dirty="0">
                <a:solidFill>
                  <a:srgbClr val="C40C67"/>
                </a:solidFill>
              </a:rPr>
            </a:br>
            <a:r>
              <a:rPr lang="en-HK" sz="1200" dirty="0">
                <a:solidFill>
                  <a:srgbClr val="C40C67"/>
                </a:solidFill>
              </a:rPr>
              <a:t>No marks will be awarded if you do not use a nested for loop for this section.</a:t>
            </a:r>
            <a:endParaRPr lang="en-US" sz="1050" dirty="0">
              <a:solidFill>
                <a:srgbClr val="C40C6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4526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9" dur="5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1" dur="500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9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13" grpId="0"/>
      <p:bldP spid="14" grpId="0"/>
      <p:bldP spid="15" grpId="0"/>
      <p:bldP spid="2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6BFF5F3E-35A9-47EE-8435-72F4B8974B5D}"/>
                  </a:ext>
                </a:extLst>
              </p:cNvPr>
              <p:cNvSpPr>
                <a:spLocks noGrp="1"/>
              </p:cNvSpPr>
              <p:nvPr>
                <p:ph sz="quarter" idx="14"/>
              </p:nvPr>
            </p:nvSpPr>
            <p:spPr>
              <a:xfrm>
                <a:off x="367004" y="1686756"/>
                <a:ext cx="8367942" cy="5029353"/>
              </a:xfrm>
            </p:spPr>
            <p:txBody>
              <a:bodyPr>
                <a:normAutofit/>
              </a:bodyPr>
              <a:lstStyle/>
              <a:p>
                <a:pPr marL="514346" lvl="1" indent="-342900">
                  <a:lnSpc>
                    <a:spcPct val="120000"/>
                  </a:lnSpc>
                  <a:spcAft>
                    <a:spcPts val="900"/>
                  </a:spcAft>
                </a:pPr>
                <a:r>
                  <a:rPr lang="en-US" dirty="0"/>
                  <a:t>Create a </a:t>
                </a:r>
                <a14:m>
                  <m:oMath xmlns:m="http://schemas.openxmlformats.org/officeDocument/2006/math">
                    <m:r>
                      <a:rPr lang="en-US" b="0" i="0" dirty="0" smtClean="0">
                        <a:solidFill>
                          <a:srgbClr val="C40C6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solidFill>
                          <a:srgbClr val="C40C67"/>
                        </a:solidFill>
                        <a:latin typeface="Cambria Math" panose="02040503050406030204" pitchFamily="18" charset="0"/>
                      </a:rPr>
                      <m:t>20×20</m:t>
                    </m:r>
                    <m:r>
                      <a:rPr lang="en-US" b="0" i="0" dirty="0" smtClean="0">
                        <a:solidFill>
                          <a:srgbClr val="C40C6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rgbClr val="C40C67"/>
                    </a:solidFill>
                  </a:rPr>
                  <a:t> Dask array </a:t>
                </a:r>
                <a:r>
                  <a:rPr lang="en-US" dirty="0"/>
                  <a:t>filled with </a:t>
                </a:r>
                <a:r>
                  <a:rPr lang="en-US" dirty="0">
                    <a:solidFill>
                      <a:srgbClr val="C40C67"/>
                    </a:solidFill>
                  </a:rPr>
                  <a:t>zeros</a:t>
                </a:r>
                <a:r>
                  <a:rPr lang="en-US" dirty="0"/>
                  <a:t>. To </a:t>
                </a:r>
                <a:r>
                  <a:rPr lang="en-US" dirty="0">
                    <a:solidFill>
                      <a:srgbClr val="C40C67"/>
                    </a:solidFill>
                  </a:rPr>
                  <a:t>visualize</a:t>
                </a:r>
                <a:r>
                  <a:rPr lang="en-US" dirty="0"/>
                  <a:t> the diffusion simulation more effectively, we will set the </a:t>
                </a:r>
                <a:r>
                  <a:rPr lang="en-US" dirty="0">
                    <a:solidFill>
                      <a:srgbClr val="C40C67"/>
                    </a:solidFill>
                  </a:rPr>
                  <a:t>middle segment</a:t>
                </a:r>
                <a:r>
                  <a:rPr lang="en-US" dirty="0"/>
                  <a:t>, the </a:t>
                </a:r>
                <a:r>
                  <a:rPr lang="en-US" dirty="0">
                    <a:solidFill>
                      <a:srgbClr val="C40C67"/>
                    </a:solidFill>
                  </a:rPr>
                  <a:t>indices</a:t>
                </a:r>
                <a:r>
                  <a:rPr lang="en-US" dirty="0"/>
                  <a:t> from </a:t>
                </a:r>
                <a:r>
                  <a:rPr lang="en-US" dirty="0">
                    <a:solidFill>
                      <a:srgbClr val="C40C67"/>
                    </a:solidFill>
                  </a:rPr>
                  <a:t>7 to 12 </a:t>
                </a:r>
                <a:r>
                  <a:rPr lang="en-US" dirty="0"/>
                  <a:t>in both the </a:t>
                </a:r>
                <a:r>
                  <a:rPr lang="en-US" dirty="0">
                    <a:solidFill>
                      <a:srgbClr val="C40C67"/>
                    </a:solidFill>
                  </a:rPr>
                  <a:t>rows</a:t>
                </a:r>
                <a:r>
                  <a:rPr lang="en-US" dirty="0"/>
                  <a:t> and </a:t>
                </a:r>
                <a:r>
                  <a:rPr lang="en-US" dirty="0">
                    <a:solidFill>
                      <a:srgbClr val="C40C67"/>
                    </a:solidFill>
                  </a:rPr>
                  <a:t>columns</a:t>
                </a:r>
                <a:r>
                  <a:rPr lang="en-US" dirty="0"/>
                  <a:t> to </a:t>
                </a:r>
                <a:r>
                  <a:rPr lang="en-US" dirty="0">
                    <a:solidFill>
                      <a:srgbClr val="C40C67"/>
                    </a:solidFill>
                  </a:rPr>
                  <a:t>100</a:t>
                </a:r>
                <a:r>
                  <a:rPr lang="en-US" dirty="0"/>
                  <a:t>.</a:t>
                </a:r>
              </a:p>
              <a:p>
                <a:pPr marL="514346" lvl="1" indent="-342900">
                  <a:lnSpc>
                    <a:spcPct val="120000"/>
                  </a:lnSpc>
                  <a:spcAft>
                    <a:spcPts val="900"/>
                  </a:spcAft>
                </a:pPr>
                <a:r>
                  <a:rPr lang="en-HK" dirty="0"/>
                  <a:t>Next, </a:t>
                </a:r>
                <a:r>
                  <a:rPr lang="en-HK" dirty="0">
                    <a:solidFill>
                      <a:srgbClr val="C40C67"/>
                    </a:solidFill>
                  </a:rPr>
                  <a:t>split the Dask array </a:t>
                </a:r>
                <a:r>
                  <a:rPr lang="en-HK" dirty="0"/>
                  <a:t>into </a:t>
                </a:r>
                <a:r>
                  <a:rPr lang="en-HK" dirty="0">
                    <a:solidFill>
                      <a:srgbClr val="C40C67"/>
                    </a:solidFill>
                  </a:rPr>
                  <a:t>4 evenly sized blocks</a:t>
                </a:r>
                <a:r>
                  <a:rPr lang="en-HK" dirty="0"/>
                  <a:t>.</a:t>
                </a:r>
              </a:p>
              <a:p>
                <a:pPr marL="514346" lvl="1" indent="-342900">
                  <a:lnSpc>
                    <a:spcPct val="120000"/>
                  </a:lnSpc>
                  <a:spcAft>
                    <a:spcPts val="900"/>
                  </a:spcAft>
                </a:pPr>
                <a:r>
                  <a:rPr lang="en-HK" dirty="0"/>
                  <a:t>Use </a:t>
                </a:r>
                <a:r>
                  <a:rPr lang="en-HK" dirty="0">
                    <a:solidFill>
                      <a:srgbClr val="C40C67"/>
                    </a:solidFill>
                  </a:rPr>
                  <a:t>map_overlay </a:t>
                </a:r>
                <a:r>
                  <a:rPr lang="en-HK" dirty="0"/>
                  <a:t>to call </a:t>
                </a:r>
                <a:r>
                  <a:rPr lang="en-HK" dirty="0">
                    <a:solidFill>
                      <a:srgbClr val="C40C67"/>
                    </a:solidFill>
                  </a:rPr>
                  <a:t>update_diffusion </a:t>
                </a:r>
                <a:r>
                  <a:rPr lang="en-HK" dirty="0"/>
                  <a:t>for updating the values in each block.</a:t>
                </a:r>
              </a:p>
              <a:p>
                <a:pPr marL="514346" lvl="1" indent="-342900">
                  <a:lnSpc>
                    <a:spcPct val="120000"/>
                  </a:lnSpc>
                  <a:spcAft>
                    <a:spcPts val="900"/>
                  </a:spcAft>
                </a:pPr>
                <a:r>
                  <a:rPr lang="en-US" dirty="0"/>
                  <a:t>Please </a:t>
                </a:r>
                <a:r>
                  <a:rPr lang="en-US" dirty="0">
                    <a:solidFill>
                      <a:srgbClr val="C40C67"/>
                    </a:solidFill>
                  </a:rPr>
                  <a:t>explain the parameters (depth, boundary, trim) with Examples</a:t>
                </a:r>
                <a:r>
                  <a:rPr lang="en-US" dirty="0"/>
                  <a:t>:</a:t>
                </a:r>
              </a:p>
              <a:p>
                <a:pPr marL="971541" lvl="2" indent="-342900">
                  <a:lnSpc>
                    <a:spcPct val="120000"/>
                  </a:lnSpc>
                </a:pPr>
                <a:r>
                  <a:rPr lang="en-HK" dirty="0"/>
                  <a:t>For instance, describe </a:t>
                </a:r>
                <a:r>
                  <a:rPr lang="en-HK" dirty="0">
                    <a:solidFill>
                      <a:srgbClr val="C40C67"/>
                    </a:solidFill>
                  </a:rPr>
                  <a:t>what happens to the chunk with different values </a:t>
                </a:r>
                <a:r>
                  <a:rPr lang="en-HK" dirty="0"/>
                  <a:t>for depth and boundary. (Using a single chunk for illustration is acceptable.)</a:t>
                </a:r>
              </a:p>
              <a:p>
                <a:pPr marL="971541" lvl="2" indent="-342900">
                  <a:lnSpc>
                    <a:spcPct val="120000"/>
                  </a:lnSpc>
                </a:pPr>
                <a:r>
                  <a:rPr lang="en-HK" dirty="0">
                    <a:solidFill>
                      <a:srgbClr val="C40C67"/>
                    </a:solidFill>
                  </a:rPr>
                  <a:t>How trimming affects your final merged results</a:t>
                </a:r>
                <a:r>
                  <a:rPr lang="en-HK" dirty="0"/>
                  <a:t>. </a:t>
                </a:r>
                <a:endParaRPr lang="en-US" dirty="0"/>
              </a:p>
            </p:txBody>
          </p:sp>
        </mc:Choice>
        <mc:Fallback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6BFF5F3E-35A9-47EE-8435-72F4B8974B5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4"/>
              </p:nvPr>
            </p:nvSpPr>
            <p:spPr>
              <a:xfrm>
                <a:off x="367004" y="1686756"/>
                <a:ext cx="8367942" cy="5029353"/>
              </a:xfrm>
              <a:blipFill>
                <a:blip r:embed="rId2"/>
                <a:stretch>
                  <a:fillRect t="-2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E364964A-DAE5-52BC-F144-55F0D1B2A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Instructions for Q2</a:t>
            </a:r>
          </a:p>
        </p:txBody>
      </p:sp>
    </p:spTree>
    <p:extLst>
      <p:ext uri="{BB962C8B-B14F-4D97-AF65-F5344CB8AC3E}">
        <p14:creationId xmlns:p14="http://schemas.microsoft.com/office/powerpoint/2010/main" val="32836513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C8B68C8-86D3-3C58-28A0-23EC3E21855D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>
            <a:normAutofit lnSpcReduction="10000"/>
          </a:bodyPr>
          <a:lstStyle/>
          <a:p>
            <a:pPr marL="514346" lvl="1" indent="-342900">
              <a:lnSpc>
                <a:spcPct val="150000"/>
              </a:lnSpc>
              <a:spcAft>
                <a:spcPts val="900"/>
              </a:spcAft>
            </a:pPr>
            <a:r>
              <a:rPr lang="en-US" dirty="0"/>
              <a:t>Upload the Jupyter notebook file to Blackboard</a:t>
            </a:r>
          </a:p>
          <a:p>
            <a:pPr marL="514346" lvl="1" indent="-342900">
              <a:lnSpc>
                <a:spcPct val="150000"/>
              </a:lnSpc>
              <a:spcAft>
                <a:spcPts val="900"/>
              </a:spcAft>
            </a:pPr>
            <a:r>
              <a:rPr lang="en-US" dirty="0"/>
              <a:t>Deadline: </a:t>
            </a:r>
            <a:r>
              <a:rPr lang="en-US" dirty="0">
                <a:solidFill>
                  <a:srgbClr val="C40C67"/>
                </a:solidFill>
              </a:rPr>
              <a:t>24 Feb 23:55</a:t>
            </a:r>
          </a:p>
          <a:p>
            <a:pPr marL="514346" lvl="1" indent="-342900">
              <a:lnSpc>
                <a:spcPct val="150000"/>
              </a:lnSpc>
            </a:pPr>
            <a:r>
              <a:rPr lang="en-HK" dirty="0"/>
              <a:t>Submitted after the deadline will be regarded as one full day late. </a:t>
            </a:r>
          </a:p>
          <a:p>
            <a:pPr marL="857237" lvl="2" indent="-342900">
              <a:lnSpc>
                <a:spcPct val="150000"/>
              </a:lnSpc>
            </a:pPr>
            <a:r>
              <a:rPr lang="en-HK" sz="1600" dirty="0"/>
              <a:t>A </a:t>
            </a:r>
            <a:r>
              <a:rPr lang="en-HK" sz="1600" dirty="0">
                <a:solidFill>
                  <a:schemeClr val="accent3"/>
                </a:solidFill>
              </a:rPr>
              <a:t>10% deduction </a:t>
            </a:r>
            <a:r>
              <a:rPr lang="en-HK" sz="1600" dirty="0"/>
              <a:t>will apply for </a:t>
            </a:r>
            <a:r>
              <a:rPr lang="en-HK" sz="1600" dirty="0">
                <a:solidFill>
                  <a:schemeClr val="accent3"/>
                </a:solidFill>
              </a:rPr>
              <a:t>each 24-hour period </a:t>
            </a:r>
            <a:r>
              <a:rPr lang="en-HK" sz="1600" dirty="0"/>
              <a:t>thereafter.</a:t>
            </a:r>
          </a:p>
          <a:p>
            <a:pPr marL="514346" lvl="1" indent="-342900">
              <a:lnSpc>
                <a:spcPct val="150000"/>
              </a:lnSpc>
            </a:pPr>
            <a:r>
              <a:rPr lang="en-HK" dirty="0"/>
              <a:t>We </a:t>
            </a:r>
            <a:r>
              <a:rPr lang="en-HK" dirty="0">
                <a:solidFill>
                  <a:schemeClr val="accent3"/>
                </a:solidFill>
              </a:rPr>
              <a:t>will not accept </a:t>
            </a:r>
            <a:r>
              <a:rPr lang="en-HK" dirty="0"/>
              <a:t>any homework that is </a:t>
            </a:r>
            <a:r>
              <a:rPr lang="en-HK" dirty="0">
                <a:solidFill>
                  <a:schemeClr val="accent3"/>
                </a:solidFill>
              </a:rPr>
              <a:t>more than three days late</a:t>
            </a:r>
            <a:r>
              <a:rPr lang="en-HK" dirty="0"/>
              <a:t>. </a:t>
            </a:r>
          </a:p>
          <a:p>
            <a:pPr marL="514346" lvl="1" indent="-342900">
              <a:lnSpc>
                <a:spcPct val="150000"/>
              </a:lnSpc>
            </a:pPr>
            <a:r>
              <a:rPr lang="en-HK" dirty="0"/>
              <a:t>The work that you submit for assessment must be </a:t>
            </a:r>
            <a:r>
              <a:rPr lang="en-HK" dirty="0">
                <a:solidFill>
                  <a:srgbClr val="C40C67"/>
                </a:solidFill>
              </a:rPr>
              <a:t>YOUR OWN WORK</a:t>
            </a:r>
          </a:p>
          <a:p>
            <a:pPr marL="514346" lvl="1" indent="-342900">
              <a:lnSpc>
                <a:spcPct val="150000"/>
              </a:lnSpc>
            </a:pPr>
            <a:r>
              <a:rPr lang="en-HK" dirty="0"/>
              <a:t>The work </a:t>
            </a:r>
            <a:r>
              <a:rPr lang="en-HK" dirty="0">
                <a:solidFill>
                  <a:srgbClr val="C40C67"/>
                </a:solidFill>
              </a:rPr>
              <a:t>must be original </a:t>
            </a:r>
            <a:r>
              <a:rPr lang="en-HK" dirty="0"/>
              <a:t>in the sense that it is </a:t>
            </a:r>
            <a:r>
              <a:rPr lang="en-HK" dirty="0">
                <a:solidFill>
                  <a:srgbClr val="C40C67"/>
                </a:solidFill>
              </a:rPr>
              <a:t>your intellectual creation</a:t>
            </a:r>
            <a:r>
              <a:rPr lang="en-HK" dirty="0"/>
              <a:t>.</a:t>
            </a:r>
          </a:p>
          <a:p>
            <a:pPr marL="514346" lvl="1" indent="-342900">
              <a:lnSpc>
                <a:spcPct val="150000"/>
              </a:lnSpc>
            </a:pPr>
            <a:r>
              <a:rPr lang="en-HK" dirty="0"/>
              <a:t>Your submission </a:t>
            </a:r>
            <a:r>
              <a:rPr lang="en-HK" dirty="0">
                <a:solidFill>
                  <a:srgbClr val="C40C67"/>
                </a:solidFill>
              </a:rPr>
              <a:t>cannot be a copy/version of other people’s work</a:t>
            </a:r>
            <a:r>
              <a:rPr lang="en-HK" dirty="0"/>
              <a:t> or </a:t>
            </a:r>
            <a:r>
              <a:rPr lang="en-HK" dirty="0">
                <a:solidFill>
                  <a:srgbClr val="C40C67"/>
                </a:solidFill>
              </a:rPr>
              <a:t>AI-generated material</a:t>
            </a:r>
            <a:r>
              <a:rPr lang="en-HK" dirty="0"/>
              <a:t>.</a:t>
            </a:r>
          </a:p>
          <a:p>
            <a:pPr marL="514346" lvl="1" indent="-342900">
              <a:lnSpc>
                <a:spcPct val="150000"/>
              </a:lnSpc>
            </a:pPr>
            <a:r>
              <a:rPr lang="en-HK" u="sng" dirty="0">
                <a:solidFill>
                  <a:schemeClr val="accent3"/>
                </a:solidFill>
              </a:rPr>
              <a:t>ZERO</a:t>
            </a:r>
            <a:r>
              <a:rPr lang="en-HK" dirty="0">
                <a:solidFill>
                  <a:schemeClr val="accent3"/>
                </a:solidFill>
              </a:rPr>
              <a:t> mark will be given if any misconduct is caught evidently</a:t>
            </a:r>
            <a:endParaRPr lang="en-HK" dirty="0"/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4159BBB-147C-37FF-AFEC-E9AD48CC4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Submission</a:t>
            </a:r>
          </a:p>
        </p:txBody>
      </p:sp>
    </p:spTree>
    <p:extLst>
      <p:ext uri="{BB962C8B-B14F-4D97-AF65-F5344CB8AC3E}">
        <p14:creationId xmlns:p14="http://schemas.microsoft.com/office/powerpoint/2010/main" val="42179137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76937D-6DC8-A3A4-0391-53108196A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1A81004-EECE-7E08-2A9B-EC780BEFFA0E}"/>
              </a:ext>
            </a:extLst>
          </p:cNvPr>
          <p:cNvSpPr txBox="1"/>
          <p:nvPr/>
        </p:nvSpPr>
        <p:spPr>
          <a:xfrm>
            <a:off x="4572000" y="3012544"/>
            <a:ext cx="3898380" cy="83291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pPr defTabSz="685783">
              <a:spcBef>
                <a:spcPct val="0"/>
              </a:spcBef>
              <a:spcAft>
                <a:spcPts val="600"/>
              </a:spcAft>
            </a:pPr>
            <a:r>
              <a:rPr lang="en-US" altLang="ko-KR" sz="3600" b="1" kern="1200" dirty="0">
                <a:solidFill>
                  <a:schemeClr val="accent3"/>
                </a:solidFill>
                <a:latin typeface="+mn-lt"/>
                <a:ea typeface="+mj-ea"/>
                <a:cs typeface="+mj-cs"/>
              </a:rPr>
              <a:t>Any Questions?  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167AB79-6593-33A4-E187-6EA97C8792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319" y="1373479"/>
            <a:ext cx="4325112" cy="432511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396116464"/>
      </p:ext>
    </p:extLst>
  </p:cSld>
  <p:clrMapOvr>
    <a:masterClrMapping/>
  </p:clrMapOvr>
</p:sld>
</file>

<file path=ppt/theme/theme1.xml><?xml version="1.0" encoding="utf-8"?>
<a:theme xmlns:a="http://schemas.openxmlformats.org/drawingml/2006/main" name="powerpoint tutorial">
  <a:themeElements>
    <a:clrScheme name="Custom 27">
      <a:dk1>
        <a:srgbClr val="000000"/>
      </a:dk1>
      <a:lt1>
        <a:srgbClr val="FFFFFF"/>
      </a:lt1>
      <a:dk2>
        <a:srgbClr val="005F73"/>
      </a:dk2>
      <a:lt2>
        <a:srgbClr val="E7E6E6"/>
      </a:lt2>
      <a:accent1>
        <a:srgbClr val="6A205F"/>
      </a:accent1>
      <a:accent2>
        <a:srgbClr val="C74F66"/>
      </a:accent2>
      <a:accent3>
        <a:srgbClr val="C40C67"/>
      </a:accent3>
      <a:accent4>
        <a:srgbClr val="FF7675"/>
      </a:accent4>
      <a:accent5>
        <a:srgbClr val="0696D0"/>
      </a:accent5>
      <a:accent6>
        <a:srgbClr val="360070"/>
      </a:accent6>
      <a:hlink>
        <a:srgbClr val="0563C1"/>
      </a:hlink>
      <a:folHlink>
        <a:srgbClr val="954F72"/>
      </a:folHlink>
    </a:clrScheme>
    <a:fontScheme name="Custom 92">
      <a:majorFont>
        <a:latin typeface="Segoe UI Semibold"/>
        <a:ea typeface=""/>
        <a:cs typeface=""/>
      </a:majorFont>
      <a:minorFont>
        <a:latin typeface="Segoe UI 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eeling overwhelmed _Win32_CP_v13" id="{1F8CD036-E430-4435-85C3-9C882E43A90C}" vid="{161A3489-A5CE-4E5E-8AA9-B92631102B5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7D4A114-614A-4F21-A975-61444CD3CFA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DD100F2-74DD-462C-BBFE-2504278ADF72}">
  <ds:schemaRefs>
    <ds:schemaRef ds:uri="http://purl.org/dc/elements/1.1/"/>
    <ds:schemaRef ds:uri="http://schemas.microsoft.com/office/2006/documentManagement/types"/>
    <ds:schemaRef ds:uri="http://purl.org/dc/terms/"/>
    <ds:schemaRef ds:uri="http://www.w3.org/XML/1998/namespace"/>
    <ds:schemaRef ds:uri="http://schemas.microsoft.com/sharepoint/v3"/>
    <ds:schemaRef ds:uri="http://schemas.microsoft.com/office/infopath/2007/PartnerControls"/>
    <ds:schemaRef ds:uri="16c05727-aa75-4e4a-9b5f-8a80a1165891"/>
    <ds:schemaRef ds:uri="http://schemas.microsoft.com/office/2006/metadata/properties"/>
    <ds:schemaRef ds:uri="http://schemas.openxmlformats.org/package/2006/metadata/core-properties"/>
    <ds:schemaRef ds:uri="230e9df3-be65-4c73-a93b-d1236ebd677e"/>
    <ds:schemaRef ds:uri="71af3243-3dd4-4a8d-8c0d-dd76da1f02a5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FF3CF614-6894-4A97-80E5-9F658EA3AF0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52646</TotalTime>
  <Words>1251</Words>
  <Application>Microsoft Macintosh PowerPoint</Application>
  <PresentationFormat>On-screen Show (4:3)</PresentationFormat>
  <Paragraphs>326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Segoe UI </vt:lpstr>
      <vt:lpstr>Arial</vt:lpstr>
      <vt:lpstr>Calibri</vt:lpstr>
      <vt:lpstr>Cambria Math</vt:lpstr>
      <vt:lpstr>Courier New</vt:lpstr>
      <vt:lpstr>powerpoint tutorial</vt:lpstr>
      <vt:lpstr>PowerPoint Presentation</vt:lpstr>
      <vt:lpstr>Q1: Distributed Sensor Calibration with Dask  </vt:lpstr>
      <vt:lpstr>Q1: Distributed Sensor Calibration with Dask </vt:lpstr>
      <vt:lpstr>Q2: Parallel Diffusion Simulation </vt:lpstr>
      <vt:lpstr>Q2: Parallel Diffusion Simulation </vt:lpstr>
      <vt:lpstr>Q2: Parallel Diffusion Simulation </vt:lpstr>
      <vt:lpstr>Visualization Example</vt:lpstr>
      <vt:lpstr>Instructions for Q2</vt:lpstr>
      <vt:lpstr>Submission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Feeling overwhelmed</dc:title>
  <dc:creator/>
  <cp:lastModifiedBy>FONG, Chi Kit Ken [DSAI]</cp:lastModifiedBy>
  <cp:revision>88</cp:revision>
  <dcterms:created xsi:type="dcterms:W3CDTF">2022-08-24T19:45:33Z</dcterms:created>
  <dcterms:modified xsi:type="dcterms:W3CDTF">2026-02-02T03:55:49Z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