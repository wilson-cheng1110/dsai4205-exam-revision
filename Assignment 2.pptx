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4"/>
  </p:sldMasterIdLst>
  <p:notesMasterIdLst>
    <p:notesMasterId r:id="rId13"/>
  </p:notesMasterIdLst>
  <p:handoutMasterIdLst>
    <p:handoutMasterId r:id="rId14"/>
  </p:handoutMasterIdLst>
  <p:sldIdLst>
    <p:sldId id="1938" r:id="rId5"/>
    <p:sldId id="2258" r:id="rId6"/>
    <p:sldId id="2259" r:id="rId7"/>
    <p:sldId id="2260" r:id="rId8"/>
    <p:sldId id="405" r:id="rId9"/>
    <p:sldId id="2262" r:id="rId10"/>
    <p:sldId id="406" r:id="rId11"/>
    <p:sldId id="200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ta and Big Data" id="{0BB4C471-A6B6-F449-9EF0-07CA812E16AB}">
          <p14:sldIdLst>
            <p14:sldId id="1938"/>
            <p14:sldId id="2258"/>
            <p14:sldId id="2259"/>
            <p14:sldId id="2260"/>
            <p14:sldId id="405"/>
            <p14:sldId id="2262"/>
            <p14:sldId id="406"/>
            <p14:sldId id="20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0C67"/>
    <a:srgbClr val="C74F66"/>
    <a:srgbClr val="C1F2AB"/>
    <a:srgbClr val="F4DCE0"/>
    <a:srgbClr val="6A205F"/>
    <a:srgbClr val="8FFAAA"/>
    <a:srgbClr val="810000"/>
    <a:srgbClr val="FFD6D5"/>
    <a:srgbClr val="C7FFE9"/>
    <a:srgbClr val="FCC6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0E82D4-0F37-B140-821E-77ADF4716DF3}" v="53" dt="2026-03-03T03:17:19.9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–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09" autoAdjust="0"/>
    <p:restoredTop sz="94830" autoAdjust="0"/>
  </p:normalViewPr>
  <p:slideViewPr>
    <p:cSldViewPr snapToGrid="0">
      <p:cViewPr varScale="1">
        <p:scale>
          <a:sx n="121" d="100"/>
          <a:sy n="121" d="100"/>
        </p:scale>
        <p:origin x="73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3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NG, Chi Kit Ken [DSAI]" userId="960785e9-9efa-43e3-981a-c495c07125dc" providerId="ADAL" clId="{0ACE0F11-CA0F-5A84-BFCB-F7A5E414E4DA}"/>
    <pc:docChg chg="undo redo custSel addSld delSld modSld sldOrd modMainMaster addSection delSection modSection">
      <pc:chgData name="FONG, Chi Kit Ken [DSAI]" userId="960785e9-9efa-43e3-981a-c495c07125dc" providerId="ADAL" clId="{0ACE0F11-CA0F-5A84-BFCB-F7A5E414E4DA}" dt="2026-03-03T03:17:23.190" v="44594" actId="1076"/>
      <pc:docMkLst>
        <pc:docMk/>
      </pc:docMkLst>
      <pc:sldChg chg="addSp delSp modSp add mod modClrScheme chgLayout">
        <pc:chgData name="FONG, Chi Kit Ken [DSAI]" userId="960785e9-9efa-43e3-981a-c495c07125dc" providerId="ADAL" clId="{0ACE0F11-CA0F-5A84-BFCB-F7A5E414E4DA}" dt="2026-03-03T03:11:29.100" v="44517" actId="1076"/>
        <pc:sldMkLst>
          <pc:docMk/>
          <pc:sldMk cId="880587906" sldId="405"/>
        </pc:sldMkLst>
        <pc:spChg chg="del mod">
          <ac:chgData name="FONG, Chi Kit Ken [DSAI]" userId="960785e9-9efa-43e3-981a-c495c07125dc" providerId="ADAL" clId="{0ACE0F11-CA0F-5A84-BFCB-F7A5E414E4DA}" dt="2026-03-03T03:10:55.394" v="44506"/>
          <ac:spMkLst>
            <pc:docMk/>
            <pc:sldMk cId="880587906" sldId="405"/>
            <ac:spMk id="4" creationId="{7F2FA7B8-95FE-1406-478A-D282017A2847}"/>
          </ac:spMkLst>
        </pc:spChg>
        <pc:spChg chg="mod">
          <ac:chgData name="FONG, Chi Kit Ken [DSAI]" userId="960785e9-9efa-43e3-981a-c495c07125dc" providerId="ADAL" clId="{0ACE0F11-CA0F-5A84-BFCB-F7A5E414E4DA}" dt="2026-03-03T03:11:02.081" v="44510" actId="1076"/>
          <ac:spMkLst>
            <pc:docMk/>
            <pc:sldMk cId="880587906" sldId="405"/>
            <ac:spMk id="5" creationId="{B1FE11CE-47DE-D049-BFEE-2E1E2B2784A5}"/>
          </ac:spMkLst>
        </pc:spChg>
        <pc:spChg chg="mod">
          <ac:chgData name="FONG, Chi Kit Ken [DSAI]" userId="960785e9-9efa-43e3-981a-c495c07125dc" providerId="ADAL" clId="{0ACE0F11-CA0F-5A84-BFCB-F7A5E414E4DA}" dt="2026-03-03T03:11:15.727" v="44514" actId="1076"/>
          <ac:spMkLst>
            <pc:docMk/>
            <pc:sldMk cId="880587906" sldId="405"/>
            <ac:spMk id="6" creationId="{E3946C13-05F5-2999-A1BC-8E62F7E7FC61}"/>
          </ac:spMkLst>
        </pc:spChg>
        <pc:spChg chg="mod">
          <ac:chgData name="FONG, Chi Kit Ken [DSAI]" userId="960785e9-9efa-43e3-981a-c495c07125dc" providerId="ADAL" clId="{0ACE0F11-CA0F-5A84-BFCB-F7A5E414E4DA}" dt="2026-03-03T03:11:20.295" v="44515" actId="1076"/>
          <ac:spMkLst>
            <pc:docMk/>
            <pc:sldMk cId="880587906" sldId="405"/>
            <ac:spMk id="8" creationId="{CD7B47C6-AC1E-8CCF-FDA5-8BFFACE8418A}"/>
          </ac:spMkLst>
        </pc:spChg>
        <pc:spChg chg="add mod ord">
          <ac:chgData name="FONG, Chi Kit Ken [DSAI]" userId="960785e9-9efa-43e3-981a-c495c07125dc" providerId="ADAL" clId="{0ACE0F11-CA0F-5A84-BFCB-F7A5E414E4DA}" dt="2026-03-03T03:11:05.865" v="44511" actId="167"/>
          <ac:spMkLst>
            <pc:docMk/>
            <pc:sldMk cId="880587906" sldId="405"/>
            <ac:spMk id="9" creationId="{1A217D48-9E21-A553-26A3-BEDC8879A4AC}"/>
          </ac:spMkLst>
        </pc:spChg>
        <pc:spChg chg="mod">
          <ac:chgData name="FONG, Chi Kit Ken [DSAI]" userId="960785e9-9efa-43e3-981a-c495c07125dc" providerId="ADAL" clId="{0ACE0F11-CA0F-5A84-BFCB-F7A5E414E4DA}" dt="2026-03-03T03:11:25.325" v="44516" actId="1076"/>
          <ac:spMkLst>
            <pc:docMk/>
            <pc:sldMk cId="880587906" sldId="405"/>
            <ac:spMk id="10" creationId="{49EEB860-C500-A3CB-E6AF-03500167942E}"/>
          </ac:spMkLst>
        </pc:spChg>
        <pc:spChg chg="mod ord">
          <ac:chgData name="FONG, Chi Kit Ken [DSAI]" userId="960785e9-9efa-43e3-981a-c495c07125dc" providerId="ADAL" clId="{0ACE0F11-CA0F-5A84-BFCB-F7A5E414E4DA}" dt="2026-03-03T03:10:34.627" v="44502" actId="700"/>
          <ac:spMkLst>
            <pc:docMk/>
            <pc:sldMk cId="880587906" sldId="405"/>
            <ac:spMk id="11" creationId="{18C79BC3-AE18-EA2C-E239-44F719509BB3}"/>
          </ac:spMkLst>
        </pc:spChg>
        <pc:graphicFrameChg chg="mod">
          <ac:chgData name="FONG, Chi Kit Ken [DSAI]" userId="960785e9-9efa-43e3-981a-c495c07125dc" providerId="ADAL" clId="{0ACE0F11-CA0F-5A84-BFCB-F7A5E414E4DA}" dt="2026-03-03T03:11:02.081" v="44510" actId="1076"/>
          <ac:graphicFrameMkLst>
            <pc:docMk/>
            <pc:sldMk cId="880587906" sldId="405"/>
            <ac:graphicFrameMk id="3" creationId="{1725DD85-6C32-9861-311C-24F3A2364D27}"/>
          </ac:graphicFrameMkLst>
        </pc:graphicFrameChg>
        <pc:picChg chg="mod">
          <ac:chgData name="FONG, Chi Kit Ken [DSAI]" userId="960785e9-9efa-43e3-981a-c495c07125dc" providerId="ADAL" clId="{0ACE0F11-CA0F-5A84-BFCB-F7A5E414E4DA}" dt="2026-03-03T03:11:29.100" v="44517" actId="1076"/>
          <ac:picMkLst>
            <pc:docMk/>
            <pc:sldMk cId="880587906" sldId="405"/>
            <ac:picMk id="2" creationId="{E0C741C0-9C70-9824-6117-C4DDF6FDA7BA}"/>
          </ac:picMkLst>
        </pc:picChg>
        <pc:picChg chg="mod">
          <ac:chgData name="FONG, Chi Kit Ken [DSAI]" userId="960785e9-9efa-43e3-981a-c495c07125dc" providerId="ADAL" clId="{0ACE0F11-CA0F-5A84-BFCB-F7A5E414E4DA}" dt="2026-03-03T03:11:12.291" v="44513" actId="1076"/>
          <ac:picMkLst>
            <pc:docMk/>
            <pc:sldMk cId="880587906" sldId="405"/>
            <ac:picMk id="7" creationId="{A9925F5B-1434-654D-B43A-56EAC47BC148}"/>
          </ac:picMkLst>
        </pc:picChg>
      </pc:sldChg>
      <pc:sldChg chg="modSp add mod modClrScheme chgLayout">
        <pc:chgData name="FONG, Chi Kit Ken [DSAI]" userId="960785e9-9efa-43e3-981a-c495c07125dc" providerId="ADAL" clId="{0ACE0F11-CA0F-5A84-BFCB-F7A5E414E4DA}" dt="2026-03-03T03:15:33.563" v="44582" actId="14100"/>
        <pc:sldMkLst>
          <pc:docMk/>
          <pc:sldMk cId="2088665863" sldId="406"/>
        </pc:sldMkLst>
        <pc:spChg chg="mod ord">
          <ac:chgData name="FONG, Chi Kit Ken [DSAI]" userId="960785e9-9efa-43e3-981a-c495c07125dc" providerId="ADAL" clId="{0ACE0F11-CA0F-5A84-BFCB-F7A5E414E4DA}" dt="2026-03-03T03:10:34.627" v="44502" actId="700"/>
          <ac:spMkLst>
            <pc:docMk/>
            <pc:sldMk cId="2088665863" sldId="406"/>
            <ac:spMk id="2" creationId="{14BE4263-E308-12EA-67FC-B006422CED3D}"/>
          </ac:spMkLst>
        </pc:spChg>
        <pc:spChg chg="mod ord">
          <ac:chgData name="FONG, Chi Kit Ken [DSAI]" userId="960785e9-9efa-43e3-981a-c495c07125dc" providerId="ADAL" clId="{0ACE0F11-CA0F-5A84-BFCB-F7A5E414E4DA}" dt="2026-03-03T03:13:34.473" v="44560" actId="108"/>
          <ac:spMkLst>
            <pc:docMk/>
            <pc:sldMk cId="2088665863" sldId="406"/>
            <ac:spMk id="3" creationId="{E9812A27-D070-401F-70E1-E25B2E4A407F}"/>
          </ac:spMkLst>
        </pc:spChg>
        <pc:spChg chg="mod">
          <ac:chgData name="FONG, Chi Kit Ken [DSAI]" userId="960785e9-9efa-43e3-981a-c495c07125dc" providerId="ADAL" clId="{0ACE0F11-CA0F-5A84-BFCB-F7A5E414E4DA}" dt="2026-03-03T03:14:33.264" v="44570" actId="20577"/>
          <ac:spMkLst>
            <pc:docMk/>
            <pc:sldMk cId="2088665863" sldId="406"/>
            <ac:spMk id="5" creationId="{CFB75B04-3364-DF7E-A646-5E732F52D11A}"/>
          </ac:spMkLst>
        </pc:spChg>
        <pc:graphicFrameChg chg="mod modGraphic">
          <ac:chgData name="FONG, Chi Kit Ken [DSAI]" userId="960785e9-9efa-43e3-981a-c495c07125dc" providerId="ADAL" clId="{0ACE0F11-CA0F-5A84-BFCB-F7A5E414E4DA}" dt="2026-03-03T03:15:33.563" v="44582" actId="14100"/>
          <ac:graphicFrameMkLst>
            <pc:docMk/>
            <pc:sldMk cId="2088665863" sldId="406"/>
            <ac:graphicFrameMk id="6" creationId="{FC0AF05C-F9D1-C1B0-2874-A3DE0E47D32A}"/>
          </ac:graphicFrameMkLst>
        </pc:graphicFrameChg>
        <pc:picChg chg="mod">
          <ac:chgData name="FONG, Chi Kit Ken [DSAI]" userId="960785e9-9efa-43e3-981a-c495c07125dc" providerId="ADAL" clId="{0ACE0F11-CA0F-5A84-BFCB-F7A5E414E4DA}" dt="2026-03-03T03:14:22.369" v="44568" actId="1076"/>
          <ac:picMkLst>
            <pc:docMk/>
            <pc:sldMk cId="2088665863" sldId="406"/>
            <ac:picMk id="7" creationId="{6B311A0F-56C9-70D1-47F8-76A325FCC767}"/>
          </ac:picMkLst>
        </pc:picChg>
        <pc:picChg chg="mod">
          <ac:chgData name="FONG, Chi Kit Ken [DSAI]" userId="960785e9-9efa-43e3-981a-c495c07125dc" providerId="ADAL" clId="{0ACE0F11-CA0F-5A84-BFCB-F7A5E414E4DA}" dt="2026-03-03T03:14:19.046" v="44567" actId="1076"/>
          <ac:picMkLst>
            <pc:docMk/>
            <pc:sldMk cId="2088665863" sldId="406"/>
            <ac:picMk id="8" creationId="{6822020A-0DE9-590C-7EA8-895891A0E76F}"/>
          </ac:picMkLst>
        </pc:picChg>
      </pc:sldChg>
      <pc:sldChg chg="addSp modSp add del mod modClrScheme chgLayout">
        <pc:chgData name="FONG, Chi Kit Ken [DSAI]" userId="960785e9-9efa-43e3-981a-c495c07125dc" providerId="ADAL" clId="{0ACE0F11-CA0F-5A84-BFCB-F7A5E414E4DA}" dt="2026-03-03T03:13:22.281" v="44553" actId="2696"/>
        <pc:sldMkLst>
          <pc:docMk/>
          <pc:sldMk cId="1127730730" sldId="409"/>
        </pc:sldMkLst>
        <pc:spChg chg="add mod ord">
          <ac:chgData name="FONG, Chi Kit Ken [DSAI]" userId="960785e9-9efa-43e3-981a-c495c07125dc" providerId="ADAL" clId="{0ACE0F11-CA0F-5A84-BFCB-F7A5E414E4DA}" dt="2026-03-03T03:10:34.627" v="44502" actId="700"/>
          <ac:spMkLst>
            <pc:docMk/>
            <pc:sldMk cId="1127730730" sldId="409"/>
            <ac:spMk id="9" creationId="{AF9F8CAA-56E5-528A-FF45-C19A00A66D43}"/>
          </ac:spMkLst>
        </pc:spChg>
        <pc:spChg chg="mod ord">
          <ac:chgData name="FONG, Chi Kit Ken [DSAI]" userId="960785e9-9efa-43e3-981a-c495c07125dc" providerId="ADAL" clId="{0ACE0F11-CA0F-5A84-BFCB-F7A5E414E4DA}" dt="2026-03-03T03:10:34.627" v="44502" actId="700"/>
          <ac:spMkLst>
            <pc:docMk/>
            <pc:sldMk cId="1127730730" sldId="409"/>
            <ac:spMk id="11" creationId="{18C79BC3-AE18-EA2C-E239-44F719509BB3}"/>
          </ac:spMkLst>
        </pc:spChg>
      </pc:sldChg>
      <pc:sldChg chg="addSp delSp modSp mod">
        <pc:chgData name="FONG, Chi Kit Ken [DSAI]" userId="960785e9-9efa-43e3-981a-c495c07125dc" providerId="ADAL" clId="{0ACE0F11-CA0F-5A84-BFCB-F7A5E414E4DA}" dt="2026-03-03T03:17:23.190" v="44594" actId="1076"/>
        <pc:sldMkLst>
          <pc:docMk/>
          <pc:sldMk cId="2159875524" sldId="1938"/>
        </pc:sldMkLst>
        <pc:spChg chg="mod">
          <ac:chgData name="FONG, Chi Kit Ken [DSAI]" userId="960785e9-9efa-43e3-981a-c495c07125dc" providerId="ADAL" clId="{0ACE0F11-CA0F-5A84-BFCB-F7A5E414E4DA}" dt="2026-03-03T03:04:24.083" v="44419" actId="20577"/>
          <ac:spMkLst>
            <pc:docMk/>
            <pc:sldMk cId="2159875524" sldId="1938"/>
            <ac:spMk id="18" creationId="{57D62F16-F75C-6B98-2080-BECC2DE82C16}"/>
          </ac:spMkLst>
        </pc:spChg>
        <pc:picChg chg="del">
          <ac:chgData name="FONG, Chi Kit Ken [DSAI]" userId="960785e9-9efa-43e3-981a-c495c07125dc" providerId="ADAL" clId="{0ACE0F11-CA0F-5A84-BFCB-F7A5E414E4DA}" dt="2026-03-03T01:59:04.516" v="44326" actId="478"/>
          <ac:picMkLst>
            <pc:docMk/>
            <pc:sldMk cId="2159875524" sldId="1938"/>
            <ac:picMk id="2" creationId="{39A24D00-267B-0F51-6414-9A2F5682299E}"/>
          </ac:picMkLst>
        </pc:picChg>
        <pc:picChg chg="add del mod">
          <ac:chgData name="FONG, Chi Kit Ken [DSAI]" userId="960785e9-9efa-43e3-981a-c495c07125dc" providerId="ADAL" clId="{0ACE0F11-CA0F-5A84-BFCB-F7A5E414E4DA}" dt="2026-03-03T03:15:40.746" v="44585" actId="478"/>
          <ac:picMkLst>
            <pc:docMk/>
            <pc:sldMk cId="2159875524" sldId="1938"/>
            <ac:picMk id="3" creationId="{2A57719F-F32D-AE04-EFFD-A234337F7995}"/>
          </ac:picMkLst>
        </pc:picChg>
        <pc:picChg chg="add mod">
          <ac:chgData name="FONG, Chi Kit Ken [DSAI]" userId="960785e9-9efa-43e3-981a-c495c07125dc" providerId="ADAL" clId="{0ACE0F11-CA0F-5A84-BFCB-F7A5E414E4DA}" dt="2026-03-03T03:17:23.190" v="44594" actId="1076"/>
          <ac:picMkLst>
            <pc:docMk/>
            <pc:sldMk cId="2159875524" sldId="1938"/>
            <ac:picMk id="4" creationId="{85C7C39B-F2B8-D876-FE23-FE5FFACEB2EC}"/>
          </ac:picMkLst>
        </pc:picChg>
      </pc:sldChg>
      <pc:sldChg chg="addSp delSp modSp add del mod modAnim">
        <pc:chgData name="FONG, Chi Kit Ken [DSAI]" userId="960785e9-9efa-43e3-981a-c495c07125dc" providerId="ADAL" clId="{0ACE0F11-CA0F-5A84-BFCB-F7A5E414E4DA}" dt="2026-03-03T03:09:58.798" v="44491" actId="2696"/>
        <pc:sldMkLst>
          <pc:docMk/>
          <pc:sldMk cId="2784091225" sldId="2243"/>
        </pc:sldMkLst>
      </pc:sldChg>
      <pc:sldChg chg="addSp delSp modSp new add del mod">
        <pc:chgData name="FONG, Chi Kit Ken [DSAI]" userId="960785e9-9efa-43e3-981a-c495c07125dc" providerId="ADAL" clId="{0ACE0F11-CA0F-5A84-BFCB-F7A5E414E4DA}" dt="2026-03-03T03:09:58.845" v="44493" actId="2696"/>
        <pc:sldMkLst>
          <pc:docMk/>
          <pc:sldMk cId="3329343317" sldId="2244"/>
        </pc:sldMkLst>
      </pc:sldChg>
      <pc:sldChg chg="modSp del mod">
        <pc:chgData name="FONG, Chi Kit Ken [DSAI]" userId="960785e9-9efa-43e3-981a-c495c07125dc" providerId="ADAL" clId="{0ACE0F11-CA0F-5A84-BFCB-F7A5E414E4DA}" dt="2026-03-03T03:09:58.898" v="44496" actId="2696"/>
        <pc:sldMkLst>
          <pc:docMk/>
          <pc:sldMk cId="4217913762" sldId="2246"/>
        </pc:sldMkLst>
      </pc:sldChg>
      <pc:sldChg chg="addSp delSp modSp new add del mod modAnim">
        <pc:chgData name="FONG, Chi Kit Ken [DSAI]" userId="960785e9-9efa-43e3-981a-c495c07125dc" providerId="ADAL" clId="{0ACE0F11-CA0F-5A84-BFCB-F7A5E414E4DA}" dt="2026-03-03T03:09:58.813" v="44492" actId="2696"/>
        <pc:sldMkLst>
          <pc:docMk/>
          <pc:sldMk cId="887952441" sldId="2249"/>
        </pc:sldMkLst>
      </pc:sldChg>
      <pc:sldChg chg="addSp delSp modSp new add del mod">
        <pc:chgData name="FONG, Chi Kit Ken [DSAI]" userId="960785e9-9efa-43e3-981a-c495c07125dc" providerId="ADAL" clId="{0ACE0F11-CA0F-5A84-BFCB-F7A5E414E4DA}" dt="2026-03-03T03:09:58.962" v="44498" actId="2696"/>
        <pc:sldMkLst>
          <pc:docMk/>
          <pc:sldMk cId="2227461738" sldId="2251"/>
        </pc:sldMkLst>
      </pc:sldChg>
      <pc:sldChg chg="addSp modSp new add del mod">
        <pc:chgData name="FONG, Chi Kit Ken [DSAI]" userId="960785e9-9efa-43e3-981a-c495c07125dc" providerId="ADAL" clId="{0ACE0F11-CA0F-5A84-BFCB-F7A5E414E4DA}" dt="2026-03-03T03:09:58.898" v="44495" actId="2696"/>
        <pc:sldMkLst>
          <pc:docMk/>
          <pc:sldMk cId="1620616342" sldId="2253"/>
        </pc:sldMkLst>
      </pc:sldChg>
      <pc:sldChg chg="addSp delSp modSp new add del mod addAnim delAnim modAnim">
        <pc:chgData name="FONG, Chi Kit Ken [DSAI]" userId="960785e9-9efa-43e3-981a-c495c07125dc" providerId="ADAL" clId="{0ACE0F11-CA0F-5A84-BFCB-F7A5E414E4DA}" dt="2026-03-03T03:09:58.857" v="44494" actId="2696"/>
        <pc:sldMkLst>
          <pc:docMk/>
          <pc:sldMk cId="1554526107" sldId="2254"/>
        </pc:sldMkLst>
      </pc:sldChg>
      <pc:sldChg chg="modSp new add del mod">
        <pc:chgData name="FONG, Chi Kit Ken [DSAI]" userId="960785e9-9efa-43e3-981a-c495c07125dc" providerId="ADAL" clId="{0ACE0F11-CA0F-5A84-BFCB-F7A5E414E4DA}" dt="2026-03-03T03:09:58.927" v="44497" actId="2696"/>
        <pc:sldMkLst>
          <pc:docMk/>
          <pc:sldMk cId="3283651349" sldId="2255"/>
        </pc:sldMkLst>
      </pc:sldChg>
      <pc:sldChg chg="modSp new del mod">
        <pc:chgData name="FONG, Chi Kit Ken [DSAI]" userId="960785e9-9efa-43e3-981a-c495c07125dc" providerId="ADAL" clId="{0ACE0F11-CA0F-5A84-BFCB-F7A5E414E4DA}" dt="2026-03-03T03:04:09.682" v="44399" actId="2696"/>
        <pc:sldMkLst>
          <pc:docMk/>
          <pc:sldMk cId="3100343549" sldId="2256"/>
        </pc:sldMkLst>
        <pc:spChg chg="mod">
          <ac:chgData name="FONG, Chi Kit Ken [DSAI]" userId="960785e9-9efa-43e3-981a-c495c07125dc" providerId="ADAL" clId="{0ACE0F11-CA0F-5A84-BFCB-F7A5E414E4DA}" dt="2026-03-03T01:59:16.871" v="44337" actId="20577"/>
          <ac:spMkLst>
            <pc:docMk/>
            <pc:sldMk cId="3100343549" sldId="2256"/>
            <ac:spMk id="3" creationId="{F712ACA4-A10A-1C1B-C935-BC1D1C833589}"/>
          </ac:spMkLst>
        </pc:spChg>
      </pc:sldChg>
      <pc:sldChg chg="modSp new del mod">
        <pc:chgData name="FONG, Chi Kit Ken [DSAI]" userId="960785e9-9efa-43e3-981a-c495c07125dc" providerId="ADAL" clId="{0ACE0F11-CA0F-5A84-BFCB-F7A5E414E4DA}" dt="2026-03-03T03:09:53.632" v="44490" actId="2696"/>
        <pc:sldMkLst>
          <pc:docMk/>
          <pc:sldMk cId="1933704397" sldId="2257"/>
        </pc:sldMkLst>
        <pc:spChg chg="mod">
          <ac:chgData name="FONG, Chi Kit Ken [DSAI]" userId="960785e9-9efa-43e3-981a-c495c07125dc" providerId="ADAL" clId="{0ACE0F11-CA0F-5A84-BFCB-F7A5E414E4DA}" dt="2026-03-03T02:03:13.026" v="44398" actId="15"/>
          <ac:spMkLst>
            <pc:docMk/>
            <pc:sldMk cId="1933704397" sldId="2257"/>
            <ac:spMk id="2" creationId="{53E9F922-2441-6125-579F-8F40442ADA25}"/>
          </ac:spMkLst>
        </pc:spChg>
        <pc:spChg chg="mod">
          <ac:chgData name="FONG, Chi Kit Ken [DSAI]" userId="960785e9-9efa-43e3-981a-c495c07125dc" providerId="ADAL" clId="{0ACE0F11-CA0F-5A84-BFCB-F7A5E414E4DA}" dt="2026-03-03T01:59:20.188" v="44341" actId="20577"/>
          <ac:spMkLst>
            <pc:docMk/>
            <pc:sldMk cId="1933704397" sldId="2257"/>
            <ac:spMk id="3" creationId="{6A05B407-4872-3CE7-2663-BC2A40E9A527}"/>
          </ac:spMkLst>
        </pc:spChg>
      </pc:sldChg>
      <pc:sldChg chg="modSp new mod">
        <pc:chgData name="FONG, Chi Kit Ken [DSAI]" userId="960785e9-9efa-43e3-981a-c495c07125dc" providerId="ADAL" clId="{0ACE0F11-CA0F-5A84-BFCB-F7A5E414E4DA}" dt="2026-03-03T03:07:25.217" v="44443" actId="20577"/>
        <pc:sldMkLst>
          <pc:docMk/>
          <pc:sldMk cId="2363066418" sldId="2258"/>
        </pc:sldMkLst>
        <pc:spChg chg="mod">
          <ac:chgData name="FONG, Chi Kit Ken [DSAI]" userId="960785e9-9efa-43e3-981a-c495c07125dc" providerId="ADAL" clId="{0ACE0F11-CA0F-5A84-BFCB-F7A5E414E4DA}" dt="2026-03-03T03:07:25.217" v="44443" actId="20577"/>
          <ac:spMkLst>
            <pc:docMk/>
            <pc:sldMk cId="2363066418" sldId="2258"/>
            <ac:spMk id="2" creationId="{AC047C28-F456-6C33-E528-A9E0C12A8D20}"/>
          </ac:spMkLst>
        </pc:spChg>
        <pc:spChg chg="mod">
          <ac:chgData name="FONG, Chi Kit Ken [DSAI]" userId="960785e9-9efa-43e3-981a-c495c07125dc" providerId="ADAL" clId="{0ACE0F11-CA0F-5A84-BFCB-F7A5E414E4DA}" dt="2026-03-03T02:00:09.052" v="44359"/>
          <ac:spMkLst>
            <pc:docMk/>
            <pc:sldMk cId="2363066418" sldId="2258"/>
            <ac:spMk id="3" creationId="{BDC7F1D0-D21C-9DB6-7040-8F033EF968DA}"/>
          </ac:spMkLst>
        </pc:spChg>
      </pc:sldChg>
      <pc:sldChg chg="modSp new mod">
        <pc:chgData name="FONG, Chi Kit Ken [DSAI]" userId="960785e9-9efa-43e3-981a-c495c07125dc" providerId="ADAL" clId="{0ACE0F11-CA0F-5A84-BFCB-F7A5E414E4DA}" dt="2026-03-03T03:07:56.592" v="44465" actId="15"/>
        <pc:sldMkLst>
          <pc:docMk/>
          <pc:sldMk cId="2129846687" sldId="2259"/>
        </pc:sldMkLst>
        <pc:spChg chg="mod">
          <ac:chgData name="FONG, Chi Kit Ken [DSAI]" userId="960785e9-9efa-43e3-981a-c495c07125dc" providerId="ADAL" clId="{0ACE0F11-CA0F-5A84-BFCB-F7A5E414E4DA}" dt="2026-03-03T03:07:56.592" v="44465" actId="15"/>
          <ac:spMkLst>
            <pc:docMk/>
            <pc:sldMk cId="2129846687" sldId="2259"/>
            <ac:spMk id="2" creationId="{85501A85-5894-58BE-7A85-DCE6DA5ADCCB}"/>
          </ac:spMkLst>
        </pc:spChg>
        <pc:spChg chg="mod">
          <ac:chgData name="FONG, Chi Kit Ken [DSAI]" userId="960785e9-9efa-43e3-981a-c495c07125dc" providerId="ADAL" clId="{0ACE0F11-CA0F-5A84-BFCB-F7A5E414E4DA}" dt="2026-03-03T03:07:07.053" v="44434" actId="27636"/>
          <ac:spMkLst>
            <pc:docMk/>
            <pc:sldMk cId="2129846687" sldId="2259"/>
            <ac:spMk id="3" creationId="{70BEFB8F-C59C-6534-CED4-110E40690C69}"/>
          </ac:spMkLst>
        </pc:spChg>
      </pc:sldChg>
      <pc:sldChg chg="addSp modSp add mod">
        <pc:chgData name="FONG, Chi Kit Ken [DSAI]" userId="960785e9-9efa-43e3-981a-c495c07125dc" providerId="ADAL" clId="{0ACE0F11-CA0F-5A84-BFCB-F7A5E414E4DA}" dt="2026-03-03T03:09:48.006" v="44489" actId="1076"/>
        <pc:sldMkLst>
          <pc:docMk/>
          <pc:sldMk cId="3613661575" sldId="2260"/>
        </pc:sldMkLst>
        <pc:spChg chg="mod">
          <ac:chgData name="FONG, Chi Kit Ken [DSAI]" userId="960785e9-9efa-43e3-981a-c495c07125dc" providerId="ADAL" clId="{0ACE0F11-CA0F-5A84-BFCB-F7A5E414E4DA}" dt="2026-03-03T03:08:58.446" v="44482" actId="20577"/>
          <ac:spMkLst>
            <pc:docMk/>
            <pc:sldMk cId="3613661575" sldId="2260"/>
            <ac:spMk id="2" creationId="{E8097D1C-AFA3-2EBF-DEC1-64C51B636AE5}"/>
          </ac:spMkLst>
        </pc:spChg>
        <pc:picChg chg="add mod">
          <ac:chgData name="FONG, Chi Kit Ken [DSAI]" userId="960785e9-9efa-43e3-981a-c495c07125dc" providerId="ADAL" clId="{0ACE0F11-CA0F-5A84-BFCB-F7A5E414E4DA}" dt="2026-03-03T03:09:48.006" v="44489" actId="1076"/>
          <ac:picMkLst>
            <pc:docMk/>
            <pc:sldMk cId="3613661575" sldId="2260"/>
            <ac:picMk id="4" creationId="{B7752AFB-6160-5185-2D37-46B9FC2B24DE}"/>
          </ac:picMkLst>
        </pc:picChg>
      </pc:sldChg>
      <pc:sldChg chg="new del">
        <pc:chgData name="FONG, Chi Kit Ken [DSAI]" userId="960785e9-9efa-43e3-981a-c495c07125dc" providerId="ADAL" clId="{0ACE0F11-CA0F-5A84-BFCB-F7A5E414E4DA}" dt="2026-03-03T03:10:30.518" v="44501" actId="2696"/>
        <pc:sldMkLst>
          <pc:docMk/>
          <pc:sldMk cId="2584492318" sldId="2261"/>
        </pc:sldMkLst>
      </pc:sldChg>
      <pc:sldChg chg="modSp add del mod">
        <pc:chgData name="FONG, Chi Kit Ken [DSAI]" userId="960785e9-9efa-43e3-981a-c495c07125dc" providerId="ADAL" clId="{0ACE0F11-CA0F-5A84-BFCB-F7A5E414E4DA}" dt="2026-03-03T03:11:41.512" v="44521" actId="2696"/>
        <pc:sldMkLst>
          <pc:docMk/>
          <pc:sldMk cId="3908208673" sldId="2261"/>
        </pc:sldMkLst>
        <pc:spChg chg="mod">
          <ac:chgData name="FONG, Chi Kit Ken [DSAI]" userId="960785e9-9efa-43e3-981a-c495c07125dc" providerId="ADAL" clId="{0ACE0F11-CA0F-5A84-BFCB-F7A5E414E4DA}" dt="2026-03-03T03:11:36.131" v="44519" actId="404"/>
          <ac:spMkLst>
            <pc:docMk/>
            <pc:sldMk cId="3908208673" sldId="2261"/>
            <ac:spMk id="9" creationId="{B58FDD55-C99B-08DB-5BE9-B09ECBAB8590}"/>
          </ac:spMkLst>
        </pc:spChg>
      </pc:sldChg>
      <pc:sldChg chg="addSp delSp modSp add mod">
        <pc:chgData name="FONG, Chi Kit Ken [DSAI]" userId="960785e9-9efa-43e3-981a-c495c07125dc" providerId="ADAL" clId="{0ACE0F11-CA0F-5A84-BFCB-F7A5E414E4DA}" dt="2026-03-03T03:13:20.697" v="44552" actId="20577"/>
        <pc:sldMkLst>
          <pc:docMk/>
          <pc:sldMk cId="2217297808" sldId="2262"/>
        </pc:sldMkLst>
        <pc:spChg chg="add mod">
          <ac:chgData name="FONG, Chi Kit Ken [DSAI]" userId="960785e9-9efa-43e3-981a-c495c07125dc" providerId="ADAL" clId="{0ACE0F11-CA0F-5A84-BFCB-F7A5E414E4DA}" dt="2026-03-03T03:12:25.329" v="44526" actId="1076"/>
          <ac:spMkLst>
            <pc:docMk/>
            <pc:sldMk cId="2217297808" sldId="2262"/>
            <ac:spMk id="4" creationId="{87099C13-0045-7F92-1BFB-494A1A0B7693}"/>
          </ac:spMkLst>
        </pc:spChg>
        <pc:spChg chg="mod">
          <ac:chgData name="FONG, Chi Kit Ken [DSAI]" userId="960785e9-9efa-43e3-981a-c495c07125dc" providerId="ADAL" clId="{0ACE0F11-CA0F-5A84-BFCB-F7A5E414E4DA}" dt="2026-03-03T03:13:16.070" v="44551" actId="1076"/>
          <ac:spMkLst>
            <pc:docMk/>
            <pc:sldMk cId="2217297808" sldId="2262"/>
            <ac:spMk id="5" creationId="{2A8E692C-806C-54EF-55FC-FBE73883FCD1}"/>
          </ac:spMkLst>
        </pc:spChg>
        <pc:spChg chg="del">
          <ac:chgData name="FONG, Chi Kit Ken [DSAI]" userId="960785e9-9efa-43e3-981a-c495c07125dc" providerId="ADAL" clId="{0ACE0F11-CA0F-5A84-BFCB-F7A5E414E4DA}" dt="2026-03-03T03:12:20.157" v="44525" actId="478"/>
          <ac:spMkLst>
            <pc:docMk/>
            <pc:sldMk cId="2217297808" sldId="2262"/>
            <ac:spMk id="6" creationId="{2B785B75-7938-CA2F-EC8F-7109EEF81913}"/>
          </ac:spMkLst>
        </pc:spChg>
        <pc:spChg chg="del">
          <ac:chgData name="FONG, Chi Kit Ken [DSAI]" userId="960785e9-9efa-43e3-981a-c495c07125dc" providerId="ADAL" clId="{0ACE0F11-CA0F-5A84-BFCB-F7A5E414E4DA}" dt="2026-03-03T03:12:14.102" v="44522" actId="478"/>
          <ac:spMkLst>
            <pc:docMk/>
            <pc:sldMk cId="2217297808" sldId="2262"/>
            <ac:spMk id="8" creationId="{2DDD4B33-AC14-A2CD-6AF5-69D471645D7C}"/>
          </ac:spMkLst>
        </pc:spChg>
        <pc:spChg chg="del">
          <ac:chgData name="FONG, Chi Kit Ken [DSAI]" userId="960785e9-9efa-43e3-981a-c495c07125dc" providerId="ADAL" clId="{0ACE0F11-CA0F-5A84-BFCB-F7A5E414E4DA}" dt="2026-03-03T03:12:14.102" v="44522" actId="478"/>
          <ac:spMkLst>
            <pc:docMk/>
            <pc:sldMk cId="2217297808" sldId="2262"/>
            <ac:spMk id="10" creationId="{49436494-409F-C2F4-F27C-D13FCCE5C262}"/>
          </ac:spMkLst>
        </pc:spChg>
        <pc:spChg chg="mod">
          <ac:chgData name="FONG, Chi Kit Ken [DSAI]" userId="960785e9-9efa-43e3-981a-c495c07125dc" providerId="ADAL" clId="{0ACE0F11-CA0F-5A84-BFCB-F7A5E414E4DA}" dt="2026-03-03T03:13:20.697" v="44552" actId="20577"/>
          <ac:spMkLst>
            <pc:docMk/>
            <pc:sldMk cId="2217297808" sldId="2262"/>
            <ac:spMk id="11" creationId="{5D568B37-3C54-F82F-73A2-17E5994671D1}"/>
          </ac:spMkLst>
        </pc:spChg>
        <pc:spChg chg="add mod">
          <ac:chgData name="FONG, Chi Kit Ken [DSAI]" userId="960785e9-9efa-43e3-981a-c495c07125dc" providerId="ADAL" clId="{0ACE0F11-CA0F-5A84-BFCB-F7A5E414E4DA}" dt="2026-03-03T03:12:25.329" v="44526" actId="1076"/>
          <ac:spMkLst>
            <pc:docMk/>
            <pc:sldMk cId="2217297808" sldId="2262"/>
            <ac:spMk id="12" creationId="{14FA24D6-8E48-397C-E8B3-F4E13BE338AD}"/>
          </ac:spMkLst>
        </pc:spChg>
        <pc:spChg chg="add mod">
          <ac:chgData name="FONG, Chi Kit Ken [DSAI]" userId="960785e9-9efa-43e3-981a-c495c07125dc" providerId="ADAL" clId="{0ACE0F11-CA0F-5A84-BFCB-F7A5E414E4DA}" dt="2026-03-03T03:12:25.329" v="44526" actId="1076"/>
          <ac:spMkLst>
            <pc:docMk/>
            <pc:sldMk cId="2217297808" sldId="2262"/>
            <ac:spMk id="13" creationId="{82C22CCA-A287-4A87-3BC1-820E04E00A02}"/>
          </ac:spMkLst>
        </pc:spChg>
        <pc:graphicFrameChg chg="del">
          <ac:chgData name="FONG, Chi Kit Ken [DSAI]" userId="960785e9-9efa-43e3-981a-c495c07125dc" providerId="ADAL" clId="{0ACE0F11-CA0F-5A84-BFCB-F7A5E414E4DA}" dt="2026-03-03T03:12:44.508" v="44531" actId="478"/>
          <ac:graphicFrameMkLst>
            <pc:docMk/>
            <pc:sldMk cId="2217297808" sldId="2262"/>
            <ac:graphicFrameMk id="3" creationId="{F6E9FE44-CF58-845B-7CC8-303D01EFEE10}"/>
          </ac:graphicFrameMkLst>
        </pc:graphicFrameChg>
        <pc:graphicFrameChg chg="add mod modGraphic">
          <ac:chgData name="FONG, Chi Kit Ken [DSAI]" userId="960785e9-9efa-43e3-981a-c495c07125dc" providerId="ADAL" clId="{0ACE0F11-CA0F-5A84-BFCB-F7A5E414E4DA}" dt="2026-03-03T03:13:14.399" v="44550" actId="1076"/>
          <ac:graphicFrameMkLst>
            <pc:docMk/>
            <pc:sldMk cId="2217297808" sldId="2262"/>
            <ac:graphicFrameMk id="14" creationId="{F64BD65D-2D67-8460-059C-B0B98585DDCF}"/>
          </ac:graphicFrameMkLst>
        </pc:graphicFrameChg>
      </pc:sldChg>
      <pc:sldChg chg="new del">
        <pc:chgData name="FONG, Chi Kit Ken [DSAI]" userId="960785e9-9efa-43e3-981a-c495c07125dc" providerId="ADAL" clId="{0ACE0F11-CA0F-5A84-BFCB-F7A5E414E4DA}" dt="2026-03-03T03:17:11.234" v="44591" actId="680"/>
        <pc:sldMkLst>
          <pc:docMk/>
          <pc:sldMk cId="252559578" sldId="226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D96772-9817-D32D-CFDB-4082AEA13D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86172B-8397-3A88-9BA7-9C3DBC65BB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828F9-B03F-44CA-BF33-27494910E999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C08E2D-8C3D-B8DD-3F2A-AA9AE2C326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C741F-C3B9-696C-07A4-6B6C6E1BE0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A5BC5F-DD29-48CA-B1A9-365C6504E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28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5F59B-C668-4011-983E-F315D5C6132D}" type="datetimeFigureOut">
              <a:rPr lang="en-US" smtClean="0"/>
              <a:t>3/3/26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F99F9-2769-4C52-8EE2-7278119F0A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925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8F99F9-2769-4C52-8EE2-7278119F0A1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9314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Ref: https://</a:t>
            </a:r>
            <a:r>
              <a:rPr lang="en-US" dirty="0" err="1"/>
              <a:t>medium.com</a:t>
            </a:r>
            <a:r>
              <a:rPr lang="en-US" dirty="0"/>
              <a:t>/@eren9677/text-summarization-387836c9e178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8A461-6BD1-E340-A7A8-62B484C8AED9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53625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2B18A-2ADC-8464-F4DE-E738D33F3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E0CB4-9EE2-3FE1-0745-1B6D9622D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D2B87-A770-D4D4-0F57-CC590D288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Ref: https://</a:t>
            </a:r>
            <a:r>
              <a:rPr lang="en-US" dirty="0" err="1"/>
              <a:t>medium.com</a:t>
            </a:r>
            <a:r>
              <a:rPr lang="en-US" dirty="0"/>
              <a:t>/@eren9677/text-summarization-387836c9e178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A148E-A759-7D59-7D8D-AF880BAE1A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88A461-6BD1-E340-A7A8-62B484C8AED9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0500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99000">
              <a:srgbClr val="FDFFFE"/>
            </a:gs>
            <a:gs pos="66000">
              <a:srgbClr val="F3FFFF"/>
            </a:gs>
            <a:gs pos="37992">
              <a:srgbClr val="FFFFFF"/>
            </a:gs>
            <a:gs pos="5000">
              <a:srgbClr val="EAFCFE"/>
            </a:gs>
          </a:gsLst>
          <a:lin ang="17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F993BB-6145-4D1C-B438-D1350312F1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557" y="2169539"/>
            <a:ext cx="3898380" cy="1764792"/>
          </a:xfrm>
        </p:spPr>
        <p:txBody>
          <a:bodyPr anchor="t">
            <a:noAutofit/>
          </a:bodyPr>
          <a:lstStyle>
            <a:lvl1pPr>
              <a:defRPr sz="36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64030515-78CF-D472-B3D6-9EE48BCA26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98342" y="3934331"/>
            <a:ext cx="3899755" cy="102412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140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D520E0A-9F3C-2B74-DA11-E0251E5A0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35846" y="1318569"/>
            <a:ext cx="389835" cy="389835"/>
          </a:xfrm>
          <a:prstGeom prst="ellipse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5549B0E-9133-3CD2-5A20-A4BD09614750}"/>
              </a:ext>
            </a:extLst>
          </p:cNvPr>
          <p:cNvGrpSpPr/>
          <p:nvPr userDrawn="1"/>
        </p:nvGrpSpPr>
        <p:grpSpPr>
          <a:xfrm>
            <a:off x="201176" y="1586844"/>
            <a:ext cx="3898381" cy="3898381"/>
            <a:chOff x="492349" y="822706"/>
            <a:chExt cx="5439251" cy="543925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044AEFBC-64F2-936B-DCB9-CC545B781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92349" y="822706"/>
              <a:ext cx="5439251" cy="5439251"/>
            </a:xfrm>
            <a:prstGeom prst="ellipse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9C3D3B6-D949-DCE6-1749-76AA5DC67D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638840" y="5012346"/>
              <a:ext cx="837679" cy="837678"/>
            </a:xfrm>
            <a:prstGeom prst="ellipse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dirty="0"/>
            </a:p>
          </p:txBody>
        </p:sp>
      </p:grpSp>
      <p:sp>
        <p:nvSpPr>
          <p:cNvPr id="10" name="Freeform 12">
            <a:extLst>
              <a:ext uri="{FF2B5EF4-FFF2-40B4-BE49-F238E27FC236}">
                <a16:creationId xmlns:a16="http://schemas.microsoft.com/office/drawing/2014/main" id="{A759B287-7ACD-CCB9-A26D-28CA3AE0F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90481" y="0"/>
            <a:ext cx="1499067" cy="1061910"/>
          </a:xfrm>
          <a:custGeom>
            <a:avLst/>
            <a:gdLst>
              <a:gd name="connsiteX0" fmla="*/ 70097 w 1499066"/>
              <a:gd name="connsiteY0" fmla="*/ 0 h 1061910"/>
              <a:gd name="connsiteX1" fmla="*/ 1428969 w 1499066"/>
              <a:gd name="connsiteY1" fmla="*/ 0 h 1061910"/>
              <a:gd name="connsiteX2" fmla="*/ 1440164 w 1499066"/>
              <a:gd name="connsiteY2" fmla="*/ 20625 h 1061910"/>
              <a:gd name="connsiteX3" fmla="*/ 1499066 w 1499066"/>
              <a:gd name="connsiteY3" fmla="*/ 312377 h 1061910"/>
              <a:gd name="connsiteX4" fmla="*/ 749533 w 1499066"/>
              <a:gd name="connsiteY4" fmla="*/ 1061910 h 1061910"/>
              <a:gd name="connsiteX5" fmla="*/ 0 w 1499066"/>
              <a:gd name="connsiteY5" fmla="*/ 312377 h 1061910"/>
              <a:gd name="connsiteX6" fmla="*/ 58902 w 1499066"/>
              <a:gd name="connsiteY6" fmla="*/ 20625 h 1061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99066" h="1061910">
                <a:moveTo>
                  <a:pt x="70097" y="0"/>
                </a:moveTo>
                <a:lnTo>
                  <a:pt x="1428969" y="0"/>
                </a:lnTo>
                <a:lnTo>
                  <a:pt x="1440164" y="20625"/>
                </a:lnTo>
                <a:cubicBezTo>
                  <a:pt x="1478092" y="110298"/>
                  <a:pt x="1499066" y="208888"/>
                  <a:pt x="1499066" y="312377"/>
                </a:cubicBezTo>
                <a:cubicBezTo>
                  <a:pt x="1499066" y="726333"/>
                  <a:pt x="1163489" y="1061910"/>
                  <a:pt x="749533" y="1061910"/>
                </a:cubicBezTo>
                <a:cubicBezTo>
                  <a:pt x="335577" y="1061910"/>
                  <a:pt x="0" y="726333"/>
                  <a:pt x="0" y="312377"/>
                </a:cubicBezTo>
                <a:cubicBezTo>
                  <a:pt x="0" y="208888"/>
                  <a:pt x="20974" y="110298"/>
                  <a:pt x="58902" y="20625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7EC075E2-093A-4845-BDC4-BD2FAA7A59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8319" y="1373479"/>
            <a:ext cx="4325112" cy="4325112"/>
          </a:xfrm>
          <a:noFill/>
        </p:spPr>
        <p:txBody>
          <a:bodyPr anchor="t"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pic>
        <p:nvPicPr>
          <p:cNvPr id="16" name="Picture 15" descr="University Identity | The Hong Kong Polytechnic University">
            <a:extLst>
              <a:ext uri="{FF2B5EF4-FFF2-40B4-BE49-F238E27FC236}">
                <a16:creationId xmlns:a16="http://schemas.microsoft.com/office/drawing/2014/main" id="{1BBBEAE2-6B0F-71DF-4FC2-46AD2FF683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393" y="311569"/>
            <a:ext cx="1871244" cy="358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2962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>
          <a:gsLst>
            <a:gs pos="99000">
              <a:srgbClr val="FDFFFE"/>
            </a:gs>
            <a:gs pos="66000">
              <a:srgbClr val="F3FFFF"/>
            </a:gs>
            <a:gs pos="37992">
              <a:srgbClr val="FFFFFF"/>
            </a:gs>
            <a:gs pos="5000">
              <a:srgbClr val="EAFCFE"/>
            </a:gs>
          </a:gsLst>
          <a:lin ang="17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5BEC9516-95B6-310C-2652-36F601491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13795" y="6187712"/>
            <a:ext cx="389835" cy="389835"/>
          </a:xfrm>
          <a:prstGeom prst="ellipse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D0E065-0B41-7577-623E-6622A2E5101A}"/>
              </a:ext>
            </a:extLst>
          </p:cNvPr>
          <p:cNvSpPr/>
          <p:nvPr userDrawn="1"/>
        </p:nvSpPr>
        <p:spPr>
          <a:xfrm>
            <a:off x="133164" y="186431"/>
            <a:ext cx="8851038" cy="6516210"/>
          </a:xfrm>
          <a:prstGeom prst="rect">
            <a:avLst/>
          </a:prstGeom>
          <a:noFill/>
          <a:ln w="28575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pic>
        <p:nvPicPr>
          <p:cNvPr id="9" name="Picture 8" descr="University Identity | The Hong Kong Polytechnic University">
            <a:extLst>
              <a:ext uri="{FF2B5EF4-FFF2-40B4-BE49-F238E27FC236}">
                <a16:creationId xmlns:a16="http://schemas.microsoft.com/office/drawing/2014/main" id="{16662D3D-8A33-0441-1D94-CF99B5175A0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393" y="311569"/>
            <a:ext cx="1871244" cy="358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94E881B-EC41-B0CC-7CFC-3C8D5E3AF79C}"/>
              </a:ext>
            </a:extLst>
          </p:cNvPr>
          <p:cNvGrpSpPr/>
          <p:nvPr userDrawn="1"/>
        </p:nvGrpSpPr>
        <p:grpSpPr>
          <a:xfrm>
            <a:off x="4558683" y="186431"/>
            <a:ext cx="163622" cy="6516210"/>
            <a:chOff x="6096000" y="327025"/>
            <a:chExt cx="0" cy="62039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4FF3E8-7A16-45D7-0B9D-696859B20B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75C94F7-D886-2920-EBBF-3E6B54BC15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FE91ACBD-101E-31FD-DE75-0AF48A2BA2E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7004" y="1686757"/>
            <a:ext cx="8367942" cy="4519510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2400"/>
            </a:lvl1pPr>
            <a:lvl2pPr marL="171446" indent="-171446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Pct val="120000"/>
              <a:buFont typeface="Courier New" panose="02070309020205020404" pitchFamily="49" charset="0"/>
              <a:buChar char="o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41" indent="-285750">
              <a:lnSpc>
                <a:spcPct val="100000"/>
              </a:lnSpc>
              <a:spcBef>
                <a:spcPts val="0"/>
              </a:spcBef>
              <a:buClr>
                <a:srgbClr val="FF9300"/>
              </a:buClr>
              <a:buFont typeface="Courier New" panose="02070309020205020404" pitchFamily="49" charset="0"/>
              <a:buChar char="o"/>
              <a:defRPr sz="1400"/>
            </a:lvl3pPr>
            <a:lvl4pPr marL="857228" indent="-171446">
              <a:lnSpc>
                <a:spcPct val="100000"/>
              </a:lnSpc>
              <a:spcBef>
                <a:spcPts val="0"/>
              </a:spcBef>
              <a:buClr>
                <a:schemeClr val="accent5">
                  <a:lumMod val="60000"/>
                  <a:lumOff val="40000"/>
                </a:schemeClr>
              </a:buClr>
              <a:buFont typeface="Courier New" panose="02070309020205020404" pitchFamily="49" charset="0"/>
              <a:buChar char="o"/>
              <a:defRPr sz="1200"/>
            </a:lvl4pPr>
            <a:lvl5pPr marL="1200120" indent="-171446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050"/>
            </a:lvl5pPr>
          </a:lstStyle>
          <a:p>
            <a:pPr marL="514346" lvl="1" indent="-342900" algn="l" defTabSz="685783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>
                <a:schemeClr val="accent3"/>
              </a:buClr>
              <a:buSzPct val="120000"/>
              <a:buFont typeface="Courier New" panose="02070309020205020404" pitchFamily="49" charset="0"/>
              <a:buChar char="o"/>
            </a:pPr>
            <a:r>
              <a:rPr lang="en-US" dirty="0"/>
              <a:t>Click to edit Master text styles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D27AD0B-B30D-9C63-5F05-0190AE98D23A}"/>
              </a:ext>
            </a:extLst>
          </p:cNvPr>
          <p:cNvSpPr txBox="1">
            <a:spLocks/>
          </p:cNvSpPr>
          <p:nvPr userDrawn="1"/>
        </p:nvSpPr>
        <p:spPr>
          <a:xfrm>
            <a:off x="8413794" y="6205632"/>
            <a:ext cx="389833" cy="365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9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D1BC2EDA-D519-4F34-BF3F-BFFF500F4B03}" type="slidenum">
              <a:rPr lang="en-US" sz="1000" b="1" smtClean="0"/>
              <a:pPr algn="ctr"/>
              <a:t>‹#›</a:t>
            </a:fld>
            <a:endParaRPr lang="en-US" sz="1000" b="1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961887F-914C-4E0C-4C2E-7F9AAAEF1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681" y="809870"/>
            <a:ext cx="8367943" cy="761478"/>
          </a:xfrm>
        </p:spPr>
        <p:txBody>
          <a:bodyPr anchor="t" anchorCtr="0">
            <a:normAutofit/>
          </a:bodyPr>
          <a:lstStyle>
            <a:lvl1pPr>
              <a:defRPr lang="en-US" sz="3600" b="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5103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gradFill>
          <a:gsLst>
            <a:gs pos="99000">
              <a:srgbClr val="FDFFFE"/>
            </a:gs>
            <a:gs pos="66000">
              <a:srgbClr val="F3FFFF"/>
            </a:gs>
            <a:gs pos="37992">
              <a:srgbClr val="FFFFFF"/>
            </a:gs>
            <a:gs pos="5000">
              <a:srgbClr val="EAFCFE"/>
            </a:gs>
          </a:gsLst>
          <a:lin ang="17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392D540-E480-EF1B-28D4-D98C5FF631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1" y="1065237"/>
            <a:ext cx="1919240" cy="4939430"/>
          </a:xfrm>
        </p:spPr>
        <p:txBody>
          <a:bodyPr anchor="ctr">
            <a:normAutofit/>
          </a:bodyPr>
          <a:lstStyle>
            <a:lvl1pPr algn="ctr">
              <a:defRPr sz="27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B61084-3519-70C6-F9CD-71E046FBC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3378" y="1065237"/>
            <a:ext cx="5337381" cy="4939430"/>
          </a:xfrm>
        </p:spPr>
        <p:txBody>
          <a:bodyPr anchor="ctr" anchorCtr="0">
            <a:normAutofit/>
          </a:bodyPr>
          <a:lstStyle>
            <a:lvl1pPr marL="0" indent="0" algn="ctr">
              <a:lnSpc>
                <a:spcPct val="200000"/>
              </a:lnSpc>
              <a:buNone/>
              <a:defRPr lang="en-US" sz="1200" kern="1200" cap="all" spc="225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 marL="557213" indent="-214313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2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 marL="900113" indent="-214313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2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 marL="1243013" indent="-214313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2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 marL="1585913" indent="-214313" algn="ctr">
              <a:lnSpc>
                <a:spcPct val="120000"/>
              </a:lnSpc>
              <a:buFont typeface="Arial" panose="020B0604020202020204" pitchFamily="34" charset="0"/>
              <a:buChar char="•"/>
              <a:defRPr lang="en-US" sz="1200" kern="1200" cap="none" spc="0" baseline="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D0E065-0B41-7577-623E-6622A2E5101A}"/>
              </a:ext>
            </a:extLst>
          </p:cNvPr>
          <p:cNvSpPr/>
          <p:nvPr userDrawn="1"/>
        </p:nvSpPr>
        <p:spPr>
          <a:xfrm>
            <a:off x="133164" y="186431"/>
            <a:ext cx="8851038" cy="6516210"/>
          </a:xfrm>
          <a:prstGeom prst="rect">
            <a:avLst/>
          </a:prstGeom>
          <a:noFill/>
          <a:ln w="28575" cap="flat">
            <a:solidFill>
              <a:schemeClr val="accent3"/>
            </a:solidFill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94E881B-EC41-B0CC-7CFC-3C8D5E3AF79C}"/>
              </a:ext>
            </a:extLst>
          </p:cNvPr>
          <p:cNvGrpSpPr/>
          <p:nvPr userDrawn="1"/>
        </p:nvGrpSpPr>
        <p:grpSpPr>
          <a:xfrm>
            <a:off x="2771192" y="186431"/>
            <a:ext cx="163622" cy="6516210"/>
            <a:chOff x="6096000" y="327025"/>
            <a:chExt cx="0" cy="62039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444FF3E8-7A16-45D7-0B9D-696859B20B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6281057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75C94F7-D886-2920-EBBF-3E6B54BC15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27025"/>
              <a:ext cx="0" cy="249918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17" descr="University Identity | The Hong Kong Polytechnic University">
            <a:extLst>
              <a:ext uri="{FF2B5EF4-FFF2-40B4-BE49-F238E27FC236}">
                <a16:creationId xmlns:a16="http://schemas.microsoft.com/office/drawing/2014/main" id="{F2274D91-E1A0-3278-C33F-0820FC5267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4393" y="311569"/>
            <a:ext cx="1871244" cy="358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7882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with caption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906" y="566928"/>
            <a:ext cx="8339328" cy="640080"/>
          </a:xfrm>
        </p:spPr>
        <p:txBody>
          <a:bodyPr anchor="t" anchorCtr="0">
            <a:noAutofit/>
          </a:bodyPr>
          <a:lstStyle>
            <a:lvl1pPr algn="ctr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Media Placeholder 15">
            <a:extLst>
              <a:ext uri="{FF2B5EF4-FFF2-40B4-BE49-F238E27FC236}">
                <a16:creationId xmlns:a16="http://schemas.microsoft.com/office/drawing/2014/main" id="{0D165AF2-A462-FCF3-81AE-ADB955740CCB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480060" y="1847088"/>
            <a:ext cx="5568696" cy="3776472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icon to add media</a:t>
            </a: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5CA8910C-D8ED-5254-9603-C499A3F69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4862308" y="3881172"/>
            <a:ext cx="4281692" cy="2981809"/>
          </a:xfrm>
          <a:custGeom>
            <a:avLst/>
            <a:gdLst>
              <a:gd name="connsiteX0" fmla="*/ 2681883 w 4953666"/>
              <a:gd name="connsiteY0" fmla="*/ 4293658 h 4294315"/>
              <a:gd name="connsiteX1" fmla="*/ 2962801 w 4953666"/>
              <a:gd name="connsiteY1" fmla="*/ 4285537 h 4294315"/>
              <a:gd name="connsiteX2" fmla="*/ 4834127 w 4953666"/>
              <a:gd name="connsiteY2" fmla="*/ 3330444 h 4294315"/>
              <a:gd name="connsiteX3" fmla="*/ 4953666 w 4953666"/>
              <a:gd name="connsiteY3" fmla="*/ 3175947 h 4294315"/>
              <a:gd name="connsiteX4" fmla="*/ 4953666 w 4953666"/>
              <a:gd name="connsiteY4" fmla="*/ 0 h 4294315"/>
              <a:gd name="connsiteX5" fmla="*/ 481203 w 4953666"/>
              <a:gd name="connsiteY5" fmla="*/ 0 h 4294315"/>
              <a:gd name="connsiteX6" fmla="*/ 354529 w 4953666"/>
              <a:gd name="connsiteY6" fmla="*/ 200752 h 4294315"/>
              <a:gd name="connsiteX7" fmla="*/ 8771 w 4953666"/>
              <a:gd name="connsiteY7" fmla="*/ 1767440 h 4294315"/>
              <a:gd name="connsiteX8" fmla="*/ 2681883 w 4953666"/>
              <a:gd name="connsiteY8" fmla="*/ 4293658 h 4294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953666" h="4294315">
                <a:moveTo>
                  <a:pt x="2681883" y="4293658"/>
                </a:moveTo>
                <a:cubicBezTo>
                  <a:pt x="2774620" y="4295683"/>
                  <a:pt x="2868342" y="4293047"/>
                  <a:pt x="2962801" y="4285537"/>
                </a:cubicBezTo>
                <a:cubicBezTo>
                  <a:pt x="3718476" y="4225460"/>
                  <a:pt x="4378268" y="3864871"/>
                  <a:pt x="4834127" y="3330444"/>
                </a:cubicBezTo>
                <a:lnTo>
                  <a:pt x="4953666" y="3175947"/>
                </a:lnTo>
                <a:lnTo>
                  <a:pt x="4953666" y="0"/>
                </a:lnTo>
                <a:lnTo>
                  <a:pt x="481203" y="0"/>
                </a:lnTo>
                <a:lnTo>
                  <a:pt x="354529" y="200752"/>
                </a:lnTo>
                <a:cubicBezTo>
                  <a:pt x="94175" y="660824"/>
                  <a:pt x="-36273" y="1200867"/>
                  <a:pt x="8771" y="1767440"/>
                </a:cubicBezTo>
                <a:cubicBezTo>
                  <a:pt x="121380" y="3183873"/>
                  <a:pt x="1290828" y="4263270"/>
                  <a:pt x="2681883" y="429365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0FCE207E-49DC-89F0-6C2E-AEDEB1A66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01104" y="1953087"/>
            <a:ext cx="742901" cy="802014"/>
          </a:xfrm>
          <a:custGeom>
            <a:avLst/>
            <a:gdLst>
              <a:gd name="connsiteX0" fmla="*/ 664579 w 990534"/>
              <a:gd name="connsiteY0" fmla="*/ 0 h 1329158"/>
              <a:gd name="connsiteX1" fmla="*/ 923263 w 990534"/>
              <a:gd name="connsiteY1" fmla="*/ 52226 h 1329158"/>
              <a:gd name="connsiteX2" fmla="*/ 990534 w 990534"/>
              <a:gd name="connsiteY2" fmla="*/ 88739 h 1329158"/>
              <a:gd name="connsiteX3" fmla="*/ 990534 w 990534"/>
              <a:gd name="connsiteY3" fmla="*/ 1240419 h 1329158"/>
              <a:gd name="connsiteX4" fmla="*/ 923263 w 990534"/>
              <a:gd name="connsiteY4" fmla="*/ 1276932 h 1329158"/>
              <a:gd name="connsiteX5" fmla="*/ 664579 w 990534"/>
              <a:gd name="connsiteY5" fmla="*/ 1329158 h 1329158"/>
              <a:gd name="connsiteX6" fmla="*/ 0 w 990534"/>
              <a:gd name="connsiteY6" fmla="*/ 664579 h 1329158"/>
              <a:gd name="connsiteX7" fmla="*/ 664579 w 990534"/>
              <a:gd name="connsiteY7" fmla="*/ 0 h 1329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0534" h="1329158">
                <a:moveTo>
                  <a:pt x="664579" y="0"/>
                </a:moveTo>
                <a:cubicBezTo>
                  <a:pt x="756338" y="0"/>
                  <a:pt x="843754" y="18597"/>
                  <a:pt x="923263" y="52226"/>
                </a:cubicBezTo>
                <a:lnTo>
                  <a:pt x="990534" y="88739"/>
                </a:lnTo>
                <a:lnTo>
                  <a:pt x="990534" y="1240419"/>
                </a:lnTo>
                <a:lnTo>
                  <a:pt x="923263" y="1276932"/>
                </a:lnTo>
                <a:cubicBezTo>
                  <a:pt x="843754" y="1310562"/>
                  <a:pt x="756338" y="1329158"/>
                  <a:pt x="664579" y="1329158"/>
                </a:cubicBezTo>
                <a:cubicBezTo>
                  <a:pt x="297542" y="1329158"/>
                  <a:pt x="0" y="1031616"/>
                  <a:pt x="0" y="664579"/>
                </a:cubicBezTo>
                <a:cubicBezTo>
                  <a:pt x="0" y="297542"/>
                  <a:pt x="297542" y="0"/>
                  <a:pt x="664579" y="0"/>
                </a:cubicBezTo>
                <a:close/>
              </a:path>
            </a:pathLst>
          </a:custGeom>
          <a:solidFill>
            <a:schemeClr val="accent3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550097-BD5F-E98D-20E3-A22C0C038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360" y="2715768"/>
            <a:ext cx="2523744" cy="301752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0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>
            <a:noAutofit/>
          </a:bodyPr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919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  <p15:guide id="3" orient="horz" pos="355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lis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906" y="566928"/>
            <a:ext cx="8339328" cy="640080"/>
          </a:xfrm>
        </p:spPr>
        <p:txBody>
          <a:bodyPr anchor="t" anchorCtr="0">
            <a:normAutofit/>
          </a:bodyPr>
          <a:lstStyle>
            <a:lvl1pPr algn="ctr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8D76C9A2-7310-AC9A-D74B-465F4A044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59024" y="3432623"/>
            <a:ext cx="2690086" cy="3425381"/>
          </a:xfrm>
          <a:custGeom>
            <a:avLst/>
            <a:gdLst>
              <a:gd name="connsiteX0" fmla="*/ 2057400 w 3586781"/>
              <a:gd name="connsiteY0" fmla="*/ 0 h 3425381"/>
              <a:gd name="connsiteX1" fmla="*/ 3512202 w 3586781"/>
              <a:gd name="connsiteY1" fmla="*/ 602599 h 3425381"/>
              <a:gd name="connsiteX2" fmla="*/ 3586781 w 3586781"/>
              <a:gd name="connsiteY2" fmla="*/ 684657 h 3425381"/>
              <a:gd name="connsiteX3" fmla="*/ 3586781 w 3586781"/>
              <a:gd name="connsiteY3" fmla="*/ 3425381 h 3425381"/>
              <a:gd name="connsiteX4" fmla="*/ 523691 w 3586781"/>
              <a:gd name="connsiteY4" fmla="*/ 3425381 h 3425381"/>
              <a:gd name="connsiteX5" fmla="*/ 469810 w 3586781"/>
              <a:gd name="connsiteY5" fmla="*/ 3366098 h 3425381"/>
              <a:gd name="connsiteX6" fmla="*/ 0 w 3586781"/>
              <a:gd name="connsiteY6" fmla="*/ 2057400 h 3425381"/>
              <a:gd name="connsiteX7" fmla="*/ 2057400 w 3586781"/>
              <a:gd name="connsiteY7" fmla="*/ 0 h 3425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6781" h="3425381">
                <a:moveTo>
                  <a:pt x="2057400" y="0"/>
                </a:moveTo>
                <a:cubicBezTo>
                  <a:pt x="2625535" y="0"/>
                  <a:pt x="3139885" y="230282"/>
                  <a:pt x="3512202" y="602599"/>
                </a:cubicBezTo>
                <a:lnTo>
                  <a:pt x="3586781" y="684657"/>
                </a:lnTo>
                <a:lnTo>
                  <a:pt x="3586781" y="3425381"/>
                </a:lnTo>
                <a:lnTo>
                  <a:pt x="523691" y="3425381"/>
                </a:lnTo>
                <a:lnTo>
                  <a:pt x="469810" y="3366098"/>
                </a:lnTo>
                <a:cubicBezTo>
                  <a:pt x="176310" y="3010458"/>
                  <a:pt x="0" y="2554519"/>
                  <a:pt x="0" y="2057400"/>
                </a:cubicBezTo>
                <a:cubicBezTo>
                  <a:pt x="0" y="921129"/>
                  <a:pt x="921129" y="0"/>
                  <a:pt x="2057400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C7F2D7-0500-18AD-893F-3BFF96B94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78222" y="1953365"/>
            <a:ext cx="3862271" cy="3684552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B05A4D-E9FB-4913-E53E-1DE2DC2D9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8702" y="6194372"/>
            <a:ext cx="292376" cy="389835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5" name="Freeform 1">
            <a:extLst>
              <a:ext uri="{FF2B5EF4-FFF2-40B4-BE49-F238E27FC236}">
                <a16:creationId xmlns:a16="http://schemas.microsoft.com/office/drawing/2014/main" id="{CC1FF5F2-E394-6897-C493-6584D74D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211328" y="-3167"/>
            <a:ext cx="990534" cy="996869"/>
          </a:xfrm>
          <a:custGeom>
            <a:avLst/>
            <a:gdLst>
              <a:gd name="connsiteX0" fmla="*/ 664579 w 990534"/>
              <a:gd name="connsiteY0" fmla="*/ 0 h 1329158"/>
              <a:gd name="connsiteX1" fmla="*/ 923263 w 990534"/>
              <a:gd name="connsiteY1" fmla="*/ 52226 h 1329158"/>
              <a:gd name="connsiteX2" fmla="*/ 990534 w 990534"/>
              <a:gd name="connsiteY2" fmla="*/ 88739 h 1329158"/>
              <a:gd name="connsiteX3" fmla="*/ 990534 w 990534"/>
              <a:gd name="connsiteY3" fmla="*/ 1240419 h 1329158"/>
              <a:gd name="connsiteX4" fmla="*/ 923263 w 990534"/>
              <a:gd name="connsiteY4" fmla="*/ 1276932 h 1329158"/>
              <a:gd name="connsiteX5" fmla="*/ 664579 w 990534"/>
              <a:gd name="connsiteY5" fmla="*/ 1329158 h 1329158"/>
              <a:gd name="connsiteX6" fmla="*/ 0 w 990534"/>
              <a:gd name="connsiteY6" fmla="*/ 664579 h 1329158"/>
              <a:gd name="connsiteX7" fmla="*/ 664579 w 990534"/>
              <a:gd name="connsiteY7" fmla="*/ 0 h 1329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90534" h="1329158">
                <a:moveTo>
                  <a:pt x="664579" y="0"/>
                </a:moveTo>
                <a:cubicBezTo>
                  <a:pt x="756338" y="0"/>
                  <a:pt x="843754" y="18597"/>
                  <a:pt x="923263" y="52226"/>
                </a:cubicBezTo>
                <a:lnTo>
                  <a:pt x="990534" y="88739"/>
                </a:lnTo>
                <a:lnTo>
                  <a:pt x="990534" y="1240419"/>
                </a:lnTo>
                <a:lnTo>
                  <a:pt x="923263" y="1276932"/>
                </a:lnTo>
                <a:cubicBezTo>
                  <a:pt x="843754" y="1310562"/>
                  <a:pt x="756338" y="1329158"/>
                  <a:pt x="664579" y="1329158"/>
                </a:cubicBezTo>
                <a:cubicBezTo>
                  <a:pt x="297542" y="1329158"/>
                  <a:pt x="0" y="1031616"/>
                  <a:pt x="0" y="664579"/>
                </a:cubicBezTo>
                <a:cubicBezTo>
                  <a:pt x="0" y="297542"/>
                  <a:pt x="297542" y="0"/>
                  <a:pt x="664579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A8D9022-B854-F233-7BEE-8185E402F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2776" y="2891439"/>
            <a:ext cx="3137660" cy="2282229"/>
            <a:chOff x="6448201" y="2832180"/>
            <a:chExt cx="4483608" cy="2139696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A1459528-99D6-5A0F-AEFA-AC4E7BC126D1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283218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A5AD794-5E76-98BF-3FC7-85579E091361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353322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EDD1146-913C-8E63-E619-A08A11AAF125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423426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943E402-60F2-D003-3878-233462D26AA9}"/>
                </a:ext>
              </a:extLst>
            </p:cNvPr>
            <p:cNvCxnSpPr>
              <a:cxnSpLocks/>
            </p:cNvCxnSpPr>
            <p:nvPr/>
          </p:nvCxnSpPr>
          <p:spPr>
            <a:xfrm>
              <a:off x="6454297" y="4971876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0478807-656D-4B2C-5C1E-4A08154F6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618098" y="2343183"/>
            <a:ext cx="357576" cy="2830487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1.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2.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3.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4.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550097-BD5F-E98D-20E3-A22C0C038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58398" y="2454311"/>
            <a:ext cx="3418071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D366D221-FD48-C909-F65B-085F44205E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8398" y="3222369"/>
            <a:ext cx="3418071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9BD84418-94A8-777A-FEF5-E2B3E93F44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8398" y="3992637"/>
            <a:ext cx="3418071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EFF35093-CCA2-ABAA-FBB6-03256FB06B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8398" y="4775296"/>
            <a:ext cx="3418071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E8918F9-D4D2-6FB5-B4FD-8FB3A979A2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28032" y="2002536"/>
            <a:ext cx="3840480" cy="368503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367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5AC3F0E-B550-5DF3-6FEE-B1EFAC15A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17050" y="3014462"/>
            <a:ext cx="482231" cy="642974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5" name="Freeform 17">
            <a:extLst>
              <a:ext uri="{FF2B5EF4-FFF2-40B4-BE49-F238E27FC236}">
                <a16:creationId xmlns:a16="http://schemas.microsoft.com/office/drawing/2014/main" id="{4B8B6206-1D28-8534-BE4D-6893F8FE6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63466" y="5988532"/>
            <a:ext cx="2215376" cy="883756"/>
          </a:xfrm>
          <a:custGeom>
            <a:avLst/>
            <a:gdLst>
              <a:gd name="connsiteX0" fmla="*/ 1476917 w 2953834"/>
              <a:gd name="connsiteY0" fmla="*/ 0 h 883756"/>
              <a:gd name="connsiteX1" fmla="*/ 2950639 w 2953834"/>
              <a:gd name="connsiteY1" fmla="*/ 877123 h 883756"/>
              <a:gd name="connsiteX2" fmla="*/ 2953834 w 2953834"/>
              <a:gd name="connsiteY2" fmla="*/ 883756 h 883756"/>
              <a:gd name="connsiteX3" fmla="*/ 0 w 2953834"/>
              <a:gd name="connsiteY3" fmla="*/ 883756 h 883756"/>
              <a:gd name="connsiteX4" fmla="*/ 3195 w 2953834"/>
              <a:gd name="connsiteY4" fmla="*/ 877123 h 883756"/>
              <a:gd name="connsiteX5" fmla="*/ 1476917 w 2953834"/>
              <a:gd name="connsiteY5" fmla="*/ 0 h 883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53834" h="883756">
                <a:moveTo>
                  <a:pt x="1476917" y="0"/>
                </a:moveTo>
                <a:cubicBezTo>
                  <a:pt x="2113290" y="0"/>
                  <a:pt x="2666825" y="354669"/>
                  <a:pt x="2950639" y="877123"/>
                </a:cubicBezTo>
                <a:lnTo>
                  <a:pt x="2953834" y="883756"/>
                </a:lnTo>
                <a:lnTo>
                  <a:pt x="0" y="883756"/>
                </a:lnTo>
                <a:lnTo>
                  <a:pt x="3195" y="877123"/>
                </a:lnTo>
                <a:cubicBezTo>
                  <a:pt x="287009" y="354669"/>
                  <a:pt x="840544" y="0"/>
                  <a:pt x="1476917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F5405D2-9527-BA12-A7AC-4B93151CC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63465" y="6069976"/>
            <a:ext cx="382540" cy="510053"/>
          </a:xfrm>
          <a:prstGeom prst="ellipse">
            <a:avLst/>
          </a:prstGeom>
          <a:solidFill>
            <a:schemeClr val="accent5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4" name="Freeform 10">
            <a:extLst>
              <a:ext uri="{FF2B5EF4-FFF2-40B4-BE49-F238E27FC236}">
                <a16:creationId xmlns:a16="http://schemas.microsoft.com/office/drawing/2014/main" id="{A0CC5EDC-49D4-6111-36CB-3C8A2D02A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729572" cy="5630799"/>
          </a:xfrm>
          <a:custGeom>
            <a:avLst/>
            <a:gdLst>
              <a:gd name="connsiteX0" fmla="*/ 0 w 6306096"/>
              <a:gd name="connsiteY0" fmla="*/ 0 h 5630799"/>
              <a:gd name="connsiteX1" fmla="*/ 5864035 w 6306096"/>
              <a:gd name="connsiteY1" fmla="*/ 0 h 5630799"/>
              <a:gd name="connsiteX2" fmla="*/ 5927254 w 6306096"/>
              <a:gd name="connsiteY2" fmla="*/ 123434 h 5630799"/>
              <a:gd name="connsiteX3" fmla="*/ 6306096 w 6306096"/>
              <a:gd name="connsiteY3" fmla="*/ 1789009 h 5630799"/>
              <a:gd name="connsiteX4" fmla="*/ 2464306 w 6306096"/>
              <a:gd name="connsiteY4" fmla="*/ 5630799 h 5630799"/>
              <a:gd name="connsiteX5" fmla="*/ 20571 w 6306096"/>
              <a:gd name="connsiteY5" fmla="*/ 4753521 h 5630799"/>
              <a:gd name="connsiteX6" fmla="*/ 0 w 6306096"/>
              <a:gd name="connsiteY6" fmla="*/ 4734825 h 5630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6096" h="5630799">
                <a:moveTo>
                  <a:pt x="0" y="0"/>
                </a:moveTo>
                <a:lnTo>
                  <a:pt x="5864035" y="0"/>
                </a:lnTo>
                <a:lnTo>
                  <a:pt x="5927254" y="123434"/>
                </a:lnTo>
                <a:cubicBezTo>
                  <a:pt x="6170039" y="627296"/>
                  <a:pt x="6306096" y="1192264"/>
                  <a:pt x="6306096" y="1789009"/>
                </a:cubicBezTo>
                <a:cubicBezTo>
                  <a:pt x="6306096" y="3910771"/>
                  <a:pt x="4586068" y="5630799"/>
                  <a:pt x="2464306" y="5630799"/>
                </a:cubicBezTo>
                <a:cubicBezTo>
                  <a:pt x="1536035" y="5630799"/>
                  <a:pt x="684659" y="5301575"/>
                  <a:pt x="20571" y="4753521"/>
                </a:cubicBezTo>
                <a:lnTo>
                  <a:pt x="0" y="4734825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906" y="566928"/>
            <a:ext cx="8339328" cy="640080"/>
          </a:xfrm>
        </p:spPr>
        <p:txBody>
          <a:bodyPr anchor="t" anchorCtr="0">
            <a:noAutofit/>
          </a:bodyPr>
          <a:lstStyle>
            <a:lvl1pPr algn="ctr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4DDC946-276A-D975-DF69-141E11E4CA6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80060" y="2002536"/>
            <a:ext cx="3854196" cy="3685032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1E8918F9-D4D2-6FB5-B4FD-8FB3A979A2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828032" y="2002536"/>
            <a:ext cx="3840480" cy="3685032"/>
          </a:xfrm>
        </p:spPr>
        <p:txBody>
          <a:bodyPr>
            <a:noAutofit/>
          </a:bodyPr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>
            <a:noAutofit/>
          </a:bodyPr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522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4">
            <a:extLst>
              <a:ext uri="{FF2B5EF4-FFF2-40B4-BE49-F238E27FC236}">
                <a16:creationId xmlns:a16="http://schemas.microsoft.com/office/drawing/2014/main" id="{82D433C4-79DD-42C5-9147-9E5DDECB6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08317" y="1377730"/>
            <a:ext cx="2743948" cy="5494558"/>
          </a:xfrm>
          <a:custGeom>
            <a:avLst/>
            <a:gdLst>
              <a:gd name="connsiteX0" fmla="*/ 3224347 w 3658597"/>
              <a:gd name="connsiteY0" fmla="*/ 0 h 5494558"/>
              <a:gd name="connsiteX1" fmla="*/ 3554018 w 3658597"/>
              <a:gd name="connsiteY1" fmla="*/ 16647 h 5494558"/>
              <a:gd name="connsiteX2" fmla="*/ 3658597 w 3658597"/>
              <a:gd name="connsiteY2" fmla="*/ 29936 h 5494558"/>
              <a:gd name="connsiteX3" fmla="*/ 3658597 w 3658597"/>
              <a:gd name="connsiteY3" fmla="*/ 5494558 h 5494558"/>
              <a:gd name="connsiteX4" fmla="*/ 935531 w 3658597"/>
              <a:gd name="connsiteY4" fmla="*/ 5494558 h 5494558"/>
              <a:gd name="connsiteX5" fmla="*/ 736284 w 3658597"/>
              <a:gd name="connsiteY5" fmla="*/ 5275331 h 5494558"/>
              <a:gd name="connsiteX6" fmla="*/ 0 w 3658597"/>
              <a:gd name="connsiteY6" fmla="*/ 3224347 h 5494558"/>
              <a:gd name="connsiteX7" fmla="*/ 3224347 w 3658597"/>
              <a:gd name="connsiteY7" fmla="*/ 0 h 5494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658597" h="5494558">
                <a:moveTo>
                  <a:pt x="3224347" y="0"/>
                </a:moveTo>
                <a:cubicBezTo>
                  <a:pt x="3335644" y="0"/>
                  <a:pt x="3445625" y="5639"/>
                  <a:pt x="3554018" y="16647"/>
                </a:cubicBezTo>
                <a:lnTo>
                  <a:pt x="3658597" y="29936"/>
                </a:lnTo>
                <a:lnTo>
                  <a:pt x="3658597" y="5494558"/>
                </a:lnTo>
                <a:lnTo>
                  <a:pt x="935531" y="5494558"/>
                </a:lnTo>
                <a:lnTo>
                  <a:pt x="736284" y="5275331"/>
                </a:lnTo>
                <a:cubicBezTo>
                  <a:pt x="276312" y="4717974"/>
                  <a:pt x="0" y="4003429"/>
                  <a:pt x="0" y="3224347"/>
                </a:cubicBezTo>
                <a:cubicBezTo>
                  <a:pt x="0" y="1443589"/>
                  <a:pt x="1443589" y="0"/>
                  <a:pt x="3224347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7" name="Freeform 12">
            <a:extLst>
              <a:ext uri="{FF2B5EF4-FFF2-40B4-BE49-F238E27FC236}">
                <a16:creationId xmlns:a16="http://schemas.microsoft.com/office/drawing/2014/main" id="{B6078FDE-6CEC-993E-3339-544DEDA6A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8659" y="2"/>
            <a:ext cx="881701" cy="1651285"/>
          </a:xfrm>
          <a:custGeom>
            <a:avLst/>
            <a:gdLst>
              <a:gd name="connsiteX0" fmla="*/ 0 w 1858209"/>
              <a:gd name="connsiteY0" fmla="*/ 0 h 2610096"/>
              <a:gd name="connsiteX1" fmla="*/ 1532533 w 1858209"/>
              <a:gd name="connsiteY1" fmla="*/ 0 h 2610096"/>
              <a:gd name="connsiteX2" fmla="*/ 1579125 w 1858209"/>
              <a:gd name="connsiteY2" fmla="*/ 62307 h 2610096"/>
              <a:gd name="connsiteX3" fmla="*/ 1858209 w 1858209"/>
              <a:gd name="connsiteY3" fmla="*/ 975965 h 2610096"/>
              <a:gd name="connsiteX4" fmla="*/ 224078 w 1858209"/>
              <a:gd name="connsiteY4" fmla="*/ 2610096 h 2610096"/>
              <a:gd name="connsiteX5" fmla="*/ 56998 w 1858209"/>
              <a:gd name="connsiteY5" fmla="*/ 2601659 h 2610096"/>
              <a:gd name="connsiteX6" fmla="*/ 0 w 1858209"/>
              <a:gd name="connsiteY6" fmla="*/ 2592960 h 26100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58209" h="2610096">
                <a:moveTo>
                  <a:pt x="0" y="0"/>
                </a:moveTo>
                <a:lnTo>
                  <a:pt x="1532533" y="0"/>
                </a:lnTo>
                <a:lnTo>
                  <a:pt x="1579125" y="62307"/>
                </a:lnTo>
                <a:cubicBezTo>
                  <a:pt x="1755324" y="323116"/>
                  <a:pt x="1858209" y="637525"/>
                  <a:pt x="1858209" y="975965"/>
                </a:cubicBezTo>
                <a:cubicBezTo>
                  <a:pt x="1858209" y="1878471"/>
                  <a:pt x="1126584" y="2610096"/>
                  <a:pt x="224078" y="2610096"/>
                </a:cubicBezTo>
                <a:cubicBezTo>
                  <a:pt x="167671" y="2610096"/>
                  <a:pt x="111932" y="2607238"/>
                  <a:pt x="56998" y="2601659"/>
                </a:cubicBezTo>
                <a:lnTo>
                  <a:pt x="0" y="2592960"/>
                </a:ln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E6A9E29-841B-F63A-A4FB-958C2A39A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23045" y="4881007"/>
            <a:ext cx="1124299" cy="1499065"/>
          </a:xfrm>
          <a:prstGeom prst="ellipse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41E8E1F-3A86-62FC-58AB-E196456B4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8344" y="1169293"/>
            <a:ext cx="292376" cy="389835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906" y="566928"/>
            <a:ext cx="8339328" cy="640080"/>
          </a:xfrm>
        </p:spPr>
        <p:txBody>
          <a:bodyPr anchor="t" anchorCtr="0">
            <a:noAutofit/>
          </a:bodyPr>
          <a:lstStyle>
            <a:lvl1pPr algn="ctr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4DDC946-276A-D975-DF69-141E11E4CA6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80060" y="2002536"/>
            <a:ext cx="3854196" cy="3685032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09C5826C-6081-DF9F-2832-3E46BA58C61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814316" y="2002536"/>
            <a:ext cx="3854196" cy="3685032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spcBef>
                <a:spcPts val="450"/>
              </a:spcBef>
              <a:spcAft>
                <a:spcPts val="450"/>
              </a:spcAft>
              <a:defRPr sz="12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900"/>
              </a:spcAft>
              <a:buFont typeface="+mj-lt"/>
              <a:buAutoNum type="arabicPeriod"/>
              <a:defRPr sz="120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>
            <a:noAutofit/>
          </a:bodyPr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544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Oval 32">
            <a:extLst>
              <a:ext uri="{FF2B5EF4-FFF2-40B4-BE49-F238E27FC236}">
                <a16:creationId xmlns:a16="http://schemas.microsoft.com/office/drawing/2014/main" id="{EA15E1F6-FCC0-B1B8-8F0A-02FAAB3F0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74090" y="5422968"/>
            <a:ext cx="450734" cy="600979"/>
          </a:xfrm>
          <a:prstGeom prst="ellipse">
            <a:avLst/>
          </a:prstGeom>
          <a:solidFill>
            <a:schemeClr val="accent5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35" name="Freeform 7">
            <a:extLst>
              <a:ext uri="{FF2B5EF4-FFF2-40B4-BE49-F238E27FC236}">
                <a16:creationId xmlns:a16="http://schemas.microsoft.com/office/drawing/2014/main" id="{8A0AB697-65DD-D82E-FD2B-BB10E141E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" y="684942"/>
            <a:ext cx="4304479" cy="6173059"/>
          </a:xfrm>
          <a:custGeom>
            <a:avLst/>
            <a:gdLst>
              <a:gd name="connsiteX0" fmla="*/ 2105216 w 5739305"/>
              <a:gd name="connsiteY0" fmla="*/ 0 h 6173059"/>
              <a:gd name="connsiteX1" fmla="*/ 5739305 w 5739305"/>
              <a:gd name="connsiteY1" fmla="*/ 3634089 h 6173059"/>
              <a:gd name="connsiteX2" fmla="*/ 4909456 w 5739305"/>
              <a:gd name="connsiteY2" fmla="*/ 5945707 h 6173059"/>
              <a:gd name="connsiteX3" fmla="*/ 4702825 w 5739305"/>
              <a:gd name="connsiteY3" fmla="*/ 6173059 h 6173059"/>
              <a:gd name="connsiteX4" fmla="*/ 0 w 5739305"/>
              <a:gd name="connsiteY4" fmla="*/ 6173059 h 6173059"/>
              <a:gd name="connsiteX5" fmla="*/ 0 w 5739305"/>
              <a:gd name="connsiteY5" fmla="*/ 675505 h 6173059"/>
              <a:gd name="connsiteX6" fmla="*/ 73362 w 5739305"/>
              <a:gd name="connsiteY6" fmla="*/ 620646 h 6173059"/>
              <a:gd name="connsiteX7" fmla="*/ 2105216 w 5739305"/>
              <a:gd name="connsiteY7" fmla="*/ 0 h 61730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39305" h="6173059">
                <a:moveTo>
                  <a:pt x="2105216" y="0"/>
                </a:moveTo>
                <a:cubicBezTo>
                  <a:pt x="4112268" y="0"/>
                  <a:pt x="5739305" y="1627037"/>
                  <a:pt x="5739305" y="3634089"/>
                </a:cubicBezTo>
                <a:cubicBezTo>
                  <a:pt x="5739305" y="4512174"/>
                  <a:pt x="5427880" y="5317522"/>
                  <a:pt x="4909456" y="5945707"/>
                </a:cubicBezTo>
                <a:lnTo>
                  <a:pt x="4702825" y="6173059"/>
                </a:lnTo>
                <a:lnTo>
                  <a:pt x="0" y="6173059"/>
                </a:lnTo>
                <a:lnTo>
                  <a:pt x="0" y="675505"/>
                </a:lnTo>
                <a:lnTo>
                  <a:pt x="73362" y="620646"/>
                </a:lnTo>
                <a:cubicBezTo>
                  <a:pt x="653367" y="228802"/>
                  <a:pt x="1352572" y="0"/>
                  <a:pt x="210521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DF637CE-F1AA-EB3D-67EB-815F56FF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25656" y="447697"/>
            <a:ext cx="1124299" cy="1499065"/>
          </a:xfrm>
          <a:prstGeom prst="ellips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C7F2D7-0500-18AD-893F-3BFF96B945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09295" y="1273862"/>
            <a:ext cx="3862271" cy="4264053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386584"/>
            <a:ext cx="3627882" cy="2103120"/>
          </a:xfrm>
        </p:spPr>
        <p:txBody>
          <a:bodyPr anchor="t" anchorCtr="0">
            <a:normAutofit/>
          </a:bodyPr>
          <a:lstStyle>
            <a:lvl1pPr algn="l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93D01B9-382B-1FFC-B0E8-50A5B1AA5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66653" y="2000952"/>
            <a:ext cx="2883266" cy="3094988"/>
            <a:chOff x="6448201" y="2832180"/>
            <a:chExt cx="4489704" cy="2901696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2DE06067-B8E1-70ED-D2D3-44CF8CDCDA07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283218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30DAD0A-6F95-3AC2-7012-1BFF86880C36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353322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68BE1B0-4E81-D3BC-6252-7981ADD19C22}"/>
                </a:ext>
              </a:extLst>
            </p:cNvPr>
            <p:cNvCxnSpPr>
              <a:cxnSpLocks/>
            </p:cNvCxnSpPr>
            <p:nvPr/>
          </p:nvCxnSpPr>
          <p:spPr>
            <a:xfrm>
              <a:off x="6448201" y="4234260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402BDCE-1B33-A927-9656-8B1F13D3E546}"/>
                </a:ext>
              </a:extLst>
            </p:cNvPr>
            <p:cNvCxnSpPr>
              <a:cxnSpLocks/>
            </p:cNvCxnSpPr>
            <p:nvPr/>
          </p:nvCxnSpPr>
          <p:spPr>
            <a:xfrm>
              <a:off x="6454297" y="4971876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E0822DF-56EF-F16B-1D58-9C3EAC7944A0}"/>
                </a:ext>
              </a:extLst>
            </p:cNvPr>
            <p:cNvCxnSpPr>
              <a:cxnSpLocks/>
            </p:cNvCxnSpPr>
            <p:nvPr/>
          </p:nvCxnSpPr>
          <p:spPr>
            <a:xfrm>
              <a:off x="6460393" y="5733876"/>
              <a:ext cx="4477512" cy="0"/>
            </a:xfrm>
            <a:prstGeom prst="line">
              <a:avLst/>
            </a:prstGeom>
            <a:ln w="2222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70A54A3-3D1B-FF08-2460-114DA5BF6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5109098" y="1474457"/>
            <a:ext cx="370237" cy="4065646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1.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2.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3.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4. </a:t>
            </a:r>
          </a:p>
          <a:p>
            <a:pPr>
              <a:lnSpc>
                <a:spcPct val="150000"/>
              </a:lnSpc>
            </a:pPr>
            <a:r>
              <a:rPr lang="en-US" sz="1650" b="1" dirty="0">
                <a:solidFill>
                  <a:schemeClr val="tx2"/>
                </a:solidFill>
                <a:latin typeface="+mj-lt"/>
                <a:cs typeface="Segoe UI Semibold" panose="020B0502040204020203" pitchFamily="34" charset="0"/>
              </a:rPr>
              <a:t>5.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550097-BD5F-E98D-20E3-A22C0C0388E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6652" y="1605845"/>
            <a:ext cx="3068002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D366D221-FD48-C909-F65B-085F44205E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6652" y="2373903"/>
            <a:ext cx="3068002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9BD84418-94A8-777A-FEF5-E2B3E93F44C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6652" y="3144171"/>
            <a:ext cx="3068002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EFF35093-CCA2-ABAA-FBB6-03256FB06BD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6652" y="3926830"/>
            <a:ext cx="3068002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6FF71D66-09F6-C545-173C-E4918A91F0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6652" y="4693042"/>
            <a:ext cx="3068002" cy="47776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chemeClr val="tx2"/>
                </a:solidFill>
                <a:latin typeface="+mj-lt"/>
                <a:cs typeface="Segoe UI Semibold" panose="020B07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None/>
              <a:defRPr sz="13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49D04-3BCD-7CCF-7AE2-41C646366DF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 rot="16200000">
            <a:off x="7504717" y="745203"/>
            <a:ext cx="2384490" cy="894081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635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2">
            <a:extLst>
              <a:ext uri="{FF2B5EF4-FFF2-40B4-BE49-F238E27FC236}">
                <a16:creationId xmlns:a16="http://schemas.microsoft.com/office/drawing/2014/main" id="{CCB0938D-C7B4-782B-BFAF-F503DE1CA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710" y="4334114"/>
            <a:ext cx="862081" cy="1499066"/>
          </a:xfrm>
          <a:custGeom>
            <a:avLst/>
            <a:gdLst>
              <a:gd name="connsiteX0" fmla="*/ 399908 w 1149441"/>
              <a:gd name="connsiteY0" fmla="*/ 0 h 1499066"/>
              <a:gd name="connsiteX1" fmla="*/ 1149441 w 1149441"/>
              <a:gd name="connsiteY1" fmla="*/ 749533 h 1499066"/>
              <a:gd name="connsiteX2" fmla="*/ 399908 w 1149441"/>
              <a:gd name="connsiteY2" fmla="*/ 1499066 h 1499066"/>
              <a:gd name="connsiteX3" fmla="*/ 108156 w 1149441"/>
              <a:gd name="connsiteY3" fmla="*/ 1440164 h 1499066"/>
              <a:gd name="connsiteX4" fmla="*/ 0 w 1149441"/>
              <a:gd name="connsiteY4" fmla="*/ 1381459 h 1499066"/>
              <a:gd name="connsiteX5" fmla="*/ 0 w 1149441"/>
              <a:gd name="connsiteY5" fmla="*/ 117607 h 1499066"/>
              <a:gd name="connsiteX6" fmla="*/ 108156 w 1149441"/>
              <a:gd name="connsiteY6" fmla="*/ 58902 h 1499066"/>
              <a:gd name="connsiteX7" fmla="*/ 399908 w 1149441"/>
              <a:gd name="connsiteY7" fmla="*/ 0 h 1499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9441" h="1499066">
                <a:moveTo>
                  <a:pt x="399908" y="0"/>
                </a:moveTo>
                <a:cubicBezTo>
                  <a:pt x="813864" y="0"/>
                  <a:pt x="1149441" y="335577"/>
                  <a:pt x="1149441" y="749533"/>
                </a:cubicBezTo>
                <a:cubicBezTo>
                  <a:pt x="1149441" y="1163489"/>
                  <a:pt x="813864" y="1499066"/>
                  <a:pt x="399908" y="1499066"/>
                </a:cubicBezTo>
                <a:cubicBezTo>
                  <a:pt x="296419" y="1499066"/>
                  <a:pt x="197829" y="1478093"/>
                  <a:pt x="108156" y="1440164"/>
                </a:cubicBezTo>
                <a:lnTo>
                  <a:pt x="0" y="1381459"/>
                </a:lnTo>
                <a:lnTo>
                  <a:pt x="0" y="117607"/>
                </a:lnTo>
                <a:lnTo>
                  <a:pt x="108156" y="58902"/>
                </a:lnTo>
                <a:cubicBezTo>
                  <a:pt x="197829" y="20974"/>
                  <a:pt x="296419" y="0"/>
                  <a:pt x="399908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2" name="Freeform 19">
            <a:extLst>
              <a:ext uri="{FF2B5EF4-FFF2-40B4-BE49-F238E27FC236}">
                <a16:creationId xmlns:a16="http://schemas.microsoft.com/office/drawing/2014/main" id="{27AD3143-C49E-0951-0DB8-A9ABF0AB7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13997" y="-1533"/>
            <a:ext cx="4638267" cy="5906209"/>
          </a:xfrm>
          <a:custGeom>
            <a:avLst/>
            <a:gdLst>
              <a:gd name="connsiteX0" fmla="*/ 605352 w 6184356"/>
              <a:gd name="connsiteY0" fmla="*/ 0 h 5906209"/>
              <a:gd name="connsiteX1" fmla="*/ 6184356 w 6184356"/>
              <a:gd name="connsiteY1" fmla="*/ 0 h 5906209"/>
              <a:gd name="connsiteX2" fmla="*/ 6184356 w 6184356"/>
              <a:gd name="connsiteY2" fmla="*/ 5104584 h 5906209"/>
              <a:gd name="connsiteX3" fmla="*/ 5989771 w 6184356"/>
              <a:gd name="connsiteY3" fmla="*/ 5250092 h 5906209"/>
              <a:gd name="connsiteX4" fmla="*/ 3841790 w 6184356"/>
              <a:gd name="connsiteY4" fmla="*/ 5906209 h 5906209"/>
              <a:gd name="connsiteX5" fmla="*/ 0 w 6184356"/>
              <a:gd name="connsiteY5" fmla="*/ 2064419 h 5906209"/>
              <a:gd name="connsiteX6" fmla="*/ 463684 w 6184356"/>
              <a:gd name="connsiteY6" fmla="*/ 233194 h 5906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84356" h="5906209">
                <a:moveTo>
                  <a:pt x="605352" y="0"/>
                </a:moveTo>
                <a:lnTo>
                  <a:pt x="6184356" y="0"/>
                </a:lnTo>
                <a:lnTo>
                  <a:pt x="6184356" y="5104584"/>
                </a:lnTo>
                <a:lnTo>
                  <a:pt x="5989771" y="5250092"/>
                </a:lnTo>
                <a:cubicBezTo>
                  <a:pt x="5376618" y="5664330"/>
                  <a:pt x="4637451" y="5906209"/>
                  <a:pt x="3841790" y="5906209"/>
                </a:cubicBezTo>
                <a:cubicBezTo>
                  <a:pt x="1720028" y="5906209"/>
                  <a:pt x="0" y="4186181"/>
                  <a:pt x="0" y="2064419"/>
                </a:cubicBezTo>
                <a:cubicBezTo>
                  <a:pt x="0" y="1401369"/>
                  <a:pt x="167972" y="777550"/>
                  <a:pt x="463684" y="23319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>
              <a:solidFill>
                <a:schemeClr val="tx2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1F142C3-F309-0D74-D5C5-3EAB19D43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267252" y="1067795"/>
            <a:ext cx="476966" cy="635955"/>
          </a:xfrm>
          <a:prstGeom prst="ellipse">
            <a:avLst/>
          </a:prstGeom>
          <a:solidFill>
            <a:schemeClr val="accent6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386584"/>
            <a:ext cx="3627882" cy="2103120"/>
          </a:xfrm>
        </p:spPr>
        <p:txBody>
          <a:bodyPr anchor="t" anchorCtr="0">
            <a:normAutofit/>
          </a:bodyPr>
          <a:lstStyle>
            <a:lvl1pPr algn="l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90AB7A2-D41E-7F8C-E35B-D135E2EFA55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 flipV="1">
            <a:off x="2222714" y="-9427"/>
            <a:ext cx="1788373" cy="118100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56C6565-B97C-5C01-FA9D-8CF1B20447E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814316" y="1280160"/>
            <a:ext cx="3847338" cy="4261104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778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3">
            <a:extLst>
              <a:ext uri="{FF2B5EF4-FFF2-40B4-BE49-F238E27FC236}">
                <a16:creationId xmlns:a16="http://schemas.microsoft.com/office/drawing/2014/main" id="{3444D42C-1BDD-684F-2ED7-CBF2B31FA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1017"/>
            <a:ext cx="4348470" cy="5177077"/>
          </a:xfrm>
          <a:custGeom>
            <a:avLst/>
            <a:gdLst>
              <a:gd name="connsiteX0" fmla="*/ 0 w 6306096"/>
              <a:gd name="connsiteY0" fmla="*/ 0 h 5630799"/>
              <a:gd name="connsiteX1" fmla="*/ 5864035 w 6306096"/>
              <a:gd name="connsiteY1" fmla="*/ 0 h 5630799"/>
              <a:gd name="connsiteX2" fmla="*/ 5927254 w 6306096"/>
              <a:gd name="connsiteY2" fmla="*/ 123434 h 5630799"/>
              <a:gd name="connsiteX3" fmla="*/ 6306096 w 6306096"/>
              <a:gd name="connsiteY3" fmla="*/ 1789009 h 5630799"/>
              <a:gd name="connsiteX4" fmla="*/ 2464306 w 6306096"/>
              <a:gd name="connsiteY4" fmla="*/ 5630799 h 5630799"/>
              <a:gd name="connsiteX5" fmla="*/ 20571 w 6306096"/>
              <a:gd name="connsiteY5" fmla="*/ 4753521 h 5630799"/>
              <a:gd name="connsiteX6" fmla="*/ 0 w 6306096"/>
              <a:gd name="connsiteY6" fmla="*/ 4734825 h 5630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6096" h="5630799">
                <a:moveTo>
                  <a:pt x="0" y="0"/>
                </a:moveTo>
                <a:lnTo>
                  <a:pt x="5864035" y="0"/>
                </a:lnTo>
                <a:lnTo>
                  <a:pt x="5927254" y="123434"/>
                </a:lnTo>
                <a:cubicBezTo>
                  <a:pt x="6170039" y="627296"/>
                  <a:pt x="6306096" y="1192264"/>
                  <a:pt x="6306096" y="1789009"/>
                </a:cubicBezTo>
                <a:cubicBezTo>
                  <a:pt x="6306096" y="3910771"/>
                  <a:pt x="4586068" y="5630799"/>
                  <a:pt x="2464306" y="5630799"/>
                </a:cubicBezTo>
                <a:cubicBezTo>
                  <a:pt x="1536035" y="5630799"/>
                  <a:pt x="684659" y="5301575"/>
                  <a:pt x="20571" y="4753521"/>
                </a:cubicBezTo>
                <a:lnTo>
                  <a:pt x="0" y="4734825"/>
                </a:ln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B266F6B-F29A-5957-62EB-27F8C2FAE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1962" y="378865"/>
            <a:ext cx="610038" cy="813384"/>
          </a:xfrm>
          <a:prstGeom prst="ellips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0AC709F-F9A3-D8F0-A42E-A2C94191D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56716" y="5909845"/>
            <a:ext cx="298310" cy="397747"/>
          </a:xfrm>
          <a:prstGeom prst="ellipse">
            <a:avLst/>
          </a:prstGeom>
          <a:solidFill>
            <a:schemeClr val="accent6">
              <a:alpha val="3033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386584"/>
            <a:ext cx="3627882" cy="2103120"/>
          </a:xfrm>
        </p:spPr>
        <p:txBody>
          <a:bodyPr anchor="t" anchorCtr="0">
            <a:normAutofit/>
          </a:bodyPr>
          <a:lstStyle>
            <a:lvl1pPr algn="l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56C6565-B97C-5C01-FA9D-8CF1B20447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814316" y="1280160"/>
            <a:ext cx="3847338" cy="4261104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Footer Placeholder 18">
            <a:extLst>
              <a:ext uri="{FF2B5EF4-FFF2-40B4-BE49-F238E27FC236}">
                <a16:creationId xmlns:a16="http://schemas.microsoft.com/office/drawing/2014/main" id="{3914E26B-E8E4-55F2-CC5E-DD0D0AD5C8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04622" y="6126491"/>
            <a:ext cx="3086100" cy="365125"/>
          </a:xfrm>
        </p:spPr>
        <p:txBody>
          <a:bodyPr/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5E2D1E-4C5D-A613-CB40-98902C0D832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97410" y="5671159"/>
            <a:ext cx="1788373" cy="118684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19">
            <a:extLst>
              <a:ext uri="{FF2B5EF4-FFF2-40B4-BE49-F238E27FC236}">
                <a16:creationId xmlns:a16="http://schemas.microsoft.com/office/drawing/2014/main" id="{294A49EB-EEA6-1B79-F5DE-CFBFC6FFA2C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095269" y="6190487"/>
            <a:ext cx="634966" cy="365760"/>
          </a:xfrm>
        </p:spPr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035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7">
            <a:extLst>
              <a:ext uri="{FF2B5EF4-FFF2-40B4-BE49-F238E27FC236}">
                <a16:creationId xmlns:a16="http://schemas.microsoft.com/office/drawing/2014/main" id="{B85198C3-2E2B-8874-B190-913F6956F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0630" y="2087278"/>
            <a:ext cx="2447180" cy="4770723"/>
          </a:xfrm>
          <a:custGeom>
            <a:avLst/>
            <a:gdLst>
              <a:gd name="connsiteX0" fmla="*/ 2635767 w 3262907"/>
              <a:gd name="connsiteY0" fmla="*/ 0 h 4770723"/>
              <a:gd name="connsiteX1" fmla="*/ 3166966 w 3262907"/>
              <a:gd name="connsiteY1" fmla="*/ 53550 h 4770723"/>
              <a:gd name="connsiteX2" fmla="*/ 3262907 w 3262907"/>
              <a:gd name="connsiteY2" fmla="*/ 78219 h 4770723"/>
              <a:gd name="connsiteX3" fmla="*/ 3262907 w 3262907"/>
              <a:gd name="connsiteY3" fmla="*/ 4770723 h 4770723"/>
              <a:gd name="connsiteX4" fmla="*/ 1094334 w 3262907"/>
              <a:gd name="connsiteY4" fmla="*/ 4770723 h 4770723"/>
              <a:gd name="connsiteX5" fmla="*/ 959175 w 3262907"/>
              <a:gd name="connsiteY5" fmla="*/ 4669653 h 4770723"/>
              <a:gd name="connsiteX6" fmla="*/ 0 w 3262907"/>
              <a:gd name="connsiteY6" fmla="*/ 2635767 h 4770723"/>
              <a:gd name="connsiteX7" fmla="*/ 2635767 w 3262907"/>
              <a:gd name="connsiteY7" fmla="*/ 0 h 47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907" h="4770723">
                <a:moveTo>
                  <a:pt x="2635767" y="0"/>
                </a:moveTo>
                <a:cubicBezTo>
                  <a:pt x="2817729" y="0"/>
                  <a:pt x="2995384" y="18439"/>
                  <a:pt x="3166966" y="53550"/>
                </a:cubicBezTo>
                <a:lnTo>
                  <a:pt x="3262907" y="78219"/>
                </a:lnTo>
                <a:lnTo>
                  <a:pt x="3262907" y="4770723"/>
                </a:lnTo>
                <a:lnTo>
                  <a:pt x="1094334" y="4770723"/>
                </a:lnTo>
                <a:lnTo>
                  <a:pt x="959175" y="4669653"/>
                </a:lnTo>
                <a:cubicBezTo>
                  <a:pt x="373383" y="4186215"/>
                  <a:pt x="0" y="3454595"/>
                  <a:pt x="0" y="2635767"/>
                </a:cubicBezTo>
                <a:cubicBezTo>
                  <a:pt x="0" y="1180073"/>
                  <a:pt x="1180073" y="0"/>
                  <a:pt x="263576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7" name="Freeform 21">
            <a:extLst>
              <a:ext uri="{FF2B5EF4-FFF2-40B4-BE49-F238E27FC236}">
                <a16:creationId xmlns:a16="http://schemas.microsoft.com/office/drawing/2014/main" id="{9C80863B-5076-EB08-18A2-8E31F090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2768" y="3"/>
            <a:ext cx="1368449" cy="1392971"/>
          </a:xfrm>
          <a:custGeom>
            <a:avLst/>
            <a:gdLst>
              <a:gd name="connsiteX0" fmla="*/ 139847 w 1824598"/>
              <a:gd name="connsiteY0" fmla="*/ 0 h 1392971"/>
              <a:gd name="connsiteX1" fmla="*/ 1684751 w 1824598"/>
              <a:gd name="connsiteY1" fmla="*/ 0 h 1392971"/>
              <a:gd name="connsiteX2" fmla="*/ 1752905 w 1824598"/>
              <a:gd name="connsiteY2" fmla="*/ 125564 h 1392971"/>
              <a:gd name="connsiteX3" fmla="*/ 1824598 w 1824598"/>
              <a:gd name="connsiteY3" fmla="*/ 480672 h 1392971"/>
              <a:gd name="connsiteX4" fmla="*/ 912299 w 1824598"/>
              <a:gd name="connsiteY4" fmla="*/ 1392971 h 1392971"/>
              <a:gd name="connsiteX5" fmla="*/ 0 w 1824598"/>
              <a:gd name="connsiteY5" fmla="*/ 480672 h 1392971"/>
              <a:gd name="connsiteX6" fmla="*/ 71693 w 1824598"/>
              <a:gd name="connsiteY6" fmla="*/ 125564 h 1392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598" h="1392971">
                <a:moveTo>
                  <a:pt x="139847" y="0"/>
                </a:moveTo>
                <a:lnTo>
                  <a:pt x="1684751" y="0"/>
                </a:lnTo>
                <a:lnTo>
                  <a:pt x="1752905" y="125564"/>
                </a:lnTo>
                <a:cubicBezTo>
                  <a:pt x="1799070" y="234710"/>
                  <a:pt x="1824598" y="354710"/>
                  <a:pt x="1824598" y="480672"/>
                </a:cubicBezTo>
                <a:cubicBezTo>
                  <a:pt x="1824598" y="984521"/>
                  <a:pt x="1416148" y="1392971"/>
                  <a:pt x="912299" y="1392971"/>
                </a:cubicBezTo>
                <a:cubicBezTo>
                  <a:pt x="408450" y="1392971"/>
                  <a:pt x="0" y="984521"/>
                  <a:pt x="0" y="480672"/>
                </a:cubicBezTo>
                <a:cubicBezTo>
                  <a:pt x="0" y="354710"/>
                  <a:pt x="25528" y="234710"/>
                  <a:pt x="71693" y="12556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BDD0B550-942E-F4E9-B09A-16F6C4F00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74250" y="5908181"/>
            <a:ext cx="2284785" cy="949818"/>
          </a:xfrm>
          <a:custGeom>
            <a:avLst/>
            <a:gdLst>
              <a:gd name="connsiteX0" fmla="*/ 1523190 w 3046380"/>
              <a:gd name="connsiteY0" fmla="*/ 0 h 949818"/>
              <a:gd name="connsiteX1" fmla="*/ 3017169 w 3046380"/>
              <a:gd name="connsiteY1" fmla="*/ 889179 h 949818"/>
              <a:gd name="connsiteX2" fmla="*/ 3046380 w 3046380"/>
              <a:gd name="connsiteY2" fmla="*/ 949818 h 949818"/>
              <a:gd name="connsiteX3" fmla="*/ 0 w 3046380"/>
              <a:gd name="connsiteY3" fmla="*/ 949818 h 949818"/>
              <a:gd name="connsiteX4" fmla="*/ 29212 w 3046380"/>
              <a:gd name="connsiteY4" fmla="*/ 889179 h 949818"/>
              <a:gd name="connsiteX5" fmla="*/ 1523190 w 3046380"/>
              <a:gd name="connsiteY5" fmla="*/ 0 h 949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6380" h="949818">
                <a:moveTo>
                  <a:pt x="1523190" y="0"/>
                </a:moveTo>
                <a:cubicBezTo>
                  <a:pt x="2168310" y="0"/>
                  <a:pt x="2729454" y="359544"/>
                  <a:pt x="3017169" y="889179"/>
                </a:cubicBezTo>
                <a:lnTo>
                  <a:pt x="3046380" y="949818"/>
                </a:lnTo>
                <a:lnTo>
                  <a:pt x="0" y="949818"/>
                </a:lnTo>
                <a:lnTo>
                  <a:pt x="29212" y="889179"/>
                </a:lnTo>
                <a:cubicBezTo>
                  <a:pt x="316927" y="359544"/>
                  <a:pt x="878070" y="0"/>
                  <a:pt x="1523190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0450AD-469A-81EC-8D58-093490CDE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2771" y="948393"/>
            <a:ext cx="315467" cy="420622"/>
          </a:xfrm>
          <a:prstGeom prst="ellipse">
            <a:avLst/>
          </a:prstGeom>
          <a:solidFill>
            <a:schemeClr val="accent1">
              <a:alpha val="3319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" y="2386584"/>
            <a:ext cx="3627882" cy="2103120"/>
          </a:xfrm>
        </p:spPr>
        <p:txBody>
          <a:bodyPr anchor="t" anchorCtr="0">
            <a:normAutofit/>
          </a:bodyPr>
          <a:lstStyle>
            <a:lvl1pPr algn="l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A56C6565-B97C-5C01-FA9D-8CF1B20447E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814316" y="1280160"/>
            <a:ext cx="3847338" cy="4261104"/>
          </a:xfrm>
          <a:solidFill>
            <a:schemeClr val="bg1"/>
          </a:solidFill>
          <a:ln w="12700">
            <a:solidFill>
              <a:schemeClr val="bg2">
                <a:lumMod val="90000"/>
              </a:schemeClr>
            </a:solidFill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5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744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9">
            <a:extLst>
              <a:ext uri="{FF2B5EF4-FFF2-40B4-BE49-F238E27FC236}">
                <a16:creationId xmlns:a16="http://schemas.microsoft.com/office/drawing/2014/main" id="{B016AB6E-3D8A-906E-416F-9B68623EA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84301" y="4482120"/>
            <a:ext cx="3959702" cy="2386909"/>
          </a:xfrm>
          <a:custGeom>
            <a:avLst/>
            <a:gdLst>
              <a:gd name="connsiteX0" fmla="*/ 3601541 w 5279603"/>
              <a:gd name="connsiteY0" fmla="*/ 0 h 2386909"/>
              <a:gd name="connsiteX1" fmla="*/ 5123083 w 5279603"/>
              <a:gd name="connsiteY1" fmla="*/ 307185 h 2386909"/>
              <a:gd name="connsiteX2" fmla="*/ 5279603 w 5279603"/>
              <a:gd name="connsiteY2" fmla="*/ 377947 h 2386909"/>
              <a:gd name="connsiteX3" fmla="*/ 5279603 w 5279603"/>
              <a:gd name="connsiteY3" fmla="*/ 2386909 h 2386909"/>
              <a:gd name="connsiteX4" fmla="*/ 0 w 5279603"/>
              <a:gd name="connsiteY4" fmla="*/ 2386909 h 2386909"/>
              <a:gd name="connsiteX5" fmla="*/ 78053 w 5279603"/>
              <a:gd name="connsiteY5" fmla="*/ 2214261 h 2386909"/>
              <a:gd name="connsiteX6" fmla="*/ 3601541 w 5279603"/>
              <a:gd name="connsiteY6" fmla="*/ 0 h 238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79603" h="2386909">
                <a:moveTo>
                  <a:pt x="3601541" y="0"/>
                </a:moveTo>
                <a:cubicBezTo>
                  <a:pt x="4141255" y="0"/>
                  <a:pt x="4655422" y="109382"/>
                  <a:pt x="5123083" y="307185"/>
                </a:cubicBezTo>
                <a:lnTo>
                  <a:pt x="5279603" y="377947"/>
                </a:lnTo>
                <a:lnTo>
                  <a:pt x="5279603" y="2386909"/>
                </a:lnTo>
                <a:lnTo>
                  <a:pt x="0" y="2386909"/>
                </a:lnTo>
                <a:lnTo>
                  <a:pt x="78053" y="2214261"/>
                </a:lnTo>
                <a:cubicBezTo>
                  <a:pt x="709351" y="904104"/>
                  <a:pt x="2049863" y="0"/>
                  <a:pt x="3601541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471EA21E-8904-9B80-6EAB-BA76819B4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41217" y="5875583"/>
            <a:ext cx="1124300" cy="993434"/>
          </a:xfrm>
          <a:custGeom>
            <a:avLst/>
            <a:gdLst>
              <a:gd name="connsiteX0" fmla="*/ 749533 w 1499066"/>
              <a:gd name="connsiteY0" fmla="*/ 0 h 993434"/>
              <a:gd name="connsiteX1" fmla="*/ 1499066 w 1499066"/>
              <a:gd name="connsiteY1" fmla="*/ 749533 h 993434"/>
              <a:gd name="connsiteX2" fmla="*/ 1483838 w 1499066"/>
              <a:gd name="connsiteY2" fmla="*/ 900590 h 993434"/>
              <a:gd name="connsiteX3" fmla="*/ 1455018 w 1499066"/>
              <a:gd name="connsiteY3" fmla="*/ 993434 h 993434"/>
              <a:gd name="connsiteX4" fmla="*/ 44048 w 1499066"/>
              <a:gd name="connsiteY4" fmla="*/ 993434 h 993434"/>
              <a:gd name="connsiteX5" fmla="*/ 15228 w 1499066"/>
              <a:gd name="connsiteY5" fmla="*/ 900590 h 993434"/>
              <a:gd name="connsiteX6" fmla="*/ 0 w 1499066"/>
              <a:gd name="connsiteY6" fmla="*/ 749533 h 993434"/>
              <a:gd name="connsiteX7" fmla="*/ 749533 w 1499066"/>
              <a:gd name="connsiteY7" fmla="*/ 0 h 993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99066" h="993434">
                <a:moveTo>
                  <a:pt x="749533" y="0"/>
                </a:moveTo>
                <a:cubicBezTo>
                  <a:pt x="1163489" y="0"/>
                  <a:pt x="1499066" y="335577"/>
                  <a:pt x="1499066" y="749533"/>
                </a:cubicBezTo>
                <a:cubicBezTo>
                  <a:pt x="1499066" y="801278"/>
                  <a:pt x="1493823" y="851798"/>
                  <a:pt x="1483838" y="900590"/>
                </a:cubicBezTo>
                <a:lnTo>
                  <a:pt x="1455018" y="993434"/>
                </a:lnTo>
                <a:lnTo>
                  <a:pt x="44048" y="993434"/>
                </a:lnTo>
                <a:lnTo>
                  <a:pt x="15228" y="900590"/>
                </a:lnTo>
                <a:cubicBezTo>
                  <a:pt x="5244" y="851798"/>
                  <a:pt x="0" y="801278"/>
                  <a:pt x="0" y="749533"/>
                </a:cubicBezTo>
                <a:cubicBezTo>
                  <a:pt x="0" y="335577"/>
                  <a:pt x="335577" y="0"/>
                  <a:pt x="749533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AD72A3CF-7B92-425B-B6F6-280533A6D9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906" y="566928"/>
            <a:ext cx="8339328" cy="640080"/>
          </a:xfrm>
        </p:spPr>
        <p:txBody>
          <a:bodyPr anchor="t" anchorCtr="0">
            <a:noAutofit/>
          </a:bodyPr>
          <a:lstStyle>
            <a:lvl1pPr algn="ctr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4DDC946-276A-D975-DF69-141E11E4CA6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80060" y="2002536"/>
            <a:ext cx="3771900" cy="4096512"/>
          </a:xfrm>
          <a:noFill/>
          <a:ln w="12700">
            <a:noFill/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09C5826C-6081-DF9F-2832-3E46BA58C61C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814316" y="2002536"/>
            <a:ext cx="3771900" cy="4096512"/>
          </a:xfrm>
          <a:noFill/>
          <a:ln w="12700">
            <a:noFill/>
            <a:prstDash val="dash"/>
          </a:ln>
        </p:spPr>
        <p:txBody>
          <a:bodyPr lIns="91440" rIns="91440">
            <a:noAutofit/>
          </a:bodyPr>
          <a:lstStyle>
            <a:lvl1pPr>
              <a:lnSpc>
                <a:spcPct val="100000"/>
              </a:lnSpc>
              <a:defRPr sz="135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>
            <a:noAutofit/>
          </a:bodyPr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CB50393-ACAA-59FB-EDD9-D6A45246E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062" y="5824456"/>
            <a:ext cx="551281" cy="73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179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7">
            <a:extLst>
              <a:ext uri="{FF2B5EF4-FFF2-40B4-BE49-F238E27FC236}">
                <a16:creationId xmlns:a16="http://schemas.microsoft.com/office/drawing/2014/main" id="{B85198C3-2E2B-8874-B190-913F6956F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0630" y="2087278"/>
            <a:ext cx="2447180" cy="4770723"/>
          </a:xfrm>
          <a:custGeom>
            <a:avLst/>
            <a:gdLst>
              <a:gd name="connsiteX0" fmla="*/ 2635767 w 3262907"/>
              <a:gd name="connsiteY0" fmla="*/ 0 h 4770723"/>
              <a:gd name="connsiteX1" fmla="*/ 3166966 w 3262907"/>
              <a:gd name="connsiteY1" fmla="*/ 53550 h 4770723"/>
              <a:gd name="connsiteX2" fmla="*/ 3262907 w 3262907"/>
              <a:gd name="connsiteY2" fmla="*/ 78219 h 4770723"/>
              <a:gd name="connsiteX3" fmla="*/ 3262907 w 3262907"/>
              <a:gd name="connsiteY3" fmla="*/ 4770723 h 4770723"/>
              <a:gd name="connsiteX4" fmla="*/ 1094334 w 3262907"/>
              <a:gd name="connsiteY4" fmla="*/ 4770723 h 4770723"/>
              <a:gd name="connsiteX5" fmla="*/ 959175 w 3262907"/>
              <a:gd name="connsiteY5" fmla="*/ 4669653 h 4770723"/>
              <a:gd name="connsiteX6" fmla="*/ 0 w 3262907"/>
              <a:gd name="connsiteY6" fmla="*/ 2635767 h 4770723"/>
              <a:gd name="connsiteX7" fmla="*/ 2635767 w 3262907"/>
              <a:gd name="connsiteY7" fmla="*/ 0 h 47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907" h="4770723">
                <a:moveTo>
                  <a:pt x="2635767" y="0"/>
                </a:moveTo>
                <a:cubicBezTo>
                  <a:pt x="2817729" y="0"/>
                  <a:pt x="2995384" y="18439"/>
                  <a:pt x="3166966" y="53550"/>
                </a:cubicBezTo>
                <a:lnTo>
                  <a:pt x="3262907" y="78219"/>
                </a:lnTo>
                <a:lnTo>
                  <a:pt x="3262907" y="4770723"/>
                </a:lnTo>
                <a:lnTo>
                  <a:pt x="1094334" y="4770723"/>
                </a:lnTo>
                <a:lnTo>
                  <a:pt x="959175" y="4669653"/>
                </a:lnTo>
                <a:cubicBezTo>
                  <a:pt x="373383" y="4186215"/>
                  <a:pt x="0" y="3454595"/>
                  <a:pt x="0" y="2635767"/>
                </a:cubicBezTo>
                <a:cubicBezTo>
                  <a:pt x="0" y="1180073"/>
                  <a:pt x="1180073" y="0"/>
                  <a:pt x="263576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7" name="Freeform 21">
            <a:extLst>
              <a:ext uri="{FF2B5EF4-FFF2-40B4-BE49-F238E27FC236}">
                <a16:creationId xmlns:a16="http://schemas.microsoft.com/office/drawing/2014/main" id="{9C80863B-5076-EB08-18A2-8E31F090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2768" y="3"/>
            <a:ext cx="1368449" cy="1392971"/>
          </a:xfrm>
          <a:custGeom>
            <a:avLst/>
            <a:gdLst>
              <a:gd name="connsiteX0" fmla="*/ 139847 w 1824598"/>
              <a:gd name="connsiteY0" fmla="*/ 0 h 1392971"/>
              <a:gd name="connsiteX1" fmla="*/ 1684751 w 1824598"/>
              <a:gd name="connsiteY1" fmla="*/ 0 h 1392971"/>
              <a:gd name="connsiteX2" fmla="*/ 1752905 w 1824598"/>
              <a:gd name="connsiteY2" fmla="*/ 125564 h 1392971"/>
              <a:gd name="connsiteX3" fmla="*/ 1824598 w 1824598"/>
              <a:gd name="connsiteY3" fmla="*/ 480672 h 1392971"/>
              <a:gd name="connsiteX4" fmla="*/ 912299 w 1824598"/>
              <a:gd name="connsiteY4" fmla="*/ 1392971 h 1392971"/>
              <a:gd name="connsiteX5" fmla="*/ 0 w 1824598"/>
              <a:gd name="connsiteY5" fmla="*/ 480672 h 1392971"/>
              <a:gd name="connsiteX6" fmla="*/ 71693 w 1824598"/>
              <a:gd name="connsiteY6" fmla="*/ 125564 h 1392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598" h="1392971">
                <a:moveTo>
                  <a:pt x="139847" y="0"/>
                </a:moveTo>
                <a:lnTo>
                  <a:pt x="1684751" y="0"/>
                </a:lnTo>
                <a:lnTo>
                  <a:pt x="1752905" y="125564"/>
                </a:lnTo>
                <a:cubicBezTo>
                  <a:pt x="1799070" y="234710"/>
                  <a:pt x="1824598" y="354710"/>
                  <a:pt x="1824598" y="480672"/>
                </a:cubicBezTo>
                <a:cubicBezTo>
                  <a:pt x="1824598" y="984521"/>
                  <a:pt x="1416148" y="1392971"/>
                  <a:pt x="912299" y="1392971"/>
                </a:cubicBezTo>
                <a:cubicBezTo>
                  <a:pt x="408450" y="1392971"/>
                  <a:pt x="0" y="984521"/>
                  <a:pt x="0" y="480672"/>
                </a:cubicBezTo>
                <a:cubicBezTo>
                  <a:pt x="0" y="354710"/>
                  <a:pt x="25528" y="234710"/>
                  <a:pt x="71693" y="12556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BDD0B550-942E-F4E9-B09A-16F6C4F00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74250" y="5908181"/>
            <a:ext cx="2284785" cy="949818"/>
          </a:xfrm>
          <a:custGeom>
            <a:avLst/>
            <a:gdLst>
              <a:gd name="connsiteX0" fmla="*/ 1523190 w 3046380"/>
              <a:gd name="connsiteY0" fmla="*/ 0 h 949818"/>
              <a:gd name="connsiteX1" fmla="*/ 3017169 w 3046380"/>
              <a:gd name="connsiteY1" fmla="*/ 889179 h 949818"/>
              <a:gd name="connsiteX2" fmla="*/ 3046380 w 3046380"/>
              <a:gd name="connsiteY2" fmla="*/ 949818 h 949818"/>
              <a:gd name="connsiteX3" fmla="*/ 0 w 3046380"/>
              <a:gd name="connsiteY3" fmla="*/ 949818 h 949818"/>
              <a:gd name="connsiteX4" fmla="*/ 29212 w 3046380"/>
              <a:gd name="connsiteY4" fmla="*/ 889179 h 949818"/>
              <a:gd name="connsiteX5" fmla="*/ 1523190 w 3046380"/>
              <a:gd name="connsiteY5" fmla="*/ 0 h 949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6380" h="949818">
                <a:moveTo>
                  <a:pt x="1523190" y="0"/>
                </a:moveTo>
                <a:cubicBezTo>
                  <a:pt x="2168310" y="0"/>
                  <a:pt x="2729454" y="359544"/>
                  <a:pt x="3017169" y="889179"/>
                </a:cubicBezTo>
                <a:lnTo>
                  <a:pt x="3046380" y="949818"/>
                </a:lnTo>
                <a:lnTo>
                  <a:pt x="0" y="949818"/>
                </a:lnTo>
                <a:lnTo>
                  <a:pt x="29212" y="889179"/>
                </a:lnTo>
                <a:cubicBezTo>
                  <a:pt x="316927" y="359544"/>
                  <a:pt x="878070" y="0"/>
                  <a:pt x="1523190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0450AD-469A-81EC-8D58-093490CDE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2771" y="948393"/>
            <a:ext cx="315467" cy="420622"/>
          </a:xfrm>
          <a:prstGeom prst="ellipse">
            <a:avLst/>
          </a:prstGeom>
          <a:solidFill>
            <a:schemeClr val="accent1">
              <a:alpha val="3319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B5760B73-B111-FFDC-8074-91B4C106EE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0906" y="566928"/>
            <a:ext cx="8339328" cy="640080"/>
          </a:xfrm>
        </p:spPr>
        <p:txBody>
          <a:bodyPr anchor="t" anchorCtr="0">
            <a:noAutofit/>
          </a:bodyPr>
          <a:lstStyle>
            <a:lvl1pPr algn="ctr">
              <a:defRPr sz="24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EAB2424-7563-1DC0-626C-6310A612A5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Test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9C39743-B767-01E5-1998-BD844DD0962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441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gradFill>
          <a:gsLst>
            <a:gs pos="100000">
              <a:srgbClr val="FDFFFE"/>
            </a:gs>
            <a:gs pos="66020">
              <a:srgbClr val="F3FFFF"/>
            </a:gs>
            <a:gs pos="37992">
              <a:srgbClr val="FFFFFF"/>
            </a:gs>
            <a:gs pos="7000">
              <a:srgbClr val="EAFCFE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7">
            <a:extLst>
              <a:ext uri="{FF2B5EF4-FFF2-40B4-BE49-F238E27FC236}">
                <a16:creationId xmlns:a16="http://schemas.microsoft.com/office/drawing/2014/main" id="{B85198C3-2E2B-8874-B190-913F6956F2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700630" y="2087278"/>
            <a:ext cx="2447180" cy="4770723"/>
          </a:xfrm>
          <a:custGeom>
            <a:avLst/>
            <a:gdLst>
              <a:gd name="connsiteX0" fmla="*/ 2635767 w 3262907"/>
              <a:gd name="connsiteY0" fmla="*/ 0 h 4770723"/>
              <a:gd name="connsiteX1" fmla="*/ 3166966 w 3262907"/>
              <a:gd name="connsiteY1" fmla="*/ 53550 h 4770723"/>
              <a:gd name="connsiteX2" fmla="*/ 3262907 w 3262907"/>
              <a:gd name="connsiteY2" fmla="*/ 78219 h 4770723"/>
              <a:gd name="connsiteX3" fmla="*/ 3262907 w 3262907"/>
              <a:gd name="connsiteY3" fmla="*/ 4770723 h 4770723"/>
              <a:gd name="connsiteX4" fmla="*/ 1094334 w 3262907"/>
              <a:gd name="connsiteY4" fmla="*/ 4770723 h 4770723"/>
              <a:gd name="connsiteX5" fmla="*/ 959175 w 3262907"/>
              <a:gd name="connsiteY5" fmla="*/ 4669653 h 4770723"/>
              <a:gd name="connsiteX6" fmla="*/ 0 w 3262907"/>
              <a:gd name="connsiteY6" fmla="*/ 2635767 h 4770723"/>
              <a:gd name="connsiteX7" fmla="*/ 2635767 w 3262907"/>
              <a:gd name="connsiteY7" fmla="*/ 0 h 4770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62907" h="4770723">
                <a:moveTo>
                  <a:pt x="2635767" y="0"/>
                </a:moveTo>
                <a:cubicBezTo>
                  <a:pt x="2817729" y="0"/>
                  <a:pt x="2995384" y="18439"/>
                  <a:pt x="3166966" y="53550"/>
                </a:cubicBezTo>
                <a:lnTo>
                  <a:pt x="3262907" y="78219"/>
                </a:lnTo>
                <a:lnTo>
                  <a:pt x="3262907" y="4770723"/>
                </a:lnTo>
                <a:lnTo>
                  <a:pt x="1094334" y="4770723"/>
                </a:lnTo>
                <a:lnTo>
                  <a:pt x="959175" y="4669653"/>
                </a:lnTo>
                <a:cubicBezTo>
                  <a:pt x="373383" y="4186215"/>
                  <a:pt x="0" y="3454595"/>
                  <a:pt x="0" y="2635767"/>
                </a:cubicBezTo>
                <a:cubicBezTo>
                  <a:pt x="0" y="1180073"/>
                  <a:pt x="1180073" y="0"/>
                  <a:pt x="2635767" y="0"/>
                </a:cubicBezTo>
                <a:close/>
              </a:path>
            </a:pathLst>
          </a:cu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7" name="Freeform 21">
            <a:extLst>
              <a:ext uri="{FF2B5EF4-FFF2-40B4-BE49-F238E27FC236}">
                <a16:creationId xmlns:a16="http://schemas.microsoft.com/office/drawing/2014/main" id="{9C80863B-5076-EB08-18A2-8E31F090A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2768" y="3"/>
            <a:ext cx="1368449" cy="1392971"/>
          </a:xfrm>
          <a:custGeom>
            <a:avLst/>
            <a:gdLst>
              <a:gd name="connsiteX0" fmla="*/ 139847 w 1824598"/>
              <a:gd name="connsiteY0" fmla="*/ 0 h 1392971"/>
              <a:gd name="connsiteX1" fmla="*/ 1684751 w 1824598"/>
              <a:gd name="connsiteY1" fmla="*/ 0 h 1392971"/>
              <a:gd name="connsiteX2" fmla="*/ 1752905 w 1824598"/>
              <a:gd name="connsiteY2" fmla="*/ 125564 h 1392971"/>
              <a:gd name="connsiteX3" fmla="*/ 1824598 w 1824598"/>
              <a:gd name="connsiteY3" fmla="*/ 480672 h 1392971"/>
              <a:gd name="connsiteX4" fmla="*/ 912299 w 1824598"/>
              <a:gd name="connsiteY4" fmla="*/ 1392971 h 1392971"/>
              <a:gd name="connsiteX5" fmla="*/ 0 w 1824598"/>
              <a:gd name="connsiteY5" fmla="*/ 480672 h 1392971"/>
              <a:gd name="connsiteX6" fmla="*/ 71693 w 1824598"/>
              <a:gd name="connsiteY6" fmla="*/ 125564 h 1392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24598" h="1392971">
                <a:moveTo>
                  <a:pt x="139847" y="0"/>
                </a:moveTo>
                <a:lnTo>
                  <a:pt x="1684751" y="0"/>
                </a:lnTo>
                <a:lnTo>
                  <a:pt x="1752905" y="125564"/>
                </a:lnTo>
                <a:cubicBezTo>
                  <a:pt x="1799070" y="234710"/>
                  <a:pt x="1824598" y="354710"/>
                  <a:pt x="1824598" y="480672"/>
                </a:cubicBezTo>
                <a:cubicBezTo>
                  <a:pt x="1824598" y="984521"/>
                  <a:pt x="1416148" y="1392971"/>
                  <a:pt x="912299" y="1392971"/>
                </a:cubicBezTo>
                <a:cubicBezTo>
                  <a:pt x="408450" y="1392971"/>
                  <a:pt x="0" y="984521"/>
                  <a:pt x="0" y="480672"/>
                </a:cubicBezTo>
                <a:cubicBezTo>
                  <a:pt x="0" y="354710"/>
                  <a:pt x="25528" y="234710"/>
                  <a:pt x="71693" y="125564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2" name="Freeform 23">
            <a:extLst>
              <a:ext uri="{FF2B5EF4-FFF2-40B4-BE49-F238E27FC236}">
                <a16:creationId xmlns:a16="http://schemas.microsoft.com/office/drawing/2014/main" id="{BDD0B550-942E-F4E9-B09A-16F6C4F00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74250" y="5908181"/>
            <a:ext cx="2284785" cy="949818"/>
          </a:xfrm>
          <a:custGeom>
            <a:avLst/>
            <a:gdLst>
              <a:gd name="connsiteX0" fmla="*/ 1523190 w 3046380"/>
              <a:gd name="connsiteY0" fmla="*/ 0 h 949818"/>
              <a:gd name="connsiteX1" fmla="*/ 3017169 w 3046380"/>
              <a:gd name="connsiteY1" fmla="*/ 889179 h 949818"/>
              <a:gd name="connsiteX2" fmla="*/ 3046380 w 3046380"/>
              <a:gd name="connsiteY2" fmla="*/ 949818 h 949818"/>
              <a:gd name="connsiteX3" fmla="*/ 0 w 3046380"/>
              <a:gd name="connsiteY3" fmla="*/ 949818 h 949818"/>
              <a:gd name="connsiteX4" fmla="*/ 29212 w 3046380"/>
              <a:gd name="connsiteY4" fmla="*/ 889179 h 949818"/>
              <a:gd name="connsiteX5" fmla="*/ 1523190 w 3046380"/>
              <a:gd name="connsiteY5" fmla="*/ 0 h 949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6380" h="949818">
                <a:moveTo>
                  <a:pt x="1523190" y="0"/>
                </a:moveTo>
                <a:cubicBezTo>
                  <a:pt x="2168310" y="0"/>
                  <a:pt x="2729454" y="359544"/>
                  <a:pt x="3017169" y="889179"/>
                </a:cubicBezTo>
                <a:lnTo>
                  <a:pt x="3046380" y="949818"/>
                </a:lnTo>
                <a:lnTo>
                  <a:pt x="0" y="949818"/>
                </a:lnTo>
                <a:lnTo>
                  <a:pt x="29212" y="889179"/>
                </a:lnTo>
                <a:cubicBezTo>
                  <a:pt x="316927" y="359544"/>
                  <a:pt x="878070" y="0"/>
                  <a:pt x="1523190" y="0"/>
                </a:cubicBez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00450AD-469A-81EC-8D58-093490CDE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02771" y="948393"/>
            <a:ext cx="315467" cy="420622"/>
          </a:xfrm>
          <a:prstGeom prst="ellipse">
            <a:avLst/>
          </a:prstGeom>
          <a:solidFill>
            <a:schemeClr val="accent1">
              <a:alpha val="3319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448933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2" userDrawn="1">
          <p15:clr>
            <a:srgbClr val="FBAE40"/>
          </p15:clr>
        </p15:guide>
        <p15:guide id="2" pos="25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userDrawn="1">
  <p:cSld name="Title + 1 colum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body" idx="1" hasCustomPrompt="1"/>
          </p:nvPr>
        </p:nvSpPr>
        <p:spPr>
          <a:xfrm>
            <a:off x="893700" y="1831451"/>
            <a:ext cx="7586875" cy="4736400"/>
          </a:xfrm>
          <a:prstGeom prst="rect">
            <a:avLst/>
          </a:prstGeom>
        </p:spPr>
        <p:txBody>
          <a:bodyPr spcFirstLastPara="1" wrap="square" lIns="90000" tIns="91425" rIns="91425" bIns="91425" anchor="t" anchorCtr="0">
            <a:noAutofit/>
          </a:bodyPr>
          <a:lstStyle>
            <a:lvl1pPr marL="457189" lvl="0" indent="-34289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▷"/>
              <a:defRPr sz="1867">
                <a:solidFill>
                  <a:schemeClr val="dk1"/>
                </a:solidFill>
              </a:defRPr>
            </a:lvl1pPr>
            <a:lvl2pPr marL="914377" lvl="1" indent="-38099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Char char="○"/>
              <a:defRPr sz="1600">
                <a:solidFill>
                  <a:schemeClr val="dk1"/>
                </a:solidFill>
              </a:defRPr>
            </a:lvl2pPr>
            <a:lvl3pPr marL="1371566" lvl="2" indent="-38099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0000"/>
              <a:buChar char="■"/>
              <a:defRPr sz="1600">
                <a:solidFill>
                  <a:schemeClr val="dk1"/>
                </a:solidFill>
              </a:defRPr>
            </a:lvl3pPr>
            <a:lvl4pPr marL="1828754" lvl="3" indent="-3809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4pPr>
            <a:lvl5pPr marL="2285943" lvl="4" indent="-3809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5pPr>
            <a:lvl6pPr marL="2743131" lvl="5" indent="-3809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6pPr>
            <a:lvl7pPr marL="3200320" lvl="6" indent="-3809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7pPr>
            <a:lvl8pPr marL="3657509" lvl="7" indent="-3809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>
                <a:solidFill>
                  <a:schemeClr val="dk1"/>
                </a:solidFill>
              </a:defRPr>
            </a:lvl8pPr>
            <a:lvl9pPr marL="4114697" lvl="8" indent="-38099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Title 1</a:t>
            </a:r>
          </a:p>
          <a:p>
            <a:pPr lvl="1"/>
            <a:r>
              <a:rPr lang="en-US" dirty="0" err="1"/>
              <a:t>Dafasdfadsf</a:t>
            </a:r>
            <a:endParaRPr lang="en-US" dirty="0"/>
          </a:p>
          <a:p>
            <a:pPr lvl="1"/>
            <a:r>
              <a:rPr lang="en-US" dirty="0" err="1"/>
              <a:t>Asdfasd</a:t>
            </a:r>
            <a:endParaRPr lang="en-US" dirty="0"/>
          </a:p>
          <a:p>
            <a:pPr lvl="2"/>
            <a:r>
              <a:rPr lang="en-US" dirty="0" err="1"/>
              <a:t>dsfa</a:t>
            </a:r>
            <a:endParaRPr lang="en-US" dirty="0"/>
          </a:p>
          <a:p>
            <a:endParaRPr dirty="0"/>
          </a:p>
        </p:txBody>
      </p:sp>
      <p:sp>
        <p:nvSpPr>
          <p:cNvPr id="34" name="Google Shape;34;p5"/>
          <p:cNvSpPr/>
          <p:nvPr/>
        </p:nvSpPr>
        <p:spPr>
          <a:xfrm>
            <a:off x="7356367" y="6755100"/>
            <a:ext cx="893700" cy="102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5" name="Google Shape;35;p5"/>
          <p:cNvSpPr/>
          <p:nvPr/>
        </p:nvSpPr>
        <p:spPr>
          <a:xfrm>
            <a:off x="8250314" y="6755100"/>
            <a:ext cx="893700" cy="102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6" name="Google Shape;36;p5"/>
          <p:cNvSpPr/>
          <p:nvPr/>
        </p:nvSpPr>
        <p:spPr>
          <a:xfrm>
            <a:off x="2" y="6755100"/>
            <a:ext cx="893700" cy="10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7" name="Google Shape;37;p5"/>
          <p:cNvSpPr/>
          <p:nvPr/>
        </p:nvSpPr>
        <p:spPr>
          <a:xfrm>
            <a:off x="893711" y="6755100"/>
            <a:ext cx="6462600" cy="102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480575" y="6262577"/>
            <a:ext cx="548700" cy="41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3E563C-F009-2B8B-0AC6-1E72B4297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699" y="477851"/>
            <a:ext cx="7586873" cy="1143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392636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1_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6"/>
          <p:cNvSpPr txBox="1"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6"/>
          <p:cNvSpPr txBox="1"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5755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marL="914400" lvl="1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marL="1371600" lvl="2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marL="1828800" lvl="3" indent="-32575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marL="2286000" lvl="4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marL="2743200" lvl="5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marL="3200400" lvl="6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marL="3657600" lvl="7" indent="-32575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marL="4114800" lvl="8" indent="-325754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>
            <a:endParaRPr/>
          </a:p>
        </p:txBody>
      </p:sp>
      <p:sp>
        <p:nvSpPr>
          <p:cNvPr id="33" name="Google Shape;33;p46"/>
          <p:cNvSpPr txBox="1">
            <a:spLocks noGrp="1"/>
          </p:cNvSpPr>
          <p:nvPr>
            <p:ph type="dt" idx="10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6"/>
          <p:cNvSpPr txBox="1">
            <a:spLocks noGrp="1"/>
          </p:cNvSpPr>
          <p:nvPr>
            <p:ph type="ftr" idx="11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6"/>
          <p:cNvSpPr txBox="1">
            <a:spLocks noGrp="1"/>
          </p:cNvSpPr>
          <p:nvPr>
            <p:ph type="sldNum" idx="12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06313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E9907-7461-434D-83FC-70EB7261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C21525-C660-6946-8A5F-6F07F0626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435B3-07EF-0641-91C1-CCD1FF901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1CDC1-D783-2047-9C81-865015039835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8B56C-AFCE-774B-830D-EF1BC9CCE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C4809-0674-6340-854A-10C4E23C1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01AFC-A93F-7E4A-8C56-984B0794D0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885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06" y="448056"/>
            <a:ext cx="5157216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622" y="1435608"/>
            <a:ext cx="3312414" cy="39776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4622" y="612649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05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/>
              <a:t>Test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72834" y="6190487"/>
            <a:ext cx="2057400" cy="3657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9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1BC2EDA-D519-4F34-BF3F-BFFF500F4B0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362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92" r:id="rId2"/>
    <p:sldLayoutId id="2147483691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685783" rtl="0" eaLnBrk="1" latinLnBrk="0" hangingPunct="1">
        <a:spcBef>
          <a:spcPct val="0"/>
        </a:spcBef>
        <a:buNone/>
        <a:defRPr sz="21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Tx/>
        <a:buNone/>
        <a:defRPr lang="en-US" sz="9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171446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514337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857228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200120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543012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85903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228795" indent="-171446" algn="l" defTabSz="685783" rtl="0" eaLnBrk="1" latinLnBrk="0" hangingPunct="1">
        <a:lnSpc>
          <a:spcPct val="150000"/>
        </a:lnSpc>
        <a:spcBef>
          <a:spcPts val="750"/>
        </a:spcBef>
        <a:spcAft>
          <a:spcPts val="900"/>
        </a:spcAft>
        <a:buFont typeface="Arial" panose="020B0604020202020204" pitchFamily="34" charset="0"/>
        <a:buChar char="•"/>
        <a:defRPr lang="en-US" sz="9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2571686" indent="-171446" algn="l" defTabSz="685783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9000">
              <a:srgbClr val="FDFFFE"/>
            </a:gs>
            <a:gs pos="66000">
              <a:srgbClr val="F3FFFF"/>
            </a:gs>
            <a:gs pos="37992">
              <a:srgbClr val="FFFFFF"/>
            </a:gs>
            <a:gs pos="5000">
              <a:srgbClr val="EAFCFE"/>
            </a:gs>
          </a:gsLst>
          <a:lin ang="17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ubtitle 17">
            <a:extLst>
              <a:ext uri="{FF2B5EF4-FFF2-40B4-BE49-F238E27FC236}">
                <a16:creationId xmlns:a16="http://schemas.microsoft.com/office/drawing/2014/main" id="{57D62F16-F75C-6B98-2080-BECC2DE82C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9837" y="3546631"/>
            <a:ext cx="4812505" cy="613952"/>
          </a:xfrm>
        </p:spPr>
        <p:txBody>
          <a:bodyPr>
            <a:noAutofit/>
          </a:bodyPr>
          <a:lstStyle/>
          <a:p>
            <a:r>
              <a:rPr lang="en-US" sz="2800" dirty="0"/>
              <a:t>Assignment 2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ROGUE Scores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BF59ED5-66B9-83A2-1FC4-283F25C57007}"/>
              </a:ext>
            </a:extLst>
          </p:cNvPr>
          <p:cNvSpPr txBox="1">
            <a:spLocks/>
          </p:cNvSpPr>
          <p:nvPr/>
        </p:nvSpPr>
        <p:spPr>
          <a:xfrm>
            <a:off x="4029837" y="3090334"/>
            <a:ext cx="5038749" cy="61395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685783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HK" sz="2800" dirty="0"/>
              <a:t>DSAI4205 Big Data Analytics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C7C39B-F2B8-D876-FE23-FE5FFACEB2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97842" y="2112488"/>
            <a:ext cx="2853501" cy="286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875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047C28-F456-6C33-E528-A9E0C12A8D2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7004" y="2049517"/>
            <a:ext cx="8367942" cy="4156750"/>
          </a:xfrm>
        </p:spPr>
        <p:txBody>
          <a:bodyPr>
            <a:normAutofit/>
          </a:bodyPr>
          <a:lstStyle/>
          <a:p>
            <a:pPr marL="514346" lvl="1" indent="-342900">
              <a:lnSpc>
                <a:spcPct val="120000"/>
              </a:lnSpc>
              <a:spcAft>
                <a:spcPts val="900"/>
              </a:spcAft>
            </a:pPr>
            <a:r>
              <a:rPr lang="en-US" altLang="zh-CN" sz="1800" dirty="0"/>
              <a:t>Commonly used for text summarization tasks</a:t>
            </a:r>
          </a:p>
          <a:p>
            <a:pPr marL="514346" lvl="1" indent="-342900">
              <a:lnSpc>
                <a:spcPct val="120000"/>
              </a:lnSpc>
              <a:spcAft>
                <a:spcPts val="900"/>
              </a:spcAft>
            </a:pPr>
            <a:r>
              <a:rPr lang="en-US" altLang="zh-CN" sz="1800" dirty="0"/>
              <a:t>ROUGE was designed to evaluate the quality of machine-generated summaries by comparing them to reference summaries provided by humans</a:t>
            </a:r>
          </a:p>
          <a:p>
            <a:pPr marL="514346" lvl="1" indent="-342900">
              <a:lnSpc>
                <a:spcPct val="120000"/>
              </a:lnSpc>
              <a:spcAft>
                <a:spcPts val="900"/>
              </a:spcAft>
            </a:pPr>
            <a:r>
              <a:rPr lang="en-US" altLang="zh-CN" sz="1800" dirty="0"/>
              <a:t>ROUGE score ranges from 0 to 1</a:t>
            </a:r>
          </a:p>
          <a:p>
            <a:pPr marL="971541" lvl="2" indent="-342900">
              <a:lnSpc>
                <a:spcPct val="120000"/>
              </a:lnSpc>
            </a:pPr>
            <a:r>
              <a:rPr lang="en-US" altLang="zh-CN" sz="1600" dirty="0">
                <a:solidFill>
                  <a:srgbClr val="242424"/>
                </a:solidFill>
                <a:latin typeface="source-serif-pro"/>
              </a:rPr>
              <a:t>Higher values indicating better summary quality</a:t>
            </a:r>
          </a:p>
          <a:p>
            <a:pPr marL="514346" lvl="1" indent="-342900">
              <a:lnSpc>
                <a:spcPct val="120000"/>
              </a:lnSpc>
            </a:pPr>
            <a:r>
              <a:rPr lang="en-US" altLang="zh-CN" sz="1800" dirty="0"/>
              <a:t>ROUGE scores are branched into ROUGE-N,ROUGE-L, and ROUGE-S.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C7F1D0-D21C-9DB6-7040-8F033EF96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ROUGE (Recall-Oriented Understudy for </a:t>
            </a:r>
            <a:r>
              <a:rPr lang="en-US" dirty="0" err="1"/>
              <a:t>Gisting</a:t>
            </a:r>
            <a:r>
              <a:rPr lang="en-US" dirty="0"/>
              <a:t> Evaluation) Score</a:t>
            </a:r>
          </a:p>
        </p:txBody>
      </p:sp>
    </p:spTree>
    <p:extLst>
      <p:ext uri="{BB962C8B-B14F-4D97-AF65-F5344CB8AC3E}">
        <p14:creationId xmlns:p14="http://schemas.microsoft.com/office/powerpoint/2010/main" val="2363066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501A85-5894-58BE-7A85-DCE6DA5ADCC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7004" y="1965433"/>
            <a:ext cx="8367942" cy="4240833"/>
          </a:xfrm>
        </p:spPr>
        <p:txBody>
          <a:bodyPr/>
          <a:lstStyle/>
          <a:p>
            <a:pPr marL="514346" lvl="1" indent="-342900">
              <a:lnSpc>
                <a:spcPct val="120000"/>
              </a:lnSpc>
              <a:spcAft>
                <a:spcPts val="900"/>
              </a:spcAft>
            </a:pPr>
            <a:r>
              <a:rPr lang="en-US" altLang="zh-CN" sz="1800" dirty="0"/>
              <a:t>ROUGE-N: measures the overlap of n-grams (contiguous sequences of n words) between the candidate text and the reference text. </a:t>
            </a:r>
          </a:p>
          <a:p>
            <a:pPr marL="971541" lvl="2" indent="-342900">
              <a:lnSpc>
                <a:spcPct val="120000"/>
              </a:lnSpc>
            </a:pPr>
            <a:r>
              <a:rPr lang="en-US" altLang="zh-CN" sz="1600" dirty="0"/>
              <a:t>It computes the precision, recall, and F1-score based on the n-gram overlap. </a:t>
            </a:r>
          </a:p>
          <a:p>
            <a:pPr marL="971541" lvl="2" indent="-342900">
              <a:lnSpc>
                <a:spcPct val="120000"/>
              </a:lnSpc>
            </a:pPr>
            <a:r>
              <a:rPr lang="en-US" altLang="zh-CN" sz="1600" dirty="0"/>
              <a:t>For example:</a:t>
            </a:r>
          </a:p>
          <a:p>
            <a:pPr marL="1200128" lvl="3" indent="-342900">
              <a:lnSpc>
                <a:spcPct val="120000"/>
              </a:lnSpc>
            </a:pPr>
            <a:r>
              <a:rPr lang="en-US" altLang="zh-CN" sz="1400" dirty="0"/>
              <a:t>ROUGE-1 (unigram) measures the overlap of single words, </a:t>
            </a:r>
          </a:p>
          <a:p>
            <a:pPr marL="1200128" lvl="3" indent="-342900">
              <a:lnSpc>
                <a:spcPct val="120000"/>
              </a:lnSpc>
            </a:pPr>
            <a:r>
              <a:rPr lang="en-US" altLang="zh-CN" sz="1400" dirty="0"/>
              <a:t>ROUGE-2 (bigram) measures the overlap of two-word sequences, and so on. </a:t>
            </a:r>
          </a:p>
          <a:p>
            <a:pPr marL="1200128" lvl="3" indent="-342900">
              <a:lnSpc>
                <a:spcPct val="120000"/>
              </a:lnSpc>
            </a:pPr>
            <a:r>
              <a:rPr lang="en-US" altLang="zh-CN" sz="1400" dirty="0"/>
              <a:t>ROUGE-N is often used to evaluate the grammatical correctness and fluency of generated text.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BEFB8F-C59C-6534-CED4-110E40690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ROUGE (Recall-Oriented Understudy for </a:t>
            </a:r>
            <a:r>
              <a:rPr lang="en-US" dirty="0" err="1"/>
              <a:t>Gisting</a:t>
            </a:r>
            <a:r>
              <a:rPr lang="en-US" dirty="0"/>
              <a:t> Evaluation) Score</a:t>
            </a:r>
          </a:p>
        </p:txBody>
      </p:sp>
    </p:spTree>
    <p:extLst>
      <p:ext uri="{BB962C8B-B14F-4D97-AF65-F5344CB8AC3E}">
        <p14:creationId xmlns:p14="http://schemas.microsoft.com/office/powerpoint/2010/main" val="2129846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9CB8B-D50C-BAAD-0407-A58656B39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097D1C-AFA3-2EBF-DEC1-64C51B636AE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7004" y="1965433"/>
            <a:ext cx="8367942" cy="4240833"/>
          </a:xfrm>
        </p:spPr>
        <p:txBody>
          <a:bodyPr/>
          <a:lstStyle/>
          <a:p>
            <a:pPr marL="514346" lvl="1" indent="-342900">
              <a:lnSpc>
                <a:spcPct val="120000"/>
              </a:lnSpc>
              <a:spcAft>
                <a:spcPts val="900"/>
              </a:spcAft>
            </a:pPr>
            <a:r>
              <a:rPr lang="en-US" altLang="zh-CN" sz="1800" dirty="0"/>
              <a:t>ROUGE-L: </a:t>
            </a:r>
          </a:p>
          <a:p>
            <a:pPr marL="971541" lvl="2" indent="-342900">
              <a:lnSpc>
                <a:spcPct val="120000"/>
              </a:lnSpc>
            </a:pPr>
            <a:r>
              <a:rPr lang="en-US" altLang="zh-CN" sz="1600" dirty="0"/>
              <a:t>Measures the longest common subsequence (LCS) between the candidate text and the reference text. </a:t>
            </a:r>
          </a:p>
          <a:p>
            <a:pPr marL="971541" lvl="2" indent="-342900">
              <a:lnSpc>
                <a:spcPct val="120000"/>
              </a:lnSpc>
            </a:pPr>
            <a:r>
              <a:rPr lang="en-US" altLang="zh-CN" sz="1600" dirty="0"/>
              <a:t>It computes the precision, recall, and F1-score based on the length of the LCS. </a:t>
            </a:r>
          </a:p>
          <a:p>
            <a:pPr marL="971541" lvl="2" indent="-342900">
              <a:lnSpc>
                <a:spcPct val="120000"/>
              </a:lnSpc>
            </a:pPr>
            <a:r>
              <a:rPr lang="en-US" altLang="zh-CN" sz="1600" dirty="0"/>
              <a:t>ROUGE-L is often used to evaluate the semantic similarity and content coverage of generated text, as it considers the common subsequence regardless of word order.</a:t>
            </a:r>
          </a:p>
          <a:p>
            <a:pPr marL="1200128" lvl="3" indent="-342900">
              <a:lnSpc>
                <a:spcPct val="120000"/>
              </a:lnSpc>
            </a:pPr>
            <a:endParaRPr lang="en-US" altLang="zh-CN" sz="1400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CD2A1A-0C35-3436-F750-A04FA75F3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ROUGE (Recall-Oriented Understudy for </a:t>
            </a:r>
            <a:r>
              <a:rPr lang="en-US" dirty="0" err="1"/>
              <a:t>Gisting</a:t>
            </a:r>
            <a:r>
              <a:rPr lang="en-US" dirty="0"/>
              <a:t> Evaluation) Score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752AFB-6160-5185-2D37-46B9FC2B24D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16135" y="4515859"/>
            <a:ext cx="2746265" cy="215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661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A217D48-9E21-A553-26A3-BEDC8879A4A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514346" lvl="1" indent="-342900">
              <a:lnSpc>
                <a:spcPct val="120000"/>
              </a:lnSpc>
              <a:spcAft>
                <a:spcPts val="900"/>
              </a:spcAft>
            </a:pPr>
            <a:r>
              <a:rPr lang="en-US" altLang="zh-CN" sz="1800" dirty="0"/>
              <a:t>Candidate 1 (model output): Summarization is cool</a:t>
            </a:r>
            <a:br>
              <a:rPr lang="en-US" altLang="zh-CN" sz="1800" dirty="0"/>
            </a:br>
            <a:r>
              <a:rPr lang="en-US" altLang="zh-CN" sz="1800" dirty="0"/>
              <a:t>Reference 1 (true answer): Summarization is beneficial and cool</a:t>
            </a:r>
            <a:br>
              <a:rPr lang="en-US" altLang="zh-CN" sz="1800" dirty="0"/>
            </a:br>
            <a:r>
              <a:rPr lang="en-US" altLang="zh-CN" sz="1800" dirty="0"/>
              <a:t>Reference 2 (true answer): Summarization saves time</a:t>
            </a:r>
            <a:endParaRPr lang="zh-CN" altLang="en-US" sz="1800" dirty="0"/>
          </a:p>
          <a:p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946C13-05F5-2999-A1BC-8E62F7E7FC61}"/>
              </a:ext>
            </a:extLst>
          </p:cNvPr>
          <p:cNvSpPr txBox="1"/>
          <p:nvPr/>
        </p:nvSpPr>
        <p:spPr>
          <a:xfrm>
            <a:off x="894704" y="4098417"/>
            <a:ext cx="4170931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25" b="1" dirty="0">
                <a:solidFill>
                  <a:srgbClr val="FF0000"/>
                </a:solidFill>
                <a:latin typeface="source-serif-pro"/>
              </a:rPr>
              <a:t>ROUGE</a:t>
            </a:r>
            <a:r>
              <a:rPr lang="en-US" altLang="zh-CN" sz="1125" b="1" baseline="-25000" dirty="0">
                <a:solidFill>
                  <a:srgbClr val="FF0000"/>
                </a:solidFill>
                <a:latin typeface="source-serif-pro"/>
              </a:rPr>
              <a:t>1</a:t>
            </a:r>
            <a:r>
              <a:rPr lang="en-US" altLang="zh-CN" sz="1125" b="1" dirty="0">
                <a:solidFill>
                  <a:srgbClr val="FF0000"/>
                </a:solidFill>
                <a:latin typeface="source-serif-pro"/>
              </a:rPr>
              <a:t>-F1 </a:t>
            </a:r>
            <a:r>
              <a:rPr lang="en-US" altLang="zh-CN" sz="1125" dirty="0">
                <a:solidFill>
                  <a:srgbClr val="836C28"/>
                </a:solidFill>
                <a:latin typeface="source-code-pro"/>
              </a:rPr>
              <a:t>(Candidate1 and the </a:t>
            </a:r>
            <a:r>
              <a:rPr lang="en-US" altLang="zh-CN" sz="1125" b="1" u="sng" dirty="0">
                <a:solidFill>
                  <a:srgbClr val="C00000"/>
                </a:solidFill>
                <a:latin typeface="source-code-pro"/>
              </a:rPr>
              <a:t>best</a:t>
            </a:r>
            <a:r>
              <a:rPr lang="en-US" altLang="zh-CN" sz="1125" dirty="0">
                <a:solidFill>
                  <a:srgbClr val="836C28"/>
                </a:solidFill>
                <a:latin typeface="source-code-pro"/>
              </a:rPr>
              <a:t> Reference)</a:t>
            </a:r>
            <a:r>
              <a:rPr lang="en-US" altLang="zh-CN" sz="1125" dirty="0">
                <a:solidFill>
                  <a:srgbClr val="242424"/>
                </a:solidFill>
                <a:latin typeface="source-serif-pro"/>
              </a:rPr>
              <a:t>:</a:t>
            </a:r>
            <a:endParaRPr lang="zh-CN" altLang="en-US" sz="1125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D7B47C6-AC1E-8CCF-FDA5-8BFFACE8418A}"/>
              </a:ext>
            </a:extLst>
          </p:cNvPr>
          <p:cNvSpPr txBox="1"/>
          <p:nvPr/>
        </p:nvSpPr>
        <p:spPr>
          <a:xfrm>
            <a:off x="894704" y="4404065"/>
            <a:ext cx="482662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25" dirty="0">
                <a:solidFill>
                  <a:srgbClr val="836C28"/>
                </a:solidFill>
                <a:latin typeface="source-code-pro"/>
              </a:rPr>
              <a:t>Candidate1 and Reference 1:</a:t>
            </a:r>
          </a:p>
          <a:p>
            <a:r>
              <a:rPr lang="en-US" altLang="zh-CN" sz="1125" dirty="0">
                <a:solidFill>
                  <a:srgbClr val="836C28"/>
                </a:solidFill>
                <a:latin typeface="source-code-pro"/>
              </a:rPr>
              <a:t>Recall</a:t>
            </a:r>
            <a:r>
              <a:rPr lang="en-US" altLang="zh-CN" sz="1125" dirty="0">
                <a:solidFill>
                  <a:srgbClr val="242424"/>
                </a:solidFill>
                <a:latin typeface="source-code-pro"/>
              </a:rPr>
              <a:t> = </a:t>
            </a:r>
            <a:r>
              <a:rPr lang="en-US" altLang="zh-CN" sz="1125" dirty="0">
                <a:solidFill>
                  <a:srgbClr val="1C00CF"/>
                </a:solidFill>
                <a:latin typeface="source-code-pro"/>
              </a:rPr>
              <a:t>3</a:t>
            </a:r>
            <a:r>
              <a:rPr lang="en-US" altLang="zh-CN" sz="1125" dirty="0">
                <a:solidFill>
                  <a:srgbClr val="242424"/>
                </a:solidFill>
                <a:latin typeface="source-code-pro"/>
              </a:rPr>
              <a:t>/</a:t>
            </a:r>
            <a:r>
              <a:rPr lang="en-US" altLang="zh-CN" sz="1125" dirty="0">
                <a:solidFill>
                  <a:srgbClr val="1C00CF"/>
                </a:solidFill>
                <a:latin typeface="source-code-pro"/>
              </a:rPr>
              <a:t>5</a:t>
            </a:r>
            <a:r>
              <a:rPr lang="en-US" altLang="zh-CN" sz="1125" dirty="0">
                <a:solidFill>
                  <a:srgbClr val="242424"/>
                </a:solidFill>
                <a:latin typeface="source-code-pro"/>
              </a:rPr>
              <a:t> = </a:t>
            </a:r>
            <a:r>
              <a:rPr lang="en-US" altLang="zh-CN" sz="1125" dirty="0">
                <a:solidFill>
                  <a:srgbClr val="1C00CF"/>
                </a:solidFill>
                <a:latin typeface="source-code-pro"/>
              </a:rPr>
              <a:t>0.6</a:t>
            </a:r>
            <a:br>
              <a:rPr lang="en-US" altLang="zh-CN" sz="1125" dirty="0"/>
            </a:br>
            <a:r>
              <a:rPr lang="en-US" altLang="zh-CN" sz="1125" dirty="0">
                <a:solidFill>
                  <a:srgbClr val="836C28"/>
                </a:solidFill>
                <a:latin typeface="source-code-pro"/>
              </a:rPr>
              <a:t>Precision</a:t>
            </a:r>
            <a:r>
              <a:rPr lang="en-US" altLang="zh-CN" sz="1125" dirty="0">
                <a:solidFill>
                  <a:srgbClr val="242424"/>
                </a:solidFill>
                <a:latin typeface="source-code-pro"/>
              </a:rPr>
              <a:t> = </a:t>
            </a:r>
            <a:r>
              <a:rPr lang="en-US" altLang="zh-CN" sz="1125" dirty="0">
                <a:solidFill>
                  <a:srgbClr val="1C00CF"/>
                </a:solidFill>
                <a:latin typeface="source-code-pro"/>
              </a:rPr>
              <a:t>3/3 = 1</a:t>
            </a:r>
            <a:br>
              <a:rPr lang="en-US" altLang="zh-CN" sz="1125" dirty="0"/>
            </a:br>
            <a:r>
              <a:rPr lang="en-US" altLang="zh-CN" sz="1125" dirty="0">
                <a:solidFill>
                  <a:srgbClr val="836C28"/>
                </a:solidFill>
                <a:latin typeface="source-code-pro"/>
              </a:rPr>
              <a:t>F1-Score</a:t>
            </a:r>
            <a:r>
              <a:rPr lang="en-US" altLang="zh-CN" sz="1125" dirty="0">
                <a:solidFill>
                  <a:srgbClr val="242424"/>
                </a:solidFill>
                <a:latin typeface="source-code-pro"/>
              </a:rPr>
              <a:t> = </a:t>
            </a:r>
            <a:r>
              <a:rPr lang="en-US" altLang="zh-CN" sz="1125" dirty="0">
                <a:solidFill>
                  <a:srgbClr val="1C00CF"/>
                </a:solidFill>
                <a:latin typeface="source-code-pro"/>
              </a:rPr>
              <a:t>2</a:t>
            </a:r>
            <a:r>
              <a:rPr lang="en-US" altLang="zh-CN" sz="1125" dirty="0">
                <a:solidFill>
                  <a:srgbClr val="242424"/>
                </a:solidFill>
                <a:latin typeface="source-code-pro"/>
              </a:rPr>
              <a:t> * (</a:t>
            </a:r>
            <a:r>
              <a:rPr lang="en-US" altLang="zh-CN" sz="1125" dirty="0">
                <a:solidFill>
                  <a:srgbClr val="1C00CF"/>
                </a:solidFill>
                <a:latin typeface="source-code-pro"/>
              </a:rPr>
              <a:t>0.6</a:t>
            </a:r>
            <a:r>
              <a:rPr lang="en-US" altLang="zh-CN" sz="1125" dirty="0">
                <a:solidFill>
                  <a:srgbClr val="242424"/>
                </a:solidFill>
                <a:latin typeface="source-code-pro"/>
              </a:rPr>
              <a:t>) * (</a:t>
            </a:r>
            <a:r>
              <a:rPr lang="en-US" altLang="zh-CN" sz="1125" dirty="0">
                <a:solidFill>
                  <a:srgbClr val="1C00CF"/>
                </a:solidFill>
                <a:latin typeface="source-code-pro"/>
              </a:rPr>
              <a:t>1</a:t>
            </a:r>
            <a:r>
              <a:rPr lang="en-US" altLang="zh-CN" sz="1125" dirty="0">
                <a:solidFill>
                  <a:srgbClr val="242424"/>
                </a:solidFill>
                <a:latin typeface="source-code-pro"/>
              </a:rPr>
              <a:t>)/(</a:t>
            </a:r>
            <a:r>
              <a:rPr lang="en-US" altLang="zh-CN" sz="1125" dirty="0">
                <a:solidFill>
                  <a:srgbClr val="1C00CF"/>
                </a:solidFill>
                <a:latin typeface="source-code-pro"/>
              </a:rPr>
              <a:t>0.6</a:t>
            </a:r>
            <a:r>
              <a:rPr lang="en-US" altLang="zh-CN" sz="1125" dirty="0">
                <a:solidFill>
                  <a:srgbClr val="242424"/>
                </a:solidFill>
                <a:latin typeface="source-code-pro"/>
              </a:rPr>
              <a:t> + </a:t>
            </a:r>
            <a:r>
              <a:rPr lang="en-US" altLang="zh-CN" sz="1125" dirty="0">
                <a:solidFill>
                  <a:srgbClr val="1C00CF"/>
                </a:solidFill>
                <a:latin typeface="source-code-pro"/>
              </a:rPr>
              <a:t>1</a:t>
            </a:r>
            <a:r>
              <a:rPr lang="en-US" altLang="zh-CN" sz="1125" dirty="0">
                <a:solidFill>
                  <a:srgbClr val="242424"/>
                </a:solidFill>
                <a:latin typeface="source-code-pro"/>
              </a:rPr>
              <a:t>) = </a:t>
            </a:r>
            <a:r>
              <a:rPr lang="en-US" altLang="zh-CN" sz="1125" b="1" u="sng" dirty="0">
                <a:solidFill>
                  <a:srgbClr val="C00000"/>
                </a:solidFill>
                <a:latin typeface="source-code-pro"/>
              </a:rPr>
              <a:t>0.75</a:t>
            </a:r>
            <a:endParaRPr lang="zh-CN" altLang="en-US" sz="1125" b="1" u="sng" dirty="0">
              <a:solidFill>
                <a:srgbClr val="C00000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9EEB860-C500-A3CB-E6AF-03500167942E}"/>
              </a:ext>
            </a:extLst>
          </p:cNvPr>
          <p:cNvSpPr txBox="1"/>
          <p:nvPr/>
        </p:nvSpPr>
        <p:spPr>
          <a:xfrm>
            <a:off x="894704" y="5248312"/>
            <a:ext cx="7387657" cy="957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25" dirty="0">
                <a:solidFill>
                  <a:srgbClr val="836C28"/>
                </a:solidFill>
                <a:latin typeface="source-code-pro"/>
              </a:rPr>
              <a:t>Candidate 1 and Reference 2</a:t>
            </a:r>
            <a:r>
              <a:rPr lang="en-US" altLang="zh-CN" sz="1125" b="1" dirty="0">
                <a:solidFill>
                  <a:srgbClr val="836C28"/>
                </a:solidFill>
                <a:latin typeface="source-code-pro"/>
              </a:rPr>
              <a:t>:</a:t>
            </a:r>
            <a:r>
              <a:rPr lang="en-US" altLang="zh-CN" sz="1125" b="1" dirty="0">
                <a:solidFill>
                  <a:srgbClr val="242424"/>
                </a:solidFill>
                <a:latin typeface="source-code-pro"/>
              </a:rPr>
              <a:t> </a:t>
            </a:r>
            <a:r>
              <a:rPr lang="en-US" altLang="zh-CN" sz="1125" b="1" dirty="0">
                <a:latin typeface="source-code-pro"/>
              </a:rPr>
              <a:t>0.3</a:t>
            </a:r>
            <a:br>
              <a:rPr lang="en-US" altLang="zh-CN" sz="1125" dirty="0"/>
            </a:br>
            <a:endParaRPr lang="en-US" altLang="zh-CN" sz="1125" dirty="0">
              <a:solidFill>
                <a:srgbClr val="836C28"/>
              </a:solidFill>
              <a:latin typeface="source-code-pro"/>
            </a:endParaRPr>
          </a:p>
          <a:p>
            <a:r>
              <a:rPr lang="en-US" altLang="zh-CN" sz="1125" dirty="0">
                <a:solidFill>
                  <a:srgbClr val="836C28"/>
                </a:solidFill>
                <a:latin typeface="source-code-pro"/>
              </a:rPr>
              <a:t>So we take </a:t>
            </a:r>
            <a:r>
              <a:rPr lang="en-US" altLang="zh-CN" sz="1125" b="1" u="sng" dirty="0">
                <a:solidFill>
                  <a:srgbClr val="C00000"/>
                </a:solidFill>
                <a:latin typeface="source-code-pro"/>
              </a:rPr>
              <a:t>Candiate1 and Reference1 </a:t>
            </a:r>
            <a:r>
              <a:rPr lang="en-US" altLang="zh-CN" sz="1125" dirty="0">
                <a:solidFill>
                  <a:srgbClr val="836C28"/>
                </a:solidFill>
                <a:latin typeface="source-code-pro"/>
              </a:rPr>
              <a:t>for ROUGE</a:t>
            </a:r>
            <a:r>
              <a:rPr lang="en-US" altLang="zh-CN" sz="1125" baseline="-25000" dirty="0">
                <a:solidFill>
                  <a:srgbClr val="836C28"/>
                </a:solidFill>
                <a:latin typeface="source-code-pro"/>
              </a:rPr>
              <a:t>1</a:t>
            </a:r>
            <a:r>
              <a:rPr lang="en-US" altLang="zh-CN" sz="1125" dirty="0">
                <a:solidFill>
                  <a:srgbClr val="836C28"/>
                </a:solidFill>
                <a:latin typeface="source-code-pro"/>
              </a:rPr>
              <a:t>(Cand1, Ref1)</a:t>
            </a:r>
          </a:p>
          <a:p>
            <a:endParaRPr lang="en-US" altLang="zh-CN" sz="1125" b="1" dirty="0">
              <a:solidFill>
                <a:srgbClr val="836C28"/>
              </a:solidFill>
              <a:latin typeface="source-code-pro"/>
            </a:endParaRPr>
          </a:p>
          <a:p>
            <a:r>
              <a:rPr lang="en-US" altLang="zh-CN" sz="1125" b="1" dirty="0">
                <a:solidFill>
                  <a:srgbClr val="C00000"/>
                </a:solidFill>
                <a:latin typeface="source-code-pro"/>
              </a:rPr>
              <a:t>If we have more than one candidates and reference, we repeat the above calculation and take </a:t>
            </a:r>
            <a:r>
              <a:rPr lang="en-US" altLang="zh-CN" sz="1125" b="1" u="sng" dirty="0">
                <a:solidFill>
                  <a:srgbClr val="C00000"/>
                </a:solidFill>
                <a:latin typeface="source-code-pro"/>
              </a:rPr>
              <a:t>average</a:t>
            </a:r>
            <a:r>
              <a:rPr lang="en-US" altLang="zh-CN" sz="1125" b="1" dirty="0">
                <a:solidFill>
                  <a:srgbClr val="C00000"/>
                </a:solidFill>
                <a:latin typeface="source-code-pro"/>
              </a:rPr>
              <a:t> on all the ROUGE</a:t>
            </a:r>
            <a:r>
              <a:rPr lang="en-US" altLang="zh-CN" sz="1125" b="1" baseline="-25000" dirty="0">
                <a:solidFill>
                  <a:srgbClr val="C00000"/>
                </a:solidFill>
                <a:latin typeface="source-code-pro"/>
              </a:rPr>
              <a:t>1 </a:t>
            </a:r>
            <a:r>
              <a:rPr lang="en-US" altLang="zh-CN" sz="1125" b="1" dirty="0">
                <a:solidFill>
                  <a:srgbClr val="C00000"/>
                </a:solidFill>
                <a:latin typeface="source-code-pro"/>
              </a:rPr>
              <a:t> </a:t>
            </a:r>
            <a:endParaRPr lang="zh-CN" altLang="en-US" sz="1125" b="1" dirty="0">
              <a:solidFill>
                <a:srgbClr val="C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0C741C0-9C70-9824-6117-C4DDF6FDA7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9070"/>
          <a:stretch/>
        </p:blipFill>
        <p:spPr>
          <a:xfrm>
            <a:off x="810622" y="2789279"/>
            <a:ext cx="4029582" cy="868699"/>
          </a:xfrm>
          <a:prstGeom prst="rect">
            <a:avLst/>
          </a:prstGeom>
        </p:spPr>
      </p:pic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1725DD85-6C32-9861-311C-24F3A2364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286996"/>
              </p:ext>
            </p:extLst>
          </p:nvPr>
        </p:nvGraphicFramePr>
        <p:xfrm>
          <a:off x="4924286" y="3093085"/>
          <a:ext cx="4015816" cy="27174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300">
                  <a:extLst>
                    <a:ext uri="{9D8B030D-6E8A-4147-A177-3AD203B41FA5}">
                      <a16:colId xmlns:a16="http://schemas.microsoft.com/office/drawing/2014/main" val="3700620863"/>
                    </a:ext>
                  </a:extLst>
                </a:gridCol>
                <a:gridCol w="1412320">
                  <a:extLst>
                    <a:ext uri="{9D8B030D-6E8A-4147-A177-3AD203B41FA5}">
                      <a16:colId xmlns:a16="http://schemas.microsoft.com/office/drawing/2014/main" val="3291141692"/>
                    </a:ext>
                  </a:extLst>
                </a:gridCol>
                <a:gridCol w="1096804">
                  <a:extLst>
                    <a:ext uri="{9D8B030D-6E8A-4147-A177-3AD203B41FA5}">
                      <a16:colId xmlns:a16="http://schemas.microsoft.com/office/drawing/2014/main" val="1484229678"/>
                    </a:ext>
                  </a:extLst>
                </a:gridCol>
                <a:gridCol w="996392">
                  <a:extLst>
                    <a:ext uri="{9D8B030D-6E8A-4147-A177-3AD203B41FA5}">
                      <a16:colId xmlns:a16="http://schemas.microsoft.com/office/drawing/2014/main" val="158692744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1" kern="1200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Candidate 1 1gram</a:t>
                      </a:r>
                      <a:endParaRPr lang="zh-CN" altLang="en-US" sz="1000" b="1" kern="1200" noProof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Ref 1</a:t>
                      </a:r>
                    </a:p>
                    <a:p>
                      <a:r>
                        <a:rPr lang="en-US" sz="1000" dirty="0"/>
                        <a:t>1gram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Ref 2</a:t>
                      </a:r>
                    </a:p>
                    <a:p>
                      <a:r>
                        <a:rPr lang="en-US" sz="1000" dirty="0"/>
                        <a:t>1gram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43106801"/>
                  </a:ext>
                </a:extLst>
              </a:tr>
              <a:tr h="2359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42424"/>
                          </a:solidFill>
                          <a:effectLst/>
                          <a:uLnTx/>
                          <a:uFillTx/>
                          <a:latin typeface="source-code-pro"/>
                          <a:ea typeface="等线" panose="02010600030101010101" pitchFamily="2" charset="-122"/>
                          <a:cs typeface="+mn-cs"/>
                        </a:rPr>
                        <a:t>Summarization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Summarization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Summarization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22753742"/>
                  </a:ext>
                </a:extLst>
              </a:tr>
              <a:tr h="2359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42424"/>
                          </a:solidFill>
                          <a:effectLst/>
                          <a:uLnTx/>
                          <a:uFillTx/>
                          <a:latin typeface="source-code-pro"/>
                          <a:ea typeface="+mn-ea"/>
                          <a:cs typeface="+mn-cs"/>
                        </a:rPr>
                        <a:t>is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Is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saves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68554297"/>
                  </a:ext>
                </a:extLst>
              </a:tr>
              <a:tr h="2359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42424"/>
                          </a:solidFill>
                          <a:effectLst/>
                          <a:uLnTx/>
                          <a:uFillTx/>
                          <a:latin typeface="source-code-pro"/>
                          <a:ea typeface="等线" panose="02010600030101010101" pitchFamily="2" charset="-122"/>
                          <a:cs typeface="+mn-cs"/>
                        </a:rPr>
                        <a:t>cool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beneficial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time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81051693"/>
                  </a:ext>
                </a:extLst>
              </a:tr>
              <a:tr h="2359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4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and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40697553"/>
                  </a:ext>
                </a:extLst>
              </a:tr>
              <a:tr h="2359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5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cool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84121253"/>
                  </a:ext>
                </a:extLst>
              </a:tr>
              <a:tr h="2359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6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90703338"/>
                  </a:ext>
                </a:extLst>
              </a:tr>
              <a:tr h="2359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7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07954924"/>
                  </a:ext>
                </a:extLst>
              </a:tr>
              <a:tr h="2359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8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83502449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9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56446998"/>
                  </a:ext>
                </a:extLst>
              </a:tr>
              <a:tr h="2359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Count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420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1FE11CE-47DE-D049-BFEE-2E1E2B2784A5}"/>
              </a:ext>
            </a:extLst>
          </p:cNvPr>
          <p:cNvSpPr txBox="1"/>
          <p:nvPr/>
        </p:nvSpPr>
        <p:spPr>
          <a:xfrm>
            <a:off x="4924287" y="2752812"/>
            <a:ext cx="381065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1350" b="1" dirty="0">
                <a:solidFill>
                  <a:srgbClr val="191B1F"/>
                </a:solidFill>
                <a:latin typeface="Arial" panose="020B0604020202020204" pitchFamily="34" charset="0"/>
                <a:ea typeface="-apple-system"/>
              </a:rPr>
              <a:t>If we split the word based on 1gram, we get:</a:t>
            </a:r>
            <a:endParaRPr lang="en-US" sz="13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925F5B-1434-654D-B43A-56EAC47BC1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548" y="3698169"/>
            <a:ext cx="1947947" cy="42127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18C79BC3-AE18-EA2C-E239-44F719509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ROUGE-N (N=1)</a:t>
            </a:r>
          </a:p>
        </p:txBody>
      </p:sp>
    </p:spTree>
    <p:extLst>
      <p:ext uri="{BB962C8B-B14F-4D97-AF65-F5344CB8AC3E}">
        <p14:creationId xmlns:p14="http://schemas.microsoft.com/office/powerpoint/2010/main" val="880587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C0294-F9B3-3256-EA7E-D752A6CD2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FC023CA-2BE4-434B-B6A0-DDDE88B122D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514346" lvl="1" indent="-342900">
              <a:lnSpc>
                <a:spcPct val="120000"/>
              </a:lnSpc>
              <a:spcAft>
                <a:spcPts val="900"/>
              </a:spcAft>
            </a:pPr>
            <a:r>
              <a:rPr lang="en-US" altLang="zh-CN" sz="1800" dirty="0"/>
              <a:t>Candidate 1 (model output): Summarization is cool</a:t>
            </a:r>
            <a:br>
              <a:rPr lang="en-US" altLang="zh-CN" sz="1800" dirty="0"/>
            </a:br>
            <a:r>
              <a:rPr lang="en-US" altLang="zh-CN" sz="1800" dirty="0"/>
              <a:t>Reference 1 (true answer): Summarization is beneficial and cool</a:t>
            </a:r>
            <a:br>
              <a:rPr lang="en-US" altLang="zh-CN" sz="1800" dirty="0"/>
            </a:br>
            <a:r>
              <a:rPr lang="en-US" altLang="zh-CN" sz="1800" dirty="0"/>
              <a:t>Reference 2 (true answer): Summarization saves time</a:t>
            </a:r>
            <a:endParaRPr lang="zh-CN" altLang="en-US" sz="1800" dirty="0"/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26DEE6E-5D38-A72D-4F94-E6920104CC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9070"/>
          <a:stretch/>
        </p:blipFill>
        <p:spPr>
          <a:xfrm>
            <a:off x="810622" y="2789279"/>
            <a:ext cx="4029582" cy="8686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8E692C-806C-54EF-55FC-FBE73883FCD1}"/>
              </a:ext>
            </a:extLst>
          </p:cNvPr>
          <p:cNvSpPr txBox="1"/>
          <p:nvPr/>
        </p:nvSpPr>
        <p:spPr>
          <a:xfrm>
            <a:off x="4793205" y="2751049"/>
            <a:ext cx="392607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1350" b="1" dirty="0">
                <a:solidFill>
                  <a:srgbClr val="191B1F"/>
                </a:solidFill>
                <a:latin typeface="Arial" panose="020B0604020202020204" pitchFamily="34" charset="0"/>
                <a:ea typeface="-apple-system"/>
              </a:rPr>
              <a:t>If we split the word based on bi-gram, we get:</a:t>
            </a:r>
            <a:endParaRPr lang="en-US" sz="13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F25D25-920B-FC51-2B69-F0E3EC0298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548" y="3698169"/>
            <a:ext cx="1947947" cy="42127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5D568B37-3C54-F82F-73A2-17E599467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ROUGE-N (N=2)</a:t>
            </a:r>
          </a:p>
        </p:txBody>
      </p:sp>
      <p:sp>
        <p:nvSpPr>
          <p:cNvPr id="4" name="文本框 5">
            <a:extLst>
              <a:ext uri="{FF2B5EF4-FFF2-40B4-BE49-F238E27FC236}">
                <a16:creationId xmlns:a16="http://schemas.microsoft.com/office/drawing/2014/main" id="{87099C13-0045-7F92-1BFB-494A1A0B7693}"/>
              </a:ext>
            </a:extLst>
          </p:cNvPr>
          <p:cNvSpPr txBox="1"/>
          <p:nvPr/>
        </p:nvSpPr>
        <p:spPr>
          <a:xfrm>
            <a:off x="867066" y="4161939"/>
            <a:ext cx="4170931" cy="2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25" b="1" dirty="0">
                <a:solidFill>
                  <a:srgbClr val="FF0000"/>
                </a:solidFill>
                <a:latin typeface="source-serif-pro"/>
              </a:rPr>
              <a:t>ROUGE</a:t>
            </a:r>
            <a:r>
              <a:rPr lang="en-US" altLang="zh-CN" sz="1125" b="1" baseline="-25000" dirty="0">
                <a:solidFill>
                  <a:srgbClr val="FF0000"/>
                </a:solidFill>
                <a:latin typeface="source-serif-pro"/>
              </a:rPr>
              <a:t>2</a:t>
            </a:r>
            <a:r>
              <a:rPr lang="en-US" altLang="zh-CN" sz="1125" b="1" dirty="0">
                <a:solidFill>
                  <a:srgbClr val="FF0000"/>
                </a:solidFill>
                <a:latin typeface="source-serif-pro"/>
              </a:rPr>
              <a:t>-F1 </a:t>
            </a:r>
            <a:r>
              <a:rPr lang="en-US" altLang="zh-CN" sz="1125" dirty="0">
                <a:solidFill>
                  <a:srgbClr val="836C28"/>
                </a:solidFill>
                <a:latin typeface="source-code-pro"/>
              </a:rPr>
              <a:t>(Candidate1 and the </a:t>
            </a:r>
            <a:r>
              <a:rPr lang="en-US" altLang="zh-CN" sz="1125" b="1" u="sng" dirty="0">
                <a:solidFill>
                  <a:srgbClr val="C00000"/>
                </a:solidFill>
                <a:latin typeface="source-code-pro"/>
              </a:rPr>
              <a:t>best</a:t>
            </a:r>
            <a:r>
              <a:rPr lang="en-US" altLang="zh-CN" sz="1125" dirty="0">
                <a:solidFill>
                  <a:srgbClr val="836C28"/>
                </a:solidFill>
                <a:latin typeface="source-code-pro"/>
              </a:rPr>
              <a:t> Reference)</a:t>
            </a:r>
            <a:r>
              <a:rPr lang="en-US" altLang="zh-CN" sz="1125" dirty="0">
                <a:solidFill>
                  <a:srgbClr val="242424"/>
                </a:solidFill>
                <a:latin typeface="source-serif-pro"/>
              </a:rPr>
              <a:t>:</a:t>
            </a:r>
            <a:endParaRPr lang="zh-CN" altLang="en-US" sz="1125" dirty="0"/>
          </a:p>
        </p:txBody>
      </p:sp>
      <p:sp>
        <p:nvSpPr>
          <p:cNvPr id="12" name="文本框 7">
            <a:extLst>
              <a:ext uri="{FF2B5EF4-FFF2-40B4-BE49-F238E27FC236}">
                <a16:creationId xmlns:a16="http://schemas.microsoft.com/office/drawing/2014/main" id="{14FA24D6-8E48-397C-E8B3-F4E13BE338AD}"/>
              </a:ext>
            </a:extLst>
          </p:cNvPr>
          <p:cNvSpPr txBox="1"/>
          <p:nvPr/>
        </p:nvSpPr>
        <p:spPr>
          <a:xfrm>
            <a:off x="878171" y="4470977"/>
            <a:ext cx="482662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25" dirty="0">
                <a:solidFill>
                  <a:srgbClr val="836C28"/>
                </a:solidFill>
                <a:latin typeface="source-code-pro"/>
              </a:rPr>
              <a:t>Candidate1 and Reference 1:</a:t>
            </a:r>
          </a:p>
          <a:p>
            <a:r>
              <a:rPr lang="en-US" altLang="zh-CN" sz="1125" dirty="0">
                <a:solidFill>
                  <a:srgbClr val="836C28"/>
                </a:solidFill>
                <a:latin typeface="source-code-pro"/>
              </a:rPr>
              <a:t>Recall</a:t>
            </a:r>
            <a:r>
              <a:rPr lang="en-US" altLang="zh-CN" sz="1125" dirty="0">
                <a:solidFill>
                  <a:srgbClr val="242424"/>
                </a:solidFill>
                <a:latin typeface="source-code-pro"/>
              </a:rPr>
              <a:t> = </a:t>
            </a:r>
            <a:r>
              <a:rPr lang="en-US" altLang="zh-CN" sz="1125" dirty="0">
                <a:solidFill>
                  <a:srgbClr val="1C00CF"/>
                </a:solidFill>
                <a:latin typeface="source-code-pro"/>
              </a:rPr>
              <a:t>1</a:t>
            </a:r>
            <a:r>
              <a:rPr lang="en-US" altLang="zh-CN" sz="1125" dirty="0">
                <a:solidFill>
                  <a:srgbClr val="242424"/>
                </a:solidFill>
                <a:latin typeface="source-code-pro"/>
              </a:rPr>
              <a:t>/</a:t>
            </a:r>
            <a:r>
              <a:rPr lang="en-US" altLang="zh-CN" sz="1125" dirty="0">
                <a:solidFill>
                  <a:srgbClr val="1C00CF"/>
                </a:solidFill>
                <a:latin typeface="source-code-pro"/>
              </a:rPr>
              <a:t>2</a:t>
            </a:r>
            <a:r>
              <a:rPr lang="en-US" altLang="zh-CN" sz="1125" dirty="0">
                <a:solidFill>
                  <a:srgbClr val="242424"/>
                </a:solidFill>
                <a:latin typeface="source-code-pro"/>
              </a:rPr>
              <a:t> = </a:t>
            </a:r>
            <a:r>
              <a:rPr lang="en-US" altLang="zh-CN" sz="1125" dirty="0">
                <a:solidFill>
                  <a:srgbClr val="1C00CF"/>
                </a:solidFill>
                <a:latin typeface="source-code-pro"/>
              </a:rPr>
              <a:t>0.5</a:t>
            </a:r>
            <a:br>
              <a:rPr lang="en-US" altLang="zh-CN" sz="1125" dirty="0"/>
            </a:br>
            <a:r>
              <a:rPr lang="en-US" altLang="zh-CN" sz="1125" dirty="0">
                <a:solidFill>
                  <a:srgbClr val="836C28"/>
                </a:solidFill>
                <a:latin typeface="source-code-pro"/>
              </a:rPr>
              <a:t>Precision</a:t>
            </a:r>
            <a:r>
              <a:rPr lang="en-US" altLang="zh-CN" sz="1125" dirty="0">
                <a:solidFill>
                  <a:srgbClr val="242424"/>
                </a:solidFill>
                <a:latin typeface="source-code-pro"/>
              </a:rPr>
              <a:t> = </a:t>
            </a:r>
            <a:r>
              <a:rPr lang="en-US" altLang="zh-CN" sz="1125" dirty="0">
                <a:solidFill>
                  <a:srgbClr val="1C00CF"/>
                </a:solidFill>
                <a:latin typeface="source-code-pro"/>
              </a:rPr>
              <a:t>1/4 = 0.25</a:t>
            </a:r>
            <a:br>
              <a:rPr lang="en-US" altLang="zh-CN" sz="1125" dirty="0"/>
            </a:br>
            <a:r>
              <a:rPr lang="en-US" altLang="zh-CN" sz="1125" dirty="0">
                <a:solidFill>
                  <a:srgbClr val="836C28"/>
                </a:solidFill>
                <a:latin typeface="source-code-pro"/>
              </a:rPr>
              <a:t>F1-Score</a:t>
            </a:r>
            <a:r>
              <a:rPr lang="en-US" altLang="zh-CN" sz="1125" dirty="0">
                <a:solidFill>
                  <a:srgbClr val="242424"/>
                </a:solidFill>
                <a:latin typeface="source-code-pro"/>
              </a:rPr>
              <a:t> = </a:t>
            </a:r>
            <a:r>
              <a:rPr lang="en-US" altLang="zh-CN" sz="1125" dirty="0">
                <a:solidFill>
                  <a:srgbClr val="1C00CF"/>
                </a:solidFill>
                <a:latin typeface="source-code-pro"/>
              </a:rPr>
              <a:t>2</a:t>
            </a:r>
            <a:r>
              <a:rPr lang="en-US" altLang="zh-CN" sz="1125" dirty="0">
                <a:solidFill>
                  <a:srgbClr val="242424"/>
                </a:solidFill>
                <a:latin typeface="source-code-pro"/>
              </a:rPr>
              <a:t> * (</a:t>
            </a:r>
            <a:r>
              <a:rPr lang="en-US" altLang="zh-CN" sz="1125" dirty="0">
                <a:solidFill>
                  <a:srgbClr val="1C00CF"/>
                </a:solidFill>
                <a:latin typeface="source-code-pro"/>
              </a:rPr>
              <a:t>0.5</a:t>
            </a:r>
            <a:r>
              <a:rPr lang="en-US" altLang="zh-CN" sz="1125" dirty="0">
                <a:solidFill>
                  <a:srgbClr val="242424"/>
                </a:solidFill>
                <a:latin typeface="source-code-pro"/>
              </a:rPr>
              <a:t> * 0.25)/(</a:t>
            </a:r>
            <a:r>
              <a:rPr lang="en-US" altLang="zh-CN" sz="1125" dirty="0">
                <a:solidFill>
                  <a:srgbClr val="1C00CF"/>
                </a:solidFill>
                <a:latin typeface="source-code-pro"/>
              </a:rPr>
              <a:t>0.5</a:t>
            </a:r>
            <a:r>
              <a:rPr lang="en-US" altLang="zh-CN" sz="1125" dirty="0">
                <a:solidFill>
                  <a:srgbClr val="242424"/>
                </a:solidFill>
                <a:latin typeface="source-code-pro"/>
              </a:rPr>
              <a:t> + </a:t>
            </a:r>
            <a:r>
              <a:rPr lang="en-US" altLang="zh-CN" sz="1125" dirty="0">
                <a:solidFill>
                  <a:srgbClr val="1C00CF"/>
                </a:solidFill>
                <a:latin typeface="source-code-pro"/>
              </a:rPr>
              <a:t>0.25</a:t>
            </a:r>
            <a:r>
              <a:rPr lang="en-US" altLang="zh-CN" sz="1125" dirty="0">
                <a:solidFill>
                  <a:srgbClr val="242424"/>
                </a:solidFill>
                <a:latin typeface="source-code-pro"/>
              </a:rPr>
              <a:t>) = </a:t>
            </a:r>
            <a:r>
              <a:rPr lang="en-US" altLang="zh-CN" sz="1125" b="1" u="sng" dirty="0">
                <a:solidFill>
                  <a:srgbClr val="C00000"/>
                </a:solidFill>
                <a:latin typeface="source-code-pro"/>
              </a:rPr>
              <a:t>0.33</a:t>
            </a:r>
            <a:endParaRPr lang="zh-CN" altLang="en-US" sz="1125" b="1" u="sng" dirty="0">
              <a:solidFill>
                <a:srgbClr val="C00000"/>
              </a:solidFill>
            </a:endParaRPr>
          </a:p>
        </p:txBody>
      </p:sp>
      <p:sp>
        <p:nvSpPr>
          <p:cNvPr id="13" name="文本框 9">
            <a:extLst>
              <a:ext uri="{FF2B5EF4-FFF2-40B4-BE49-F238E27FC236}">
                <a16:creationId xmlns:a16="http://schemas.microsoft.com/office/drawing/2014/main" id="{82C22CCA-A287-4A87-3BC1-820E04E00A02}"/>
              </a:ext>
            </a:extLst>
          </p:cNvPr>
          <p:cNvSpPr txBox="1"/>
          <p:nvPr/>
        </p:nvSpPr>
        <p:spPr>
          <a:xfrm>
            <a:off x="878171" y="5371767"/>
            <a:ext cx="7387657" cy="957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25" dirty="0">
                <a:solidFill>
                  <a:srgbClr val="836C28"/>
                </a:solidFill>
                <a:latin typeface="source-code-pro"/>
              </a:rPr>
              <a:t>Candidate 1 and Reference 2:</a:t>
            </a:r>
            <a:r>
              <a:rPr lang="en-US" altLang="zh-CN" sz="1125" dirty="0">
                <a:solidFill>
                  <a:srgbClr val="242424"/>
                </a:solidFill>
                <a:latin typeface="source-code-pro"/>
              </a:rPr>
              <a:t> </a:t>
            </a:r>
            <a:r>
              <a:rPr lang="en-US" altLang="zh-CN" sz="1125" b="1" u="sng" dirty="0">
                <a:solidFill>
                  <a:srgbClr val="1C00CF"/>
                </a:solidFill>
                <a:latin typeface="source-code-pro"/>
              </a:rPr>
              <a:t>0</a:t>
            </a:r>
            <a:br>
              <a:rPr lang="en-US" altLang="zh-CN" sz="1125" dirty="0"/>
            </a:br>
            <a:endParaRPr lang="en-US" altLang="zh-CN" sz="1125" dirty="0">
              <a:solidFill>
                <a:srgbClr val="836C28"/>
              </a:solidFill>
              <a:latin typeface="source-code-pro"/>
            </a:endParaRPr>
          </a:p>
          <a:p>
            <a:r>
              <a:rPr lang="en-US" altLang="zh-CN" sz="1125" dirty="0">
                <a:solidFill>
                  <a:srgbClr val="836C28"/>
                </a:solidFill>
                <a:latin typeface="source-code-pro"/>
              </a:rPr>
              <a:t>So we take </a:t>
            </a:r>
            <a:r>
              <a:rPr lang="en-US" altLang="zh-CN" sz="1125" b="1" u="sng" dirty="0">
                <a:solidFill>
                  <a:srgbClr val="C00000"/>
                </a:solidFill>
                <a:latin typeface="source-code-pro"/>
              </a:rPr>
              <a:t>Candiate1 and Reference1 </a:t>
            </a:r>
            <a:r>
              <a:rPr lang="en-US" altLang="zh-CN" sz="1125" dirty="0">
                <a:solidFill>
                  <a:srgbClr val="836C28"/>
                </a:solidFill>
                <a:latin typeface="source-code-pro"/>
              </a:rPr>
              <a:t>for ROUGE</a:t>
            </a:r>
            <a:r>
              <a:rPr lang="en-US" altLang="zh-CN" sz="1125" baseline="-25000" dirty="0">
                <a:solidFill>
                  <a:srgbClr val="836C28"/>
                </a:solidFill>
                <a:latin typeface="source-code-pro"/>
              </a:rPr>
              <a:t>2</a:t>
            </a:r>
            <a:r>
              <a:rPr lang="en-US" altLang="zh-CN" sz="1125" dirty="0">
                <a:solidFill>
                  <a:srgbClr val="836C28"/>
                </a:solidFill>
                <a:latin typeface="source-code-pro"/>
              </a:rPr>
              <a:t>(Cand1, Ref1)</a:t>
            </a:r>
          </a:p>
          <a:p>
            <a:endParaRPr lang="en-US" altLang="zh-CN" sz="1125" b="1" dirty="0">
              <a:solidFill>
                <a:srgbClr val="836C28"/>
              </a:solidFill>
              <a:latin typeface="source-code-pro"/>
            </a:endParaRPr>
          </a:p>
          <a:p>
            <a:r>
              <a:rPr lang="en-US" altLang="zh-CN" sz="1125" b="1" dirty="0">
                <a:solidFill>
                  <a:srgbClr val="C00000"/>
                </a:solidFill>
                <a:latin typeface="source-code-pro"/>
              </a:rPr>
              <a:t>If we have more than one candidates and reference, we repeat the above calculation and take </a:t>
            </a:r>
            <a:r>
              <a:rPr lang="en-US" altLang="zh-CN" sz="1125" b="1" u="sng" dirty="0">
                <a:solidFill>
                  <a:srgbClr val="C00000"/>
                </a:solidFill>
                <a:latin typeface="source-code-pro"/>
              </a:rPr>
              <a:t>average</a:t>
            </a:r>
            <a:r>
              <a:rPr lang="en-US" altLang="zh-CN" sz="1125" b="1" dirty="0">
                <a:solidFill>
                  <a:srgbClr val="C00000"/>
                </a:solidFill>
                <a:latin typeface="source-code-pro"/>
              </a:rPr>
              <a:t> on all the ROUGE</a:t>
            </a:r>
            <a:r>
              <a:rPr lang="en-US" altLang="zh-CN" sz="1125" b="1" baseline="-25000" dirty="0">
                <a:solidFill>
                  <a:srgbClr val="C00000"/>
                </a:solidFill>
                <a:latin typeface="source-code-pro"/>
              </a:rPr>
              <a:t>2 </a:t>
            </a:r>
            <a:r>
              <a:rPr lang="en-US" altLang="zh-CN" sz="1125" b="1" dirty="0">
                <a:solidFill>
                  <a:srgbClr val="C00000"/>
                </a:solidFill>
                <a:latin typeface="source-code-pro"/>
              </a:rPr>
              <a:t> </a:t>
            </a:r>
            <a:endParaRPr lang="zh-CN" altLang="en-US" sz="1125" b="1" dirty="0">
              <a:solidFill>
                <a:srgbClr val="C00000"/>
              </a:solidFill>
            </a:endParaRPr>
          </a:p>
        </p:txBody>
      </p:sp>
      <p:graphicFrame>
        <p:nvGraphicFramePr>
          <p:cNvPr id="14" name="Table 4">
            <a:extLst>
              <a:ext uri="{FF2B5EF4-FFF2-40B4-BE49-F238E27FC236}">
                <a16:creationId xmlns:a16="http://schemas.microsoft.com/office/drawing/2014/main" id="{F64BD65D-2D67-8460-059C-B0B98585D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725224"/>
              </p:ext>
            </p:extLst>
          </p:nvPr>
        </p:nvGraphicFramePr>
        <p:xfrm>
          <a:off x="4840204" y="3094712"/>
          <a:ext cx="4015816" cy="2847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300">
                  <a:extLst>
                    <a:ext uri="{9D8B030D-6E8A-4147-A177-3AD203B41FA5}">
                      <a16:colId xmlns:a16="http://schemas.microsoft.com/office/drawing/2014/main" val="3700620863"/>
                    </a:ext>
                  </a:extLst>
                </a:gridCol>
                <a:gridCol w="1412320">
                  <a:extLst>
                    <a:ext uri="{9D8B030D-6E8A-4147-A177-3AD203B41FA5}">
                      <a16:colId xmlns:a16="http://schemas.microsoft.com/office/drawing/2014/main" val="3291141692"/>
                    </a:ext>
                  </a:extLst>
                </a:gridCol>
                <a:gridCol w="1096804">
                  <a:extLst>
                    <a:ext uri="{9D8B030D-6E8A-4147-A177-3AD203B41FA5}">
                      <a16:colId xmlns:a16="http://schemas.microsoft.com/office/drawing/2014/main" val="1484229678"/>
                    </a:ext>
                  </a:extLst>
                </a:gridCol>
                <a:gridCol w="996392">
                  <a:extLst>
                    <a:ext uri="{9D8B030D-6E8A-4147-A177-3AD203B41FA5}">
                      <a16:colId xmlns:a16="http://schemas.microsoft.com/office/drawing/2014/main" val="158692744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1" kern="1200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Candidate 1 bi-gram</a:t>
                      </a:r>
                      <a:endParaRPr lang="zh-CN" altLang="en-US" sz="1000" b="1" kern="1200" noProof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Ref 1 bi-gram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Ref 2 bi-gram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431068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42424"/>
                          </a:solidFill>
                          <a:effectLst/>
                          <a:uLnTx/>
                          <a:uFillTx/>
                          <a:latin typeface="source-code-pro"/>
                          <a:ea typeface="等线" panose="02010600030101010101" pitchFamily="2" charset="-122"/>
                          <a:cs typeface="+mn-cs"/>
                        </a:rPr>
                        <a:t>Summarization is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Summarization is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Summarization saves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22753742"/>
                  </a:ext>
                </a:extLst>
              </a:tr>
              <a:tr h="2359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42424"/>
                          </a:solidFill>
                          <a:effectLst/>
                          <a:uLnTx/>
                          <a:uFillTx/>
                          <a:latin typeface="source-code-pro"/>
                          <a:ea typeface="+mn-ea"/>
                          <a:cs typeface="+mn-cs"/>
                        </a:rPr>
                        <a:t>Is cool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Is beneficial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saves time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68554297"/>
                  </a:ext>
                </a:extLst>
              </a:tr>
              <a:tr h="2359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beneficial and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81051693"/>
                  </a:ext>
                </a:extLst>
              </a:tr>
              <a:tr h="2359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4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and cool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40697553"/>
                  </a:ext>
                </a:extLst>
              </a:tr>
              <a:tr h="2359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5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84121253"/>
                  </a:ext>
                </a:extLst>
              </a:tr>
              <a:tr h="2359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6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90703338"/>
                  </a:ext>
                </a:extLst>
              </a:tr>
              <a:tr h="2359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7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07954924"/>
                  </a:ext>
                </a:extLst>
              </a:tr>
              <a:tr h="2359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8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83502449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9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56446998"/>
                  </a:ext>
                </a:extLst>
              </a:tr>
              <a:tr h="23590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Count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42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7297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12A27-D070-401F-70E1-E25B2E4A407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 marL="514346" lvl="1" indent="-342900">
              <a:lnSpc>
                <a:spcPct val="120000"/>
              </a:lnSpc>
              <a:spcAft>
                <a:spcPts val="900"/>
              </a:spcAft>
            </a:pPr>
            <a:r>
              <a:rPr lang="en-HK" sz="1800" dirty="0"/>
              <a:t>Candidate (Model output): Summarization is cool</a:t>
            </a:r>
          </a:p>
          <a:p>
            <a:pPr marL="514346" lvl="1" indent="-342900">
              <a:lnSpc>
                <a:spcPct val="120000"/>
              </a:lnSpc>
              <a:spcAft>
                <a:spcPts val="900"/>
              </a:spcAft>
            </a:pPr>
            <a:r>
              <a:rPr lang="en-HK" sz="1800" dirty="0"/>
              <a:t>Reference (True Answer): Summarization is beneficial and cool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BE4263-E308-12EA-67FC-B006422CE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ROUGE-L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B75B04-3364-DF7E-A646-5E732F52D11A}"/>
              </a:ext>
            </a:extLst>
          </p:cNvPr>
          <p:cNvSpPr txBox="1"/>
          <p:nvPr/>
        </p:nvSpPr>
        <p:spPr>
          <a:xfrm>
            <a:off x="929986" y="4270849"/>
            <a:ext cx="4840193" cy="1962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HK" sz="1350" b="1" u="sng" dirty="0">
                <a:solidFill>
                  <a:srgbClr val="242424"/>
                </a:solidFill>
                <a:latin typeface="source-code-pro"/>
              </a:rPr>
              <a:t>R</a:t>
            </a:r>
            <a:r>
              <a:rPr lang="en-HK" sz="1350" dirty="0">
                <a:solidFill>
                  <a:srgbClr val="242424"/>
                </a:solidFill>
                <a:latin typeface="source-code-pro"/>
              </a:rPr>
              <a:t>ecall: </a:t>
            </a:r>
          </a:p>
          <a:p>
            <a:r>
              <a:rPr lang="en-HK" sz="1350" dirty="0">
                <a:solidFill>
                  <a:srgbClr val="242424"/>
                </a:solidFill>
                <a:latin typeface="source-code-pro"/>
              </a:rPr>
              <a:t>Number of words in LCS / Number of words in the reference summary = 3 /5 = 0.6</a:t>
            </a:r>
            <a:br>
              <a:rPr lang="en-HK" sz="1350" dirty="0">
                <a:solidFill>
                  <a:srgbClr val="242424"/>
                </a:solidFill>
                <a:latin typeface="source-code-pro"/>
              </a:rPr>
            </a:br>
            <a:endParaRPr lang="en-HK" sz="1350" dirty="0">
              <a:solidFill>
                <a:srgbClr val="242424"/>
              </a:solidFill>
              <a:latin typeface="source-code-pro"/>
            </a:endParaRPr>
          </a:p>
          <a:p>
            <a:r>
              <a:rPr lang="en-HK" sz="1350" b="1" u="sng" dirty="0">
                <a:solidFill>
                  <a:srgbClr val="242424"/>
                </a:solidFill>
                <a:latin typeface="source-code-pro"/>
              </a:rPr>
              <a:t>P</a:t>
            </a:r>
            <a:r>
              <a:rPr lang="en-HK" sz="1350" dirty="0">
                <a:solidFill>
                  <a:srgbClr val="242424"/>
                </a:solidFill>
                <a:latin typeface="source-code-pro"/>
              </a:rPr>
              <a:t>recision: </a:t>
            </a:r>
          </a:p>
          <a:p>
            <a:r>
              <a:rPr lang="en-HK" sz="1350" dirty="0">
                <a:solidFill>
                  <a:srgbClr val="242424"/>
                </a:solidFill>
                <a:latin typeface="source-code-pro"/>
              </a:rPr>
              <a:t>Number of words in LCS / Number of words in the model output = 3 / 3 = 1</a:t>
            </a:r>
          </a:p>
          <a:p>
            <a:br>
              <a:rPr lang="en-HK" sz="1350" dirty="0"/>
            </a:br>
            <a:r>
              <a:rPr lang="en-HK" sz="1350" dirty="0"/>
              <a:t>ROUGE</a:t>
            </a:r>
            <a:r>
              <a:rPr lang="en-HK" sz="1350" baseline="-25000" dirty="0"/>
              <a:t>L </a:t>
            </a:r>
            <a:r>
              <a:rPr lang="en-HK" sz="1350" dirty="0">
                <a:solidFill>
                  <a:srgbClr val="242424"/>
                </a:solidFill>
                <a:latin typeface="source-code-pro"/>
              </a:rPr>
              <a:t>F1-score = (2 </a:t>
            </a:r>
            <a:r>
              <a:rPr lang="en-HK" sz="1350" i="1" dirty="0">
                <a:solidFill>
                  <a:srgbClr val="242424"/>
                </a:solidFill>
                <a:latin typeface="source-code-pro"/>
              </a:rPr>
              <a:t>* 0.6 *</a:t>
            </a:r>
            <a:r>
              <a:rPr lang="en-HK" sz="1350" dirty="0">
                <a:solidFill>
                  <a:srgbClr val="242424"/>
                </a:solidFill>
                <a:latin typeface="source-code-pro"/>
              </a:rPr>
              <a:t> 1) / (1 + 0.6) ≈ </a:t>
            </a:r>
            <a:r>
              <a:rPr lang="en-HK" sz="1350" b="1" dirty="0">
                <a:solidFill>
                  <a:srgbClr val="C00000"/>
                </a:solidFill>
                <a:latin typeface="source-code-pro"/>
              </a:rPr>
              <a:t>0.75</a:t>
            </a:r>
            <a:endParaRPr lang="en-US" sz="135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FC0AF05C-F9D1-C1B0-2874-A3DE0E47D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059426"/>
              </p:ext>
            </p:extLst>
          </p:nvPr>
        </p:nvGraphicFramePr>
        <p:xfrm>
          <a:off x="5770179" y="2697591"/>
          <a:ext cx="3006817" cy="2583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587">
                  <a:extLst>
                    <a:ext uri="{9D8B030D-6E8A-4147-A177-3AD203B41FA5}">
                      <a16:colId xmlns:a16="http://schemas.microsoft.com/office/drawing/2014/main" val="3700620863"/>
                    </a:ext>
                  </a:extLst>
                </a:gridCol>
                <a:gridCol w="1382547">
                  <a:extLst>
                    <a:ext uri="{9D8B030D-6E8A-4147-A177-3AD203B41FA5}">
                      <a16:colId xmlns:a16="http://schemas.microsoft.com/office/drawing/2014/main" val="3291141692"/>
                    </a:ext>
                  </a:extLst>
                </a:gridCol>
                <a:gridCol w="1073683">
                  <a:extLst>
                    <a:ext uri="{9D8B030D-6E8A-4147-A177-3AD203B41FA5}">
                      <a16:colId xmlns:a16="http://schemas.microsoft.com/office/drawing/2014/main" val="148422967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1" kern="1200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Candidate 1 1gram</a:t>
                      </a:r>
                      <a:endParaRPr lang="zh-CN" altLang="en-US" sz="1000" b="1" kern="1200" noProof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Ref 1</a:t>
                      </a:r>
                    </a:p>
                    <a:p>
                      <a:r>
                        <a:rPr lang="en-US" sz="1000" dirty="0"/>
                        <a:t>1gram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43106801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1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source-code-pro"/>
                          <a:ea typeface="等线" panose="02010600030101010101" pitchFamily="2" charset="-122"/>
                          <a:cs typeface="+mn-cs"/>
                        </a:rPr>
                        <a:t>Summarization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C00000"/>
                          </a:solidFill>
                        </a:rPr>
                        <a:t>Summarization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222753742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source-code-pro"/>
                          <a:ea typeface="+mn-ea"/>
                          <a:cs typeface="+mn-cs"/>
                        </a:rPr>
                        <a:t>is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C00000"/>
                          </a:solidFill>
                        </a:rPr>
                        <a:t>Is 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68554297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3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uLnTx/>
                          <a:uFillTx/>
                          <a:latin typeface="source-code-pro"/>
                          <a:ea typeface="等线" panose="02010600030101010101" pitchFamily="2" charset="-122"/>
                          <a:cs typeface="+mn-cs"/>
                        </a:rPr>
                        <a:t>cool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beneficial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81051693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4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and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40697553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5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C00000"/>
                          </a:solidFill>
                        </a:rPr>
                        <a:t>cool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184121253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6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90703338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7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07954924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8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83502449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9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456446998"/>
                  </a:ext>
                </a:extLst>
              </a:tr>
              <a:tr h="2171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Count</a:t>
                      </a:r>
                      <a:endParaRPr kumimoji="0" lang="zh-CN" alt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24208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6B311A0F-56C9-70D1-47F8-76A325FCC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87" y="2569014"/>
            <a:ext cx="1639491" cy="9152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22020A-0DE9-590C-7EA8-895891A0E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133" y="3644106"/>
            <a:ext cx="1947947" cy="42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665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6937D-6DC8-A3A4-0391-53108196A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1A81004-EECE-7E08-2A9B-EC780BEFFA0E}"/>
              </a:ext>
            </a:extLst>
          </p:cNvPr>
          <p:cNvSpPr txBox="1"/>
          <p:nvPr/>
        </p:nvSpPr>
        <p:spPr>
          <a:xfrm>
            <a:off x="4572000" y="3012544"/>
            <a:ext cx="3898380" cy="83291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pPr defTabSz="685783">
              <a:spcBef>
                <a:spcPct val="0"/>
              </a:spcBef>
              <a:spcAft>
                <a:spcPts val="600"/>
              </a:spcAft>
            </a:pPr>
            <a:r>
              <a:rPr lang="en-US" altLang="ko-KR" sz="3600" b="1" kern="1200" dirty="0">
                <a:solidFill>
                  <a:schemeClr val="accent3"/>
                </a:solidFill>
                <a:latin typeface="+mn-lt"/>
                <a:ea typeface="+mj-ea"/>
                <a:cs typeface="+mj-cs"/>
              </a:rPr>
              <a:t>Any Questions? 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67AB79-6593-33A4-E187-6EA97C879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19" y="1373479"/>
            <a:ext cx="4325112" cy="43251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96116464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 tutorial">
  <a:themeElements>
    <a:clrScheme name="Custom 27">
      <a:dk1>
        <a:srgbClr val="000000"/>
      </a:dk1>
      <a:lt1>
        <a:srgbClr val="FFFFFF"/>
      </a:lt1>
      <a:dk2>
        <a:srgbClr val="005F73"/>
      </a:dk2>
      <a:lt2>
        <a:srgbClr val="E7E6E6"/>
      </a:lt2>
      <a:accent1>
        <a:srgbClr val="6A205F"/>
      </a:accent1>
      <a:accent2>
        <a:srgbClr val="C74F66"/>
      </a:accent2>
      <a:accent3>
        <a:srgbClr val="C40C67"/>
      </a:accent3>
      <a:accent4>
        <a:srgbClr val="FF7675"/>
      </a:accent4>
      <a:accent5>
        <a:srgbClr val="0696D0"/>
      </a:accent5>
      <a:accent6>
        <a:srgbClr val="360070"/>
      </a:accent6>
      <a:hlink>
        <a:srgbClr val="0563C1"/>
      </a:hlink>
      <a:folHlink>
        <a:srgbClr val="954F72"/>
      </a:folHlink>
    </a:clrScheme>
    <a:fontScheme name="Custom 92">
      <a:majorFont>
        <a:latin typeface="Segoe UI Semibold"/>
        <a:ea typeface=""/>
        <a:cs typeface=""/>
      </a:majorFont>
      <a:minorFont>
        <a:latin typeface="Segoe UI 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eling overwhelmed _Win32_CP_v13" id="{1F8CD036-E430-4435-85C3-9C882E43A90C}" vid="{161A3489-A5CE-4E5E-8AA9-B92631102B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DD100F2-74DD-462C-BBFE-2504278ADF72}">
  <ds:schemaRefs>
    <ds:schemaRef ds:uri="http://www.w3.org/XML/1998/namespace"/>
    <ds:schemaRef ds:uri="http://purl.org/dc/terms/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16c05727-aa75-4e4a-9b5f-8a80a1165891"/>
    <ds:schemaRef ds:uri="http://purl.org/dc/elements/1.1/"/>
    <ds:schemaRef ds:uri="http://schemas.microsoft.com/office/2006/metadata/properties"/>
    <ds:schemaRef ds:uri="230e9df3-be65-4c73-a93b-d1236ebd677e"/>
    <ds:schemaRef ds:uri="71af3243-3dd4-4a8d-8c0d-dd76da1f02a5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57D4A114-614A-4F21-A975-61444CD3CFA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3CF614-6894-4A97-80E5-9F658EA3AF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52724</TotalTime>
  <Words>704</Words>
  <Application>Microsoft Macintosh PowerPoint</Application>
  <PresentationFormat>On-screen Show (4:3)</PresentationFormat>
  <Paragraphs>130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等线</vt:lpstr>
      <vt:lpstr>Segoe UI </vt:lpstr>
      <vt:lpstr>source-code-pro</vt:lpstr>
      <vt:lpstr>source-serif-pro</vt:lpstr>
      <vt:lpstr>Arial</vt:lpstr>
      <vt:lpstr>Calibri</vt:lpstr>
      <vt:lpstr>Courier New</vt:lpstr>
      <vt:lpstr>powerpoint tutorial</vt:lpstr>
      <vt:lpstr>PowerPoint Presentation</vt:lpstr>
      <vt:lpstr>ROUGE (Recall-Oriented Understudy for Gisting Evaluation) Score</vt:lpstr>
      <vt:lpstr>ROUGE (Recall-Oriented Understudy for Gisting Evaluation) Score</vt:lpstr>
      <vt:lpstr>ROUGE (Recall-Oriented Understudy for Gisting Evaluation) Score</vt:lpstr>
      <vt:lpstr>ROUGE-N (N=1)</vt:lpstr>
      <vt:lpstr>ROUGE-N (N=2)</vt:lpstr>
      <vt:lpstr>ROUGE-L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Feeling overwhelmed</dc:title>
  <dc:creator/>
  <cp:lastModifiedBy>FONG, Chi Kit Ken [DSAI]</cp:lastModifiedBy>
  <cp:revision>88</cp:revision>
  <dcterms:created xsi:type="dcterms:W3CDTF">2022-08-24T19:45:33Z</dcterms:created>
  <dcterms:modified xsi:type="dcterms:W3CDTF">2026-03-03T03:17:30Z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