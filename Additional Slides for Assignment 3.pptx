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1938" r:id="rId5"/>
    <p:sldId id="1095" r:id="rId6"/>
    <p:sldId id="1096" r:id="rId7"/>
    <p:sldId id="10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 and Big Data" id="{0BB4C471-A6B6-F449-9EF0-07CA812E16AB}">
          <p14:sldIdLst>
            <p14:sldId id="1938"/>
            <p14:sldId id="1095"/>
            <p14:sldId id="1096"/>
            <p14:sldId id="10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C67"/>
    <a:srgbClr val="C74F66"/>
    <a:srgbClr val="C1F2AB"/>
    <a:srgbClr val="F4DCE0"/>
    <a:srgbClr val="6A205F"/>
    <a:srgbClr val="8FFAAA"/>
    <a:srgbClr val="810000"/>
    <a:srgbClr val="FFD6D5"/>
    <a:srgbClr val="C7FFE9"/>
    <a:srgbClr val="FCC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8087-0749-424F-ACA1-EC4C8102B5B2}" v="9" dt="2026-03-31T06:56:48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830" autoAdjust="0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Chi Kit Ken [DSAI]" userId="960785e9-9efa-43e3-981a-c495c07125dc" providerId="ADAL" clId="{0ACE0F11-CA0F-5A84-BFCB-F7A5E414E4DA}"/>
    <pc:docChg chg="undo redo custSel addSld delSld modSld sldOrd modMainMaster addSection delSection modSection">
      <pc:chgData name="FONG, Chi Kit Ken [DSAI]" userId="960785e9-9efa-43e3-981a-c495c07125dc" providerId="ADAL" clId="{0ACE0F11-CA0F-5A84-BFCB-F7A5E414E4DA}" dt="2026-03-31T06:56:53.961" v="44402" actId="1076"/>
      <pc:docMkLst>
        <pc:docMk/>
      </pc:docMkLst>
      <pc:sldChg chg="delSp modSp add mod modClrScheme chgLayout">
        <pc:chgData name="FONG, Chi Kit Ken [DSAI]" userId="960785e9-9efa-43e3-981a-c495c07125dc" providerId="ADAL" clId="{0ACE0F11-CA0F-5A84-BFCB-F7A5E414E4DA}" dt="2026-03-31T06:50:40.767" v="44373" actId="478"/>
        <pc:sldMkLst>
          <pc:docMk/>
          <pc:sldMk cId="2119552154" sldId="1095"/>
        </pc:sldMkLst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2119552154" sldId="1095"/>
            <ac:spMk id="2" creationId="{18E93470-4868-AB9B-837D-1ABB091B5BA2}"/>
          </ac:spMkLst>
        </pc:spChg>
        <pc:spChg chg="del mod ord">
          <ac:chgData name="FONG, Chi Kit Ken [DSAI]" userId="960785e9-9efa-43e3-981a-c495c07125dc" providerId="ADAL" clId="{0ACE0F11-CA0F-5A84-BFCB-F7A5E414E4DA}" dt="2026-03-31T06:50:40.767" v="44373" actId="478"/>
          <ac:spMkLst>
            <pc:docMk/>
            <pc:sldMk cId="2119552154" sldId="1095"/>
            <ac:spMk id="3" creationId="{45382CBE-D8B3-C41B-ECD6-F3AD43467F52}"/>
          </ac:spMkLst>
        </pc:spChg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2119552154" sldId="1095"/>
            <ac:spMk id="4" creationId="{9C9B9926-AA39-B22C-E567-1D33AF5F2BC4}"/>
          </ac:spMkLst>
        </pc:spChg>
        <pc:spChg chg="mod">
          <ac:chgData name="FONG, Chi Kit Ken [DSAI]" userId="960785e9-9efa-43e3-981a-c495c07125dc" providerId="ADAL" clId="{0ACE0F11-CA0F-5A84-BFCB-F7A5E414E4DA}" dt="2026-03-31T06:50:38.915" v="44372" actId="1076"/>
          <ac:spMkLst>
            <pc:docMk/>
            <pc:sldMk cId="2119552154" sldId="1095"/>
            <ac:spMk id="7" creationId="{3580E0D9-7999-D75D-D79A-982C4BC8CC5E}"/>
          </ac:spMkLst>
        </pc:spChg>
        <pc:picChg chg="mod">
          <ac:chgData name="FONG, Chi Kit Ken [DSAI]" userId="960785e9-9efa-43e3-981a-c495c07125dc" providerId="ADAL" clId="{0ACE0F11-CA0F-5A84-BFCB-F7A5E414E4DA}" dt="2026-03-31T06:50:31.014" v="44370"/>
          <ac:picMkLst>
            <pc:docMk/>
            <pc:sldMk cId="2119552154" sldId="1095"/>
            <ac:picMk id="5" creationId="{FC4CDF8F-66DB-EA3F-4662-EF0C1EE3B2B7}"/>
          </ac:picMkLst>
        </pc:picChg>
        <pc:picChg chg="mod">
          <ac:chgData name="FONG, Chi Kit Ken [DSAI]" userId="960785e9-9efa-43e3-981a-c495c07125dc" providerId="ADAL" clId="{0ACE0F11-CA0F-5A84-BFCB-F7A5E414E4DA}" dt="2026-03-31T06:50:38.915" v="44372" actId="1076"/>
          <ac:picMkLst>
            <pc:docMk/>
            <pc:sldMk cId="2119552154" sldId="1095"/>
            <ac:picMk id="8" creationId="{5C904D1C-75B0-4EE8-CB8B-2D5FD4AF681A}"/>
          </ac:picMkLst>
        </pc:picChg>
      </pc:sldChg>
      <pc:sldChg chg="modSp add mod modClrScheme chgLayout">
        <pc:chgData name="FONG, Chi Kit Ken [DSAI]" userId="960785e9-9efa-43e3-981a-c495c07125dc" providerId="ADAL" clId="{0ACE0F11-CA0F-5A84-BFCB-F7A5E414E4DA}" dt="2026-03-31T06:50:48.959" v="44375" actId="1076"/>
        <pc:sldMkLst>
          <pc:docMk/>
          <pc:sldMk cId="1073822291" sldId="1096"/>
        </pc:sldMkLst>
        <pc:spChg chg="mod ord">
          <ac:chgData name="FONG, Chi Kit Ken [DSAI]" userId="960785e9-9efa-43e3-981a-c495c07125dc" providerId="ADAL" clId="{0ACE0F11-CA0F-5A84-BFCB-F7A5E414E4DA}" dt="2026-03-31T06:50:47.029" v="44374" actId="404"/>
          <ac:spMkLst>
            <pc:docMk/>
            <pc:sldMk cId="1073822291" sldId="1096"/>
            <ac:spMk id="2" creationId="{235BE808-F5AF-495A-E151-EC709153EFAB}"/>
          </ac:spMkLst>
        </pc:spChg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1073822291" sldId="1096"/>
            <ac:spMk id="3" creationId="{7D49CCEA-2A8D-1F9D-9504-D01481932821}"/>
          </ac:spMkLst>
        </pc:spChg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1073822291" sldId="1096"/>
            <ac:spMk id="8" creationId="{649DC68F-088B-3831-CEBB-235DE4684F70}"/>
          </ac:spMkLst>
        </pc:spChg>
        <pc:picChg chg="mod">
          <ac:chgData name="FONG, Chi Kit Ken [DSAI]" userId="960785e9-9efa-43e3-981a-c495c07125dc" providerId="ADAL" clId="{0ACE0F11-CA0F-5A84-BFCB-F7A5E414E4DA}" dt="2026-03-31T06:50:48.959" v="44375" actId="1076"/>
          <ac:picMkLst>
            <pc:docMk/>
            <pc:sldMk cId="1073822291" sldId="1096"/>
            <ac:picMk id="5" creationId="{CFB57412-D7E0-99F7-5C79-2E2BAA02C3B9}"/>
          </ac:picMkLst>
        </pc:picChg>
      </pc:sldChg>
      <pc:sldChg chg="delSp modSp add mod modClrScheme chgLayout">
        <pc:chgData name="FONG, Chi Kit Ken [DSAI]" userId="960785e9-9efa-43e3-981a-c495c07125dc" providerId="ADAL" clId="{0ACE0F11-CA0F-5A84-BFCB-F7A5E414E4DA}" dt="2026-03-31T06:53:04.195" v="44397" actId="1037"/>
        <pc:sldMkLst>
          <pc:docMk/>
          <pc:sldMk cId="661877691" sldId="1097"/>
        </pc:sldMkLst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661877691" sldId="1097"/>
            <ac:spMk id="2" creationId="{6C5C8B05-A03D-F093-4AC5-586E4D13FB11}"/>
          </ac:spMkLst>
        </pc:spChg>
        <pc:spChg chg="del mod ord">
          <ac:chgData name="FONG, Chi Kit Ken [DSAI]" userId="960785e9-9efa-43e3-981a-c495c07125dc" providerId="ADAL" clId="{0ACE0F11-CA0F-5A84-BFCB-F7A5E414E4DA}" dt="2026-03-31T06:51:38.695" v="44380" actId="478"/>
          <ac:spMkLst>
            <pc:docMk/>
            <pc:sldMk cId="661877691" sldId="1097"/>
            <ac:spMk id="3" creationId="{2A9AC2B5-D519-D6A8-C801-8506E955A2CC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2" creationId="{5469768E-3781-39DF-6247-87CAA1EC8542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3" creationId="{394D45C7-CDEC-1728-A9FB-E6620375D1E0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4" creationId="{58F98F20-F787-6936-3BC4-9C38A780CC6B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5" creationId="{1AE94770-5642-D9CC-C283-20035F634D2D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6" creationId="{5B418062-7FFD-75F9-DB5E-40D4F9BB3F61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7" creationId="{9E80E172-BA24-C8CE-48FC-9FC8DCE2AE47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18" creationId="{66C69506-0C8B-4870-0306-C12048204159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21" creationId="{FAE0D31B-045F-0CFD-63A4-F75CD8F9E3B5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23" creationId="{7DDBEBC8-9D17-4A58-74CA-89C7FF8C5E60}"/>
          </ac:spMkLst>
        </pc:spChg>
        <pc:spChg chg="mod">
          <ac:chgData name="FONG, Chi Kit Ken [DSAI]" userId="960785e9-9efa-43e3-981a-c495c07125dc" providerId="ADAL" clId="{0ACE0F11-CA0F-5A84-BFCB-F7A5E414E4DA}" dt="2026-03-31T06:53:04.195" v="44397" actId="1037"/>
          <ac:spMkLst>
            <pc:docMk/>
            <pc:sldMk cId="661877691" sldId="1097"/>
            <ac:spMk id="26" creationId="{4828033D-C3F5-2615-7A4E-F2F06A945215}"/>
          </ac:spMkLst>
        </pc:spChg>
        <pc:spChg chg="mod">
          <ac:chgData name="FONG, Chi Kit Ken [DSAI]" userId="960785e9-9efa-43e3-981a-c495c07125dc" providerId="ADAL" clId="{0ACE0F11-CA0F-5A84-BFCB-F7A5E414E4DA}" dt="2026-03-31T06:52:56.286" v="44387" actId="1076"/>
          <ac:spMkLst>
            <pc:docMk/>
            <pc:sldMk cId="661877691" sldId="1097"/>
            <ac:spMk id="29" creationId="{03C1CDE7-8556-29CA-6B1A-7B3ABD4A7E90}"/>
          </ac:spMkLst>
        </pc:spChg>
        <pc:spChg chg="mod">
          <ac:chgData name="FONG, Chi Kit Ken [DSAI]" userId="960785e9-9efa-43e3-981a-c495c07125dc" providerId="ADAL" clId="{0ACE0F11-CA0F-5A84-BFCB-F7A5E414E4DA}" dt="2026-03-31T06:52:56.286" v="44387" actId="1076"/>
          <ac:spMkLst>
            <pc:docMk/>
            <pc:sldMk cId="661877691" sldId="1097"/>
            <ac:spMk id="30" creationId="{0D1A35FA-ED60-83E2-3E5C-07FB13A6822D}"/>
          </ac:spMkLst>
        </pc:spChg>
        <pc:spChg chg="mod ord">
          <ac:chgData name="FONG, Chi Kit Ken [DSAI]" userId="960785e9-9efa-43e3-981a-c495c07125dc" providerId="ADAL" clId="{0ACE0F11-CA0F-5A84-BFCB-F7A5E414E4DA}" dt="2026-03-31T06:48:30.223" v="44362" actId="700"/>
          <ac:spMkLst>
            <pc:docMk/>
            <pc:sldMk cId="661877691" sldId="1097"/>
            <ac:spMk id="31" creationId="{7F45136A-0679-E41F-B5F4-245807483E1D}"/>
          </ac:spMkLst>
        </pc:spChg>
        <pc:picChg chg="mod">
          <ac:chgData name="FONG, Chi Kit Ken [DSAI]" userId="960785e9-9efa-43e3-981a-c495c07125dc" providerId="ADAL" clId="{0ACE0F11-CA0F-5A84-BFCB-F7A5E414E4DA}" dt="2026-03-31T06:52:40.792" v="44384" actId="1076"/>
          <ac:picMkLst>
            <pc:docMk/>
            <pc:sldMk cId="661877691" sldId="1097"/>
            <ac:picMk id="10" creationId="{2E056D9F-61C1-DD83-A1F6-691CAC8A33E2}"/>
          </ac:picMkLst>
        </pc:picChg>
      </pc:sldChg>
      <pc:sldChg chg="addSp delSp modSp mod">
        <pc:chgData name="FONG, Chi Kit Ken [DSAI]" userId="960785e9-9efa-43e3-981a-c495c07125dc" providerId="ADAL" clId="{0ACE0F11-CA0F-5A84-BFCB-F7A5E414E4DA}" dt="2026-03-31T06:56:53.961" v="44402" actId="1076"/>
        <pc:sldMkLst>
          <pc:docMk/>
          <pc:sldMk cId="2159875524" sldId="1938"/>
        </pc:sldMkLst>
        <pc:spChg chg="mod">
          <ac:chgData name="FONG, Chi Kit Ken [DSAI]" userId="960785e9-9efa-43e3-981a-c495c07125dc" providerId="ADAL" clId="{0ACE0F11-CA0F-5A84-BFCB-F7A5E414E4DA}" dt="2026-03-31T06:46:22.457" v="44360" actId="20577"/>
          <ac:spMkLst>
            <pc:docMk/>
            <pc:sldMk cId="2159875524" sldId="1938"/>
            <ac:spMk id="18" creationId="{57D62F16-F75C-6B98-2080-BECC2DE82C16}"/>
          </ac:spMkLst>
        </pc:spChg>
        <pc:picChg chg="del">
          <ac:chgData name="FONG, Chi Kit Ken [DSAI]" userId="960785e9-9efa-43e3-981a-c495c07125dc" providerId="ADAL" clId="{0ACE0F11-CA0F-5A84-BFCB-F7A5E414E4DA}" dt="2026-03-31T06:46:15.225" v="44335" actId="478"/>
          <ac:picMkLst>
            <pc:docMk/>
            <pc:sldMk cId="2159875524" sldId="1938"/>
            <ac:picMk id="2" creationId="{39A24D00-267B-0F51-6414-9A2F5682299E}"/>
          </ac:picMkLst>
        </pc:picChg>
        <pc:picChg chg="add mod">
          <ac:chgData name="FONG, Chi Kit Ken [DSAI]" userId="960785e9-9efa-43e3-981a-c495c07125dc" providerId="ADAL" clId="{0ACE0F11-CA0F-5A84-BFCB-F7A5E414E4DA}" dt="2026-03-31T06:56:53.961" v="44402" actId="1076"/>
          <ac:picMkLst>
            <pc:docMk/>
            <pc:sldMk cId="2159875524" sldId="1938"/>
            <ac:picMk id="3" creationId="{832877CF-0569-C7C4-9B9C-01558DF9FFB6}"/>
          </ac:picMkLst>
        </pc:picChg>
      </pc:sldChg>
      <pc:sldChg chg="del">
        <pc:chgData name="FONG, Chi Kit Ken [DSAI]" userId="960785e9-9efa-43e3-981a-c495c07125dc" providerId="ADAL" clId="{0ACE0F11-CA0F-5A84-BFCB-F7A5E414E4DA}" dt="2026-03-31T06:46:12.680" v="44334" actId="2696"/>
        <pc:sldMkLst>
          <pc:docMk/>
          <pc:sldMk cId="3396116464" sldId="2000"/>
        </pc:sldMkLst>
      </pc:sldChg>
      <pc:sldChg chg="addSp delSp modSp del mod modAnim">
        <pc:chgData name="FONG, Chi Kit Ken [DSAI]" userId="960785e9-9efa-43e3-981a-c495c07125dc" providerId="ADAL" clId="{0ACE0F11-CA0F-5A84-BFCB-F7A5E414E4DA}" dt="2026-03-31T06:46:11.671" v="44326" actId="2696"/>
        <pc:sldMkLst>
          <pc:docMk/>
          <pc:sldMk cId="2784091225" sldId="2243"/>
        </pc:sldMkLst>
      </pc:sldChg>
      <pc:sldChg chg="addSp delSp modSp new del mod">
        <pc:chgData name="FONG, Chi Kit Ken [DSAI]" userId="960785e9-9efa-43e3-981a-c495c07125dc" providerId="ADAL" clId="{0ACE0F11-CA0F-5A84-BFCB-F7A5E414E4DA}" dt="2026-03-31T06:46:11.763" v="44328" actId="2696"/>
        <pc:sldMkLst>
          <pc:docMk/>
          <pc:sldMk cId="3329343317" sldId="2244"/>
        </pc:sldMkLst>
      </pc:sldChg>
      <pc:sldChg chg="modSp del mod">
        <pc:chgData name="FONG, Chi Kit Ken [DSAI]" userId="960785e9-9efa-43e3-981a-c495c07125dc" providerId="ADAL" clId="{0ACE0F11-CA0F-5A84-BFCB-F7A5E414E4DA}" dt="2026-03-31T06:46:11.834" v="44332" actId="2696"/>
        <pc:sldMkLst>
          <pc:docMk/>
          <pc:sldMk cId="4217913762" sldId="2246"/>
        </pc:sldMkLst>
      </pc:sldChg>
      <pc:sldChg chg="addSp delSp modSp new del mod modAnim">
        <pc:chgData name="FONG, Chi Kit Ken [DSAI]" userId="960785e9-9efa-43e3-981a-c495c07125dc" providerId="ADAL" clId="{0ACE0F11-CA0F-5A84-BFCB-F7A5E414E4DA}" dt="2026-03-31T06:46:11.833" v="44331" actId="2696"/>
        <pc:sldMkLst>
          <pc:docMk/>
          <pc:sldMk cId="887952441" sldId="2249"/>
        </pc:sldMkLst>
      </pc:sldChg>
      <pc:sldChg chg="addSp delSp modSp new del mod">
        <pc:chgData name="FONG, Chi Kit Ken [DSAI]" userId="960785e9-9efa-43e3-981a-c495c07125dc" providerId="ADAL" clId="{0ACE0F11-CA0F-5A84-BFCB-F7A5E414E4DA}" dt="2026-03-31T06:46:11.740" v="44327" actId="2696"/>
        <pc:sldMkLst>
          <pc:docMk/>
          <pc:sldMk cId="2227461738" sldId="2251"/>
        </pc:sldMkLst>
      </pc:sldChg>
      <pc:sldChg chg="addSp modSp new del mod">
        <pc:chgData name="FONG, Chi Kit Ken [DSAI]" userId="960785e9-9efa-43e3-981a-c495c07125dc" providerId="ADAL" clId="{0ACE0F11-CA0F-5A84-BFCB-F7A5E414E4DA}" dt="2026-03-31T06:46:11.837" v="44333" actId="2696"/>
        <pc:sldMkLst>
          <pc:docMk/>
          <pc:sldMk cId="1620616342" sldId="2253"/>
        </pc:sldMkLst>
      </pc:sldChg>
      <pc:sldChg chg="addSp delSp modSp new del mod addAnim delAnim modAnim">
        <pc:chgData name="FONG, Chi Kit Ken [DSAI]" userId="960785e9-9efa-43e3-981a-c495c07125dc" providerId="ADAL" clId="{0ACE0F11-CA0F-5A84-BFCB-F7A5E414E4DA}" dt="2026-03-31T06:46:11.776" v="44329" actId="2696"/>
        <pc:sldMkLst>
          <pc:docMk/>
          <pc:sldMk cId="1554526107" sldId="2254"/>
        </pc:sldMkLst>
      </pc:sldChg>
      <pc:sldChg chg="modSp new del mod">
        <pc:chgData name="FONG, Chi Kit Ken [DSAI]" userId="960785e9-9efa-43e3-981a-c495c07125dc" providerId="ADAL" clId="{0ACE0F11-CA0F-5A84-BFCB-F7A5E414E4DA}" dt="2026-03-31T06:46:11.813" v="44330" actId="2696"/>
        <pc:sldMkLst>
          <pc:docMk/>
          <pc:sldMk cId="3283651349" sldId="22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5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557" y="2169539"/>
            <a:ext cx="3898380" cy="176479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8342" y="3934331"/>
            <a:ext cx="3899755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20E0A-9F3C-2B74-DA11-E0251E5A0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35846" y="131856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549B0E-9133-3CD2-5A20-A4BD09614750}"/>
              </a:ext>
            </a:extLst>
          </p:cNvPr>
          <p:cNvGrpSpPr/>
          <p:nvPr userDrawn="1"/>
        </p:nvGrpSpPr>
        <p:grpSpPr>
          <a:xfrm>
            <a:off x="201176" y="1586844"/>
            <a:ext cx="3898381" cy="3898381"/>
            <a:chOff x="492349" y="822706"/>
            <a:chExt cx="5439251" cy="543925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4AEFBC-64F2-936B-DCB9-CC545B781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2349" y="822706"/>
              <a:ext cx="5439251" cy="5439251"/>
            </a:xfrm>
            <a:prstGeom prst="ellips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C3D3B6-D949-DCE6-1749-76AA5DC67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38840" y="5012346"/>
              <a:ext cx="837679" cy="837678"/>
            </a:xfrm>
            <a:prstGeom prst="ellipse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</p:grpSp>
      <p:sp>
        <p:nvSpPr>
          <p:cNvPr id="10" name="Freeform 12">
            <a:extLst>
              <a:ext uri="{FF2B5EF4-FFF2-40B4-BE49-F238E27FC236}">
                <a16:creationId xmlns:a16="http://schemas.microsoft.com/office/drawing/2014/main" id="{A759B287-7ACD-CCB9-A26D-28CA3AE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90481" y="0"/>
            <a:ext cx="1499067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EC075E2-093A-4845-BDC4-BD2FAA7A5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319" y="1373479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University Identity | The Hong Kong Polytechnic University">
            <a:extLst>
              <a:ext uri="{FF2B5EF4-FFF2-40B4-BE49-F238E27FC236}">
                <a16:creationId xmlns:a16="http://schemas.microsoft.com/office/drawing/2014/main" id="{1BBBEAE2-6B0F-71DF-4FC2-46AD2FF683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5BEC9516-95B6-310C-2652-36F601491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3795" y="6187712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Picture 8" descr="University Identity | The Hong Kong Polytechnic University">
            <a:extLst>
              <a:ext uri="{FF2B5EF4-FFF2-40B4-BE49-F238E27FC236}">
                <a16:creationId xmlns:a16="http://schemas.microsoft.com/office/drawing/2014/main" id="{16662D3D-8A33-0441-1D94-CF99B5175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4558683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91ACBD-101E-31FD-DE75-0AF48A2BA2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7"/>
            <a:ext cx="8367942" cy="451951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2400"/>
            </a:lvl1pPr>
            <a:lvl2pPr marL="171446" indent="-1714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41" indent="-285750">
              <a:lnSpc>
                <a:spcPct val="100000"/>
              </a:lnSpc>
              <a:spcBef>
                <a:spcPts val="0"/>
              </a:spcBef>
              <a:buClr>
                <a:srgbClr val="FF9300"/>
              </a:buClr>
              <a:buFont typeface="Courier New" panose="02070309020205020404" pitchFamily="49" charset="0"/>
              <a:buChar char="o"/>
              <a:defRPr sz="1400"/>
            </a:lvl3pPr>
            <a:lvl4pPr marL="857228" indent="-171446">
              <a:lnSpc>
                <a:spcPct val="100000"/>
              </a:lnSpc>
              <a:spcBef>
                <a:spcPts val="0"/>
              </a:spcBef>
              <a:buClr>
                <a:schemeClr val="accent5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  <a:defRPr sz="1200"/>
            </a:lvl4pPr>
            <a:lvl5pPr marL="1200120" indent="-171446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050"/>
            </a:lvl5pPr>
          </a:lstStyle>
          <a:p>
            <a:pPr marL="514346" lvl="1" indent="-342900" algn="l" defTabSz="685783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D27AD0B-B30D-9C63-5F05-0190AE98D23A}"/>
              </a:ext>
            </a:extLst>
          </p:cNvPr>
          <p:cNvSpPr txBox="1">
            <a:spLocks/>
          </p:cNvSpPr>
          <p:nvPr userDrawn="1"/>
        </p:nvSpPr>
        <p:spPr>
          <a:xfrm>
            <a:off x="8413794" y="6205632"/>
            <a:ext cx="389833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BC2EDA-D519-4F34-BF3F-BFFF500F4B03}" type="slidenum">
              <a:rPr lang="en-US" sz="1000" b="1" smtClean="0"/>
              <a:pPr algn="ctr"/>
              <a:t>‹#›</a:t>
            </a:fld>
            <a:endParaRPr lang="en-US" sz="10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961887F-914C-4E0C-4C2E-7F9AAAEF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367943" cy="761478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10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92D540-E480-EF1B-28D4-D98C5FF63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1065237"/>
            <a:ext cx="1919240" cy="4939430"/>
          </a:xfrm>
        </p:spPr>
        <p:txBody>
          <a:bodyPr anchor="ctr">
            <a:normAutofit/>
          </a:bodyPr>
          <a:lstStyle>
            <a:lvl1pPr algn="ctr">
              <a:defRPr sz="27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61084-3519-70C6-F9CD-71E046FB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78" y="1065237"/>
            <a:ext cx="5337381" cy="493943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200" kern="1200" cap="all" spc="225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5572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9001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2430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15859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2771192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 descr="University Identity | The Hong Kong Polytechnic University">
            <a:extLst>
              <a:ext uri="{FF2B5EF4-FFF2-40B4-BE49-F238E27FC236}">
                <a16:creationId xmlns:a16="http://schemas.microsoft.com/office/drawing/2014/main" id="{F2274D91-E1A0-3278-C33F-0820FC526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88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80060" y="1847088"/>
            <a:ext cx="5568696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862308" y="3881172"/>
            <a:ext cx="4281692" cy="2981809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1104" y="1953087"/>
            <a:ext cx="742901" cy="802014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360" y="2715768"/>
            <a:ext cx="2523744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rm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59024" y="3432623"/>
            <a:ext cx="2690086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8222" y="1953365"/>
            <a:ext cx="3862271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02" y="6194372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11328" y="-3167"/>
            <a:ext cx="990534" cy="996869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2776" y="2891439"/>
            <a:ext cx="3137660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8098" y="2343183"/>
            <a:ext cx="357576" cy="283048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98" y="2454311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98" y="3222369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98" y="3992637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398" y="4775296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7050" y="3014462"/>
            <a:ext cx="482231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6" y="5988532"/>
            <a:ext cx="2215376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5" y="6069976"/>
            <a:ext cx="382540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729572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8317" y="1377730"/>
            <a:ext cx="2743948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59" y="2"/>
            <a:ext cx="8817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3045" y="4881007"/>
            <a:ext cx="1124299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8344" y="1169293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2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9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090" y="5422968"/>
            <a:ext cx="450734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" y="684942"/>
            <a:ext cx="4304479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656" y="447697"/>
            <a:ext cx="1124299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09295" y="1273862"/>
            <a:ext cx="3862271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6653" y="2000952"/>
            <a:ext cx="2883266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109098" y="1474457"/>
            <a:ext cx="370237" cy="406564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6652" y="1605845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6652" y="2373903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6652" y="3144171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652" y="3926830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652" y="4693042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7504717" y="745203"/>
            <a:ext cx="2384490" cy="894081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710" y="4334114"/>
            <a:ext cx="86208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13997" y="-1533"/>
            <a:ext cx="4638267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7252" y="1067795"/>
            <a:ext cx="476966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222714" y="-9427"/>
            <a:ext cx="1788373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434847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1962" y="378865"/>
            <a:ext cx="610038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6716" y="5909845"/>
            <a:ext cx="298310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4622" y="6126491"/>
            <a:ext cx="3086100" cy="365125"/>
          </a:xfrm>
        </p:spPr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410" y="5671159"/>
            <a:ext cx="1788373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095269" y="6190487"/>
            <a:ext cx="634966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4301" y="4482120"/>
            <a:ext cx="3959702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1217" y="5875583"/>
            <a:ext cx="1124300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2" y="5824456"/>
            <a:ext cx="55128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 hasCustomPrompt="1"/>
          </p:nvPr>
        </p:nvSpPr>
        <p:spPr>
          <a:xfrm>
            <a:off x="893700" y="1831451"/>
            <a:ext cx="7586875" cy="47364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>
            <a:lvl1pPr marL="457189" lvl="0" indent="-34289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 sz="1867">
                <a:solidFill>
                  <a:schemeClr val="dk1"/>
                </a:solidFill>
              </a:defRPr>
            </a:lvl1pPr>
            <a:lvl2pPr marL="914377" lvl="1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○"/>
              <a:defRPr sz="1600">
                <a:solidFill>
                  <a:schemeClr val="dk1"/>
                </a:solidFill>
              </a:defRPr>
            </a:lvl2pPr>
            <a:lvl3pPr marL="1371566" lvl="2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■"/>
              <a:defRPr sz="1600">
                <a:solidFill>
                  <a:schemeClr val="dk1"/>
                </a:solidFill>
              </a:defRPr>
            </a:lvl3pPr>
            <a:lvl4pPr marL="1828754" lvl="3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5943" lvl="4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131" lvl="5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320" lvl="6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509" lvl="7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697" lvl="8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Title 1</a:t>
            </a:r>
          </a:p>
          <a:p>
            <a:pPr lvl="1"/>
            <a:r>
              <a:rPr lang="en-US" dirty="0" err="1"/>
              <a:t>Dafasdfadsf</a:t>
            </a:r>
            <a:endParaRPr lang="en-US" dirty="0"/>
          </a:p>
          <a:p>
            <a:pPr lvl="1"/>
            <a:r>
              <a:rPr lang="en-US" dirty="0" err="1"/>
              <a:t>Asdfasd</a:t>
            </a:r>
            <a:endParaRPr lang="en-US" dirty="0"/>
          </a:p>
          <a:p>
            <a:pPr lvl="2"/>
            <a:r>
              <a:rPr lang="en-US" dirty="0" err="1"/>
              <a:t>dsfa</a:t>
            </a:r>
            <a:endParaRPr lang="en-US" dirty="0"/>
          </a:p>
          <a:p>
            <a:endParaRPr dirty="0"/>
          </a:p>
        </p:txBody>
      </p:sp>
      <p:sp>
        <p:nvSpPr>
          <p:cNvPr id="34" name="Google Shape;34;p5"/>
          <p:cNvSpPr/>
          <p:nvPr/>
        </p:nvSpPr>
        <p:spPr>
          <a:xfrm>
            <a:off x="7356367" y="6755100"/>
            <a:ext cx="8937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5" name="Google Shape;35;p5"/>
          <p:cNvSpPr/>
          <p:nvPr/>
        </p:nvSpPr>
        <p:spPr>
          <a:xfrm>
            <a:off x="8250314" y="6755100"/>
            <a:ext cx="8937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5"/>
          <p:cNvSpPr/>
          <p:nvPr/>
        </p:nvSpPr>
        <p:spPr>
          <a:xfrm>
            <a:off x="2" y="6755100"/>
            <a:ext cx="8937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5"/>
          <p:cNvSpPr/>
          <p:nvPr/>
        </p:nvSpPr>
        <p:spPr>
          <a:xfrm>
            <a:off x="893711" y="6755100"/>
            <a:ext cx="64626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6262577"/>
            <a:ext cx="5487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E563C-F009-2B8B-0AC6-1E72B429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477851"/>
            <a:ext cx="7586873" cy="1143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9263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631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9907-7461-434D-83FC-70EB726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21525-C660-6946-8A5F-6F07F0626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435B3-07EF-0641-91C1-CCD1FF90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CDC1-D783-2047-9C81-86501503983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8B56C-AFCE-774B-830D-EF1BC9CC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4809-0674-6340-854A-10C4E23C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1AFC-A93F-7E4A-8C56-984B079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21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622" y="1435608"/>
            <a:ext cx="3312414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622" y="612649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5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2834" y="6190487"/>
            <a:ext cx="20574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sz="21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Tx/>
        <a:buNone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14337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857228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00120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43012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5903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795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686" indent="-171446" algn="l" defTabSz="685783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17">
            <a:extLst>
              <a:ext uri="{FF2B5EF4-FFF2-40B4-BE49-F238E27FC236}">
                <a16:creationId xmlns:a16="http://schemas.microsoft.com/office/drawing/2014/main" id="{57D62F16-F75C-6B98-2080-BECC2DE82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837" y="3546631"/>
            <a:ext cx="4812505" cy="613952"/>
          </a:xfrm>
        </p:spPr>
        <p:txBody>
          <a:bodyPr>
            <a:noAutofit/>
          </a:bodyPr>
          <a:lstStyle/>
          <a:p>
            <a:r>
              <a:rPr lang="en-US" sz="2800" dirty="0"/>
              <a:t>Assignment 3</a:t>
            </a:r>
            <a:br>
              <a:rPr lang="en-US" sz="2800" dirty="0"/>
            </a:br>
            <a:r>
              <a:rPr lang="en-US" sz="2800" dirty="0"/>
              <a:t>Additional slides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BF59ED5-66B9-83A2-1FC4-283F25C57007}"/>
              </a:ext>
            </a:extLst>
          </p:cNvPr>
          <p:cNvSpPr txBox="1">
            <a:spLocks/>
          </p:cNvSpPr>
          <p:nvPr/>
        </p:nvSpPr>
        <p:spPr>
          <a:xfrm>
            <a:off x="4029837" y="3090334"/>
            <a:ext cx="5038749" cy="6139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685783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HK" sz="2800" dirty="0"/>
              <a:t>DSAI4205 Big Data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2877CF-0569-C7C4-9B9C-01558DF9FF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658" y="2315040"/>
            <a:ext cx="3638423" cy="246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E93470-4868-AB9B-837D-1ABB091B5BA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HK" sz="1600" dirty="0"/>
              <a:t>Want to compute betweenness of paths starting at node !</a:t>
            </a:r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9B9926-AA39-B22C-E567-1D33AF5F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67" dirty="0"/>
              <a:t>How to compute Edge Betweenness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CDF8F-66DB-EA3F-4662-EF0C1EE3B2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340" y="2209800"/>
            <a:ext cx="3183467" cy="243840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580E0D9-7999-D75D-D79A-982C4BC8CC5E}"/>
              </a:ext>
            </a:extLst>
          </p:cNvPr>
          <p:cNvSpPr txBox="1">
            <a:spLocks/>
          </p:cNvSpPr>
          <p:nvPr/>
        </p:nvSpPr>
        <p:spPr>
          <a:xfrm>
            <a:off x="4638933" y="2209800"/>
            <a:ext cx="4288055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57175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02870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371600" marR="0" lvl="3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714500" marR="0" lvl="4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057400" marR="0" lvl="5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40030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743200" marR="0" lvl="7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086100" marR="0" lvl="8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85725" indent="0">
              <a:buNone/>
            </a:pPr>
            <a:r>
              <a:rPr lang="en-HK" sz="1600" dirty="0"/>
              <a:t>Breadth first search starting from A: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04D1C-75B0-4EE8-CB8B-2D5FD4AF68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5059" y="2729654"/>
            <a:ext cx="35560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52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35BE808-F5AF-495A-E151-EC709153EFA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HK" sz="2000" dirty="0">
                    <a:solidFill>
                      <a:srgbClr val="2185C5"/>
                    </a:solidFill>
                  </a:rPr>
                  <a:t>Forward step</a:t>
                </a:r>
                <a:r>
                  <a:rPr lang="en-HK" sz="2000" dirty="0"/>
                  <a:t>: Count the number of shortest paths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HK" sz="2000" dirty="0"/>
                  <a:t> from A to all other nodes </a:t>
                </a:r>
                <a14:m>
                  <m:oMath xmlns:m="http://schemas.openxmlformats.org/officeDocument/2006/math">
                    <m:r>
                      <a:rPr lang="en-HK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HK" sz="2000" dirty="0"/>
                  <a:t> of the network</a:t>
                </a:r>
                <a:endParaRPr lang="en-US" sz="20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35BE808-F5AF-495A-E151-EC709153E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l="-606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3">
            <a:extLst>
              <a:ext uri="{FF2B5EF4-FFF2-40B4-BE49-F238E27FC236}">
                <a16:creationId xmlns:a16="http://schemas.microsoft.com/office/drawing/2014/main" id="{649DC68F-088B-3831-CEBB-235DE468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67" dirty="0"/>
              <a:t>How to compute Edge Betweenness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49CCEA-2A8D-1F9D-9504-D0148193282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6262688"/>
            <a:ext cx="549275" cy="417512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57412-D7E0-99F7-5C79-2E2BAA02C3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7527" y="2437383"/>
            <a:ext cx="5322471" cy="376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2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path&#10;&#10;Description automatically generated">
            <a:extLst>
              <a:ext uri="{FF2B5EF4-FFF2-40B4-BE49-F238E27FC236}">
                <a16:creationId xmlns:a16="http://schemas.microsoft.com/office/drawing/2014/main" id="{2E056D9F-61C1-DD83-A1F6-691CAC8A33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2297" y="2512513"/>
            <a:ext cx="5627113" cy="396455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5C8B05-A03D-F093-4AC5-586E4D13FB1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HK" dirty="0">
                <a:solidFill>
                  <a:srgbClr val="2185C5"/>
                </a:solidFill>
              </a:rPr>
              <a:t>Backward step</a:t>
            </a:r>
            <a:r>
              <a:rPr lang="en-HK" dirty="0"/>
              <a:t>: Compute betweenness: If there are multiple paths count them fractionally</a:t>
            </a:r>
            <a:endParaRPr lang="en-US" dirty="0"/>
          </a:p>
        </p:txBody>
      </p:sp>
      <p:sp>
        <p:nvSpPr>
          <p:cNvPr id="31" name="Title 3">
            <a:extLst>
              <a:ext uri="{FF2B5EF4-FFF2-40B4-BE49-F238E27FC236}">
                <a16:creationId xmlns:a16="http://schemas.microsoft.com/office/drawing/2014/main" id="{7F45136A-0679-E41F-B5F4-24580748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67" dirty="0"/>
              <a:t>How to compute Edge Betweenness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3880D-4E30-5006-893D-6B3235B9A5C6}"/>
              </a:ext>
            </a:extLst>
          </p:cNvPr>
          <p:cNvSpPr txBox="1"/>
          <p:nvPr/>
        </p:nvSpPr>
        <p:spPr>
          <a:xfrm>
            <a:off x="5702560" y="5425564"/>
            <a:ext cx="599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9768E-3781-39DF-6247-87CAA1EC8542}"/>
              </a:ext>
            </a:extLst>
          </p:cNvPr>
          <p:cNvSpPr txBox="1"/>
          <p:nvPr/>
        </p:nvSpPr>
        <p:spPr>
          <a:xfrm>
            <a:off x="4852080" y="5425564"/>
            <a:ext cx="599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D45C7-CDEC-1728-A9FB-E6620375D1E0}"/>
              </a:ext>
            </a:extLst>
          </p:cNvPr>
          <p:cNvSpPr txBox="1"/>
          <p:nvPr/>
        </p:nvSpPr>
        <p:spPr>
          <a:xfrm>
            <a:off x="6464710" y="4634380"/>
            <a:ext cx="31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98F20-F787-6936-3BC4-9C38A780CC6B}"/>
              </a:ext>
            </a:extLst>
          </p:cNvPr>
          <p:cNvSpPr txBox="1"/>
          <p:nvPr/>
        </p:nvSpPr>
        <p:spPr>
          <a:xfrm>
            <a:off x="5659890" y="4625376"/>
            <a:ext cx="599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E94770-5642-D9CC-C283-20035F634D2D}"/>
              </a:ext>
            </a:extLst>
          </p:cNvPr>
          <p:cNvSpPr txBox="1"/>
          <p:nvPr/>
        </p:nvSpPr>
        <p:spPr>
          <a:xfrm>
            <a:off x="7047704" y="3790959"/>
            <a:ext cx="31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18062-7FFD-75F9-DB5E-40D4F9BB3F61}"/>
              </a:ext>
            </a:extLst>
          </p:cNvPr>
          <p:cNvSpPr txBox="1"/>
          <p:nvPr/>
        </p:nvSpPr>
        <p:spPr>
          <a:xfrm>
            <a:off x="6368929" y="295789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0E172-BA24-C8CE-48FC-9FC8DCE2AE47}"/>
              </a:ext>
            </a:extLst>
          </p:cNvPr>
          <p:cNvSpPr txBox="1"/>
          <p:nvPr/>
        </p:nvSpPr>
        <p:spPr>
          <a:xfrm>
            <a:off x="4168693" y="4624663"/>
            <a:ext cx="31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C69506-0C8B-4870-0306-C12048204159}"/>
              </a:ext>
            </a:extLst>
          </p:cNvPr>
          <p:cNvSpPr txBox="1"/>
          <p:nvPr/>
        </p:nvSpPr>
        <p:spPr>
          <a:xfrm>
            <a:off x="4897740" y="4625376"/>
            <a:ext cx="599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2B39A2-71FA-9FD1-97E4-76366F6D8437}"/>
              </a:ext>
            </a:extLst>
          </p:cNvPr>
          <p:cNvSpPr txBox="1"/>
          <p:nvPr/>
        </p:nvSpPr>
        <p:spPr>
          <a:xfrm>
            <a:off x="6394577" y="3781725"/>
            <a:ext cx="31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EE7D73-021A-248B-DDC1-34AFA67EA4B5}"/>
              </a:ext>
            </a:extLst>
          </p:cNvPr>
          <p:cNvSpPr txBox="1"/>
          <p:nvPr/>
        </p:nvSpPr>
        <p:spPr>
          <a:xfrm>
            <a:off x="5741450" y="380446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E0D31B-045F-0CFD-63A4-F75CD8F9E3B5}"/>
              </a:ext>
            </a:extLst>
          </p:cNvPr>
          <p:cNvSpPr txBox="1"/>
          <p:nvPr/>
        </p:nvSpPr>
        <p:spPr>
          <a:xfrm>
            <a:off x="5756070" y="295181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DBEBC8-9D17-4A58-74CA-89C7FF8C5E60}"/>
              </a:ext>
            </a:extLst>
          </p:cNvPr>
          <p:cNvSpPr txBox="1"/>
          <p:nvPr/>
        </p:nvSpPr>
        <p:spPr>
          <a:xfrm>
            <a:off x="4329207" y="3804468"/>
            <a:ext cx="777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4C6617-6B7A-04CB-7441-BD16FDE073E9}"/>
              </a:ext>
            </a:extLst>
          </p:cNvPr>
          <p:cNvSpPr txBox="1"/>
          <p:nvPr/>
        </p:nvSpPr>
        <p:spPr>
          <a:xfrm>
            <a:off x="3716106" y="3787807"/>
            <a:ext cx="31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83305-F22F-2791-D8AB-B1CCE2C2D647}"/>
              </a:ext>
            </a:extLst>
          </p:cNvPr>
          <p:cNvSpPr txBox="1"/>
          <p:nvPr/>
        </p:nvSpPr>
        <p:spPr>
          <a:xfrm>
            <a:off x="4404090" y="29518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8033D-C3F5-2615-7A4E-F2F06A945215}"/>
              </a:ext>
            </a:extLst>
          </p:cNvPr>
          <p:cNvSpPr txBox="1"/>
          <p:nvPr/>
        </p:nvSpPr>
        <p:spPr>
          <a:xfrm>
            <a:off x="4955741" y="296920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185C5"/>
                </a:solidFill>
                <a:latin typeface="Raleway" pitchFamily="2" charset="77"/>
              </a:rPr>
              <a:t>2</a:t>
            </a: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03C1CDE7-8556-29CA-6B1A-7B3ABD4A7E90}"/>
              </a:ext>
            </a:extLst>
          </p:cNvPr>
          <p:cNvSpPr txBox="1">
            <a:spLocks/>
          </p:cNvSpPr>
          <p:nvPr/>
        </p:nvSpPr>
        <p:spPr>
          <a:xfrm>
            <a:off x="223597" y="2818662"/>
            <a:ext cx="3363077" cy="2149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57175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02870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371600" marR="0" lvl="3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714500" marR="0" lvl="4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057400" marR="0" lvl="5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40030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743200" marR="0" lvl="7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086100" marR="0" lvl="8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SzPct val="120000"/>
            </a:pPr>
            <a:r>
              <a:rPr lang="en-HK" sz="1333" dirty="0">
                <a:latin typeface="Raleway" pitchFamily="2" charset="77"/>
              </a:rPr>
              <a:t>Add edge flows:</a:t>
            </a:r>
          </a:p>
          <a:p>
            <a:pPr lvl="1"/>
            <a:r>
              <a:rPr lang="en-HK" sz="1333" dirty="0">
                <a:latin typeface="Raleway" pitchFamily="2" charset="77"/>
              </a:rPr>
              <a:t>node flow = 1+∑child edges</a:t>
            </a:r>
          </a:p>
          <a:p>
            <a:pPr lvl="1"/>
            <a:r>
              <a:rPr lang="en-HK" sz="1333" dirty="0">
                <a:latin typeface="Raleway" pitchFamily="2" charset="77"/>
              </a:rPr>
              <a:t>split the flow up based on the parent value</a:t>
            </a:r>
          </a:p>
          <a:p>
            <a:pPr>
              <a:buSzPct val="120000"/>
            </a:pPr>
            <a:r>
              <a:rPr lang="en-HK" sz="1333" dirty="0">
                <a:latin typeface="Raleway" pitchFamily="2" charset="77"/>
              </a:rPr>
              <a:t>Repeat the BFS procedure for each starting node !</a:t>
            </a:r>
          </a:p>
          <a:p>
            <a:pPr>
              <a:buSzPct val="120000"/>
            </a:pPr>
            <a:r>
              <a:rPr lang="en-US" sz="1333" dirty="0">
                <a:latin typeface="Raleway" pitchFamily="2" charset="77"/>
              </a:rPr>
              <a:t>Sum up all of the edge betweenness we compute in each graph and divide by 2, and the result is the edge betweenness of edges.</a:t>
            </a:r>
          </a:p>
          <a:p>
            <a:pPr>
              <a:buSzPct val="120000"/>
            </a:pPr>
            <a:endParaRPr lang="en-US" sz="1333" dirty="0">
              <a:latin typeface="Raleway" pitchFamily="2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1A35FA-ED60-83E2-3E5C-07FB13A6822D}"/>
              </a:ext>
            </a:extLst>
          </p:cNvPr>
          <p:cNvSpPr txBox="1"/>
          <p:nvPr/>
        </p:nvSpPr>
        <p:spPr>
          <a:xfrm>
            <a:off x="346669" y="2613476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2185C5"/>
                </a:solidFill>
                <a:latin typeface="Raleway" pitchFamily="2" charset="77"/>
              </a:rPr>
              <a:t>Algorithm:</a:t>
            </a:r>
          </a:p>
        </p:txBody>
      </p:sp>
    </p:spTree>
    <p:extLst>
      <p:ext uri="{BB962C8B-B14F-4D97-AF65-F5344CB8AC3E}">
        <p14:creationId xmlns:p14="http://schemas.microsoft.com/office/powerpoint/2010/main" val="66187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eling overwhelmed _Win32_CP_v13" id="{1F8CD036-E430-4435-85C3-9C882E43A90C}" vid="{161A3489-A5CE-4E5E-8AA9-B92631102B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D100F2-74DD-462C-BBFE-2504278ADF72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sharepoint/v3"/>
    <ds:schemaRef ds:uri="http://schemas.microsoft.com/office/2006/metadata/properties"/>
    <ds:schemaRef ds:uri="http://www.w3.org/XML/1998/namespace"/>
    <ds:schemaRef ds:uri="230e9df3-be65-4c73-a93b-d1236ebd677e"/>
    <ds:schemaRef ds:uri="16c05727-aa75-4e4a-9b5f-8a80a11658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52656</TotalTime>
  <Words>155</Words>
  <Application>Microsoft Macintosh PowerPoint</Application>
  <PresentationFormat>On-screen Show (4:3)</PresentationFormat>
  <Paragraphs>33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Segoe UI </vt:lpstr>
      <vt:lpstr>Arial</vt:lpstr>
      <vt:lpstr>Calibri</vt:lpstr>
      <vt:lpstr>Cambria Math</vt:lpstr>
      <vt:lpstr>Courier New</vt:lpstr>
      <vt:lpstr>Raleway</vt:lpstr>
      <vt:lpstr>powerpoint tutorial</vt:lpstr>
      <vt:lpstr>PowerPoint Presentation</vt:lpstr>
      <vt:lpstr>How to compute Edge Betweenness ?</vt:lpstr>
      <vt:lpstr>How to compute Edge Betweenness ?</vt:lpstr>
      <vt:lpstr>How to compute Edge Betweenness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 overwhelmed</dc:title>
  <dc:creator/>
  <cp:lastModifiedBy>FONG, Chi Kit Ken [DSAI]</cp:lastModifiedBy>
  <cp:revision>88</cp:revision>
  <dcterms:created xsi:type="dcterms:W3CDTF">2022-08-24T19:45:33Z</dcterms:created>
  <dcterms:modified xsi:type="dcterms:W3CDTF">2026-03-31T06:56:55Z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