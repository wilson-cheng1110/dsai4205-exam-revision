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Lst>
  <p:notesMasterIdLst>
    <p:notesMasterId r:id="rId14"/>
  </p:notesMasterIdLst>
  <p:handoutMasterIdLst>
    <p:handoutMasterId r:id="rId15"/>
  </p:handoutMasterIdLst>
  <p:sldIdLst>
    <p:sldId id="1938" r:id="rId5"/>
    <p:sldId id="2239" r:id="rId6"/>
    <p:sldId id="2240" r:id="rId7"/>
    <p:sldId id="2241" r:id="rId8"/>
    <p:sldId id="2238" r:id="rId9"/>
    <p:sldId id="2242" r:id="rId10"/>
    <p:sldId id="2243" r:id="rId11"/>
    <p:sldId id="2244" r:id="rId12"/>
    <p:sldId id="200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and Big Data" id="{0BB4C471-A6B6-F449-9EF0-07CA812E16AB}">
          <p14:sldIdLst>
            <p14:sldId id="1938"/>
            <p14:sldId id="2239"/>
            <p14:sldId id="2240"/>
            <p14:sldId id="2241"/>
            <p14:sldId id="2238"/>
            <p14:sldId id="2242"/>
            <p14:sldId id="2243"/>
            <p14:sldId id="2244"/>
            <p14:sldId id="2000"/>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C67"/>
    <a:srgbClr val="C1F2AB"/>
    <a:srgbClr val="F4DCE0"/>
    <a:srgbClr val="6A205F"/>
    <a:srgbClr val="8FFAAA"/>
    <a:srgbClr val="810000"/>
    <a:srgbClr val="FFD6D5"/>
    <a:srgbClr val="C7FFE9"/>
    <a:srgbClr val="FCC6E1"/>
    <a:srgbClr val="FF27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788B30-4776-F843-B528-4D0A91BD8BB6}" v="104" dt="2026-02-10T02:31:02.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696" y="176"/>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NG, Chi Kit Ken [DSAI]" userId="960785e9-9efa-43e3-981a-c495c07125dc" providerId="ADAL" clId="{0ACE0F11-CA0F-5A84-BFCB-F7A5E414E4DA}"/>
    <pc:docChg chg="undo redo custSel addSld delSld modSld sldOrd modMainMaster addSection delSection modSection">
      <pc:chgData name="FONG, Chi Kit Ken [DSAI]" userId="960785e9-9efa-43e3-981a-c495c07125dc" providerId="ADAL" clId="{0ACE0F11-CA0F-5A84-BFCB-F7A5E414E4DA}" dt="2026-02-10T02:31:02.288" v="41163"/>
      <pc:docMkLst>
        <pc:docMk/>
      </pc:docMkLst>
      <pc:sldChg chg="modSp del">
        <pc:chgData name="FONG, Chi Kit Ken [DSAI]" userId="960785e9-9efa-43e3-981a-c495c07125dc" providerId="ADAL" clId="{0ACE0F11-CA0F-5A84-BFCB-F7A5E414E4DA}" dt="2026-02-10T01:14:06.854" v="40044" actId="2696"/>
        <pc:sldMkLst>
          <pc:docMk/>
          <pc:sldMk cId="3136306592" sldId="258"/>
        </pc:sldMkLst>
      </pc:sldChg>
      <pc:sldChg chg="del">
        <pc:chgData name="FONG, Chi Kit Ken [DSAI]" userId="960785e9-9efa-43e3-981a-c495c07125dc" providerId="ADAL" clId="{0ACE0F11-CA0F-5A84-BFCB-F7A5E414E4DA}" dt="2026-02-10T01:14:06.842" v="40036" actId="2696"/>
        <pc:sldMkLst>
          <pc:docMk/>
          <pc:sldMk cId="3695013684" sldId="263"/>
        </pc:sldMkLst>
      </pc:sldChg>
      <pc:sldChg chg="del">
        <pc:chgData name="FONG, Chi Kit Ken [DSAI]" userId="960785e9-9efa-43e3-981a-c495c07125dc" providerId="ADAL" clId="{0ACE0F11-CA0F-5A84-BFCB-F7A5E414E4DA}" dt="2026-02-10T01:14:06.865" v="40049" actId="2696"/>
        <pc:sldMkLst>
          <pc:docMk/>
          <pc:sldMk cId="2113838112" sldId="264"/>
        </pc:sldMkLst>
      </pc:sldChg>
      <pc:sldChg chg="del">
        <pc:chgData name="FONG, Chi Kit Ken [DSAI]" userId="960785e9-9efa-43e3-981a-c495c07125dc" providerId="ADAL" clId="{0ACE0F11-CA0F-5A84-BFCB-F7A5E414E4DA}" dt="2026-02-10T01:14:06.778" v="39999" actId="2696"/>
        <pc:sldMkLst>
          <pc:docMk/>
          <pc:sldMk cId="4265139288" sldId="266"/>
        </pc:sldMkLst>
      </pc:sldChg>
      <pc:sldChg chg="del">
        <pc:chgData name="FONG, Chi Kit Ken [DSAI]" userId="960785e9-9efa-43e3-981a-c495c07125dc" providerId="ADAL" clId="{0ACE0F11-CA0F-5A84-BFCB-F7A5E414E4DA}" dt="2026-02-10T01:14:06.875" v="40054" actId="2696"/>
        <pc:sldMkLst>
          <pc:docMk/>
          <pc:sldMk cId="3238575100" sldId="267"/>
        </pc:sldMkLst>
      </pc:sldChg>
      <pc:sldChg chg="modSp del mod ord">
        <pc:chgData name="FONG, Chi Kit Ken [DSAI]" userId="960785e9-9efa-43e3-981a-c495c07125dc" providerId="ADAL" clId="{0ACE0F11-CA0F-5A84-BFCB-F7A5E414E4DA}" dt="2026-02-10T01:14:21.506" v="40068" actId="2696"/>
        <pc:sldMkLst>
          <pc:docMk/>
          <pc:sldMk cId="4169552892" sldId="269"/>
        </pc:sldMkLst>
      </pc:sldChg>
      <pc:sldChg chg="del">
        <pc:chgData name="FONG, Chi Kit Ken [DSAI]" userId="960785e9-9efa-43e3-981a-c495c07125dc" providerId="ADAL" clId="{0ACE0F11-CA0F-5A84-BFCB-F7A5E414E4DA}" dt="2026-02-10T01:14:06.851" v="40042" actId="2696"/>
        <pc:sldMkLst>
          <pc:docMk/>
          <pc:sldMk cId="3496990001" sldId="270"/>
        </pc:sldMkLst>
      </pc:sldChg>
      <pc:sldChg chg="del">
        <pc:chgData name="FONG, Chi Kit Ken [DSAI]" userId="960785e9-9efa-43e3-981a-c495c07125dc" providerId="ADAL" clId="{0ACE0F11-CA0F-5A84-BFCB-F7A5E414E4DA}" dt="2026-02-10T01:14:06.867" v="40051" actId="2696"/>
        <pc:sldMkLst>
          <pc:docMk/>
          <pc:sldMk cId="2379362437" sldId="271"/>
        </pc:sldMkLst>
      </pc:sldChg>
      <pc:sldChg chg="del">
        <pc:chgData name="FONG, Chi Kit Ken [DSAI]" userId="960785e9-9efa-43e3-981a-c495c07125dc" providerId="ADAL" clId="{0ACE0F11-CA0F-5A84-BFCB-F7A5E414E4DA}" dt="2026-02-10T01:14:06.862" v="40047" actId="2696"/>
        <pc:sldMkLst>
          <pc:docMk/>
          <pc:sldMk cId="3396889500" sldId="272"/>
        </pc:sldMkLst>
      </pc:sldChg>
      <pc:sldChg chg="del">
        <pc:chgData name="FONG, Chi Kit Ken [DSAI]" userId="960785e9-9efa-43e3-981a-c495c07125dc" providerId="ADAL" clId="{0ACE0F11-CA0F-5A84-BFCB-F7A5E414E4DA}" dt="2026-02-10T01:14:06.847" v="40039" actId="2696"/>
        <pc:sldMkLst>
          <pc:docMk/>
          <pc:sldMk cId="3458456283" sldId="273"/>
        </pc:sldMkLst>
      </pc:sldChg>
      <pc:sldChg chg="del">
        <pc:chgData name="FONG, Chi Kit Ken [DSAI]" userId="960785e9-9efa-43e3-981a-c495c07125dc" providerId="ADAL" clId="{0ACE0F11-CA0F-5A84-BFCB-F7A5E414E4DA}" dt="2026-02-10T01:14:06.814" v="40018" actId="2696"/>
        <pc:sldMkLst>
          <pc:docMk/>
          <pc:sldMk cId="2921686172" sldId="274"/>
        </pc:sldMkLst>
      </pc:sldChg>
      <pc:sldChg chg="del">
        <pc:chgData name="FONG, Chi Kit Ken [DSAI]" userId="960785e9-9efa-43e3-981a-c495c07125dc" providerId="ADAL" clId="{0ACE0F11-CA0F-5A84-BFCB-F7A5E414E4DA}" dt="2026-02-10T01:14:06.807" v="40013" actId="2696"/>
        <pc:sldMkLst>
          <pc:docMk/>
          <pc:sldMk cId="890909928" sldId="275"/>
        </pc:sldMkLst>
      </pc:sldChg>
      <pc:sldChg chg="del">
        <pc:chgData name="FONG, Chi Kit Ken [DSAI]" userId="960785e9-9efa-43e3-981a-c495c07125dc" providerId="ADAL" clId="{0ACE0F11-CA0F-5A84-BFCB-F7A5E414E4DA}" dt="2026-02-10T01:14:06.805" v="40012" actId="2696"/>
        <pc:sldMkLst>
          <pc:docMk/>
          <pc:sldMk cId="4138623987" sldId="276"/>
        </pc:sldMkLst>
      </pc:sldChg>
      <pc:sldChg chg="del">
        <pc:chgData name="FONG, Chi Kit Ken [DSAI]" userId="960785e9-9efa-43e3-981a-c495c07125dc" providerId="ADAL" clId="{0ACE0F11-CA0F-5A84-BFCB-F7A5E414E4DA}" dt="2026-02-10T01:14:06.869" v="40052" actId="2696"/>
        <pc:sldMkLst>
          <pc:docMk/>
          <pc:sldMk cId="4241962214" sldId="277"/>
        </pc:sldMkLst>
      </pc:sldChg>
      <pc:sldChg chg="del">
        <pc:chgData name="FONG, Chi Kit Ken [DSAI]" userId="960785e9-9efa-43e3-981a-c495c07125dc" providerId="ADAL" clId="{0ACE0F11-CA0F-5A84-BFCB-F7A5E414E4DA}" dt="2026-02-10T01:14:06.867" v="40050" actId="2696"/>
        <pc:sldMkLst>
          <pc:docMk/>
          <pc:sldMk cId="970593884" sldId="278"/>
        </pc:sldMkLst>
      </pc:sldChg>
      <pc:sldChg chg="del">
        <pc:chgData name="FONG, Chi Kit Ken [DSAI]" userId="960785e9-9efa-43e3-981a-c495c07125dc" providerId="ADAL" clId="{0ACE0F11-CA0F-5A84-BFCB-F7A5E414E4DA}" dt="2026-02-10T01:14:06.824" v="40026" actId="2696"/>
        <pc:sldMkLst>
          <pc:docMk/>
          <pc:sldMk cId="218545150" sldId="283"/>
        </pc:sldMkLst>
      </pc:sldChg>
      <pc:sldChg chg="del">
        <pc:chgData name="FONG, Chi Kit Ken [DSAI]" userId="960785e9-9efa-43e3-981a-c495c07125dc" providerId="ADAL" clId="{0ACE0F11-CA0F-5A84-BFCB-F7A5E414E4DA}" dt="2026-02-10T01:14:06.876" v="40056" actId="2696"/>
        <pc:sldMkLst>
          <pc:docMk/>
          <pc:sldMk cId="2796547090" sldId="285"/>
        </pc:sldMkLst>
      </pc:sldChg>
      <pc:sldChg chg="del">
        <pc:chgData name="FONG, Chi Kit Ken [DSAI]" userId="960785e9-9efa-43e3-981a-c495c07125dc" providerId="ADAL" clId="{0ACE0F11-CA0F-5A84-BFCB-F7A5E414E4DA}" dt="2026-02-10T01:14:06.836" v="40032" actId="2696"/>
        <pc:sldMkLst>
          <pc:docMk/>
          <pc:sldMk cId="2523847020" sldId="287"/>
        </pc:sldMkLst>
      </pc:sldChg>
      <pc:sldChg chg="del">
        <pc:chgData name="FONG, Chi Kit Ken [DSAI]" userId="960785e9-9efa-43e3-981a-c495c07125dc" providerId="ADAL" clId="{0ACE0F11-CA0F-5A84-BFCB-F7A5E414E4DA}" dt="2026-02-10T01:14:06.785" v="40003" actId="2696"/>
        <pc:sldMkLst>
          <pc:docMk/>
          <pc:sldMk cId="762215828" sldId="288"/>
        </pc:sldMkLst>
      </pc:sldChg>
      <pc:sldChg chg="del">
        <pc:chgData name="FONG, Chi Kit Ken [DSAI]" userId="960785e9-9efa-43e3-981a-c495c07125dc" providerId="ADAL" clId="{0ACE0F11-CA0F-5A84-BFCB-F7A5E414E4DA}" dt="2026-02-10T01:14:06.845" v="40038" actId="2696"/>
        <pc:sldMkLst>
          <pc:docMk/>
          <pc:sldMk cId="2131449864" sldId="289"/>
        </pc:sldMkLst>
      </pc:sldChg>
      <pc:sldChg chg="del">
        <pc:chgData name="FONG, Chi Kit Ken [DSAI]" userId="960785e9-9efa-43e3-981a-c495c07125dc" providerId="ADAL" clId="{0ACE0F11-CA0F-5A84-BFCB-F7A5E414E4DA}" dt="2026-02-10T01:14:06.817" v="40020" actId="2696"/>
        <pc:sldMkLst>
          <pc:docMk/>
          <pc:sldMk cId="3519780885" sldId="291"/>
        </pc:sldMkLst>
      </pc:sldChg>
      <pc:sldChg chg="del">
        <pc:chgData name="FONG, Chi Kit Ken [DSAI]" userId="960785e9-9efa-43e3-981a-c495c07125dc" providerId="ADAL" clId="{0ACE0F11-CA0F-5A84-BFCB-F7A5E414E4DA}" dt="2026-02-10T01:14:06.878" v="40058" actId="2696"/>
        <pc:sldMkLst>
          <pc:docMk/>
          <pc:sldMk cId="657154672" sldId="294"/>
        </pc:sldMkLst>
      </pc:sldChg>
      <pc:sldChg chg="del">
        <pc:chgData name="FONG, Chi Kit Ken [DSAI]" userId="960785e9-9efa-43e3-981a-c495c07125dc" providerId="ADAL" clId="{0ACE0F11-CA0F-5A84-BFCB-F7A5E414E4DA}" dt="2026-02-10T01:14:06.818" v="40022" actId="2696"/>
        <pc:sldMkLst>
          <pc:docMk/>
          <pc:sldMk cId="4133615075" sldId="296"/>
        </pc:sldMkLst>
      </pc:sldChg>
      <pc:sldChg chg="del">
        <pc:chgData name="FONG, Chi Kit Ken [DSAI]" userId="960785e9-9efa-43e3-981a-c495c07125dc" providerId="ADAL" clId="{0ACE0F11-CA0F-5A84-BFCB-F7A5E414E4DA}" dt="2026-02-10T01:14:06.793" v="40007" actId="2696"/>
        <pc:sldMkLst>
          <pc:docMk/>
          <pc:sldMk cId="2275702428" sldId="298"/>
        </pc:sldMkLst>
      </pc:sldChg>
      <pc:sldChg chg="modSp add del mod setBg">
        <pc:chgData name="FONG, Chi Kit Ken [DSAI]" userId="960785e9-9efa-43e3-981a-c495c07125dc" providerId="ADAL" clId="{0ACE0F11-CA0F-5A84-BFCB-F7A5E414E4DA}" dt="2026-02-10T02:26:01.550" v="41109" actId="20577"/>
        <pc:sldMkLst>
          <pc:docMk/>
          <pc:sldMk cId="2159875524" sldId="1938"/>
        </pc:sldMkLst>
        <pc:spChg chg="mod">
          <ac:chgData name="FONG, Chi Kit Ken [DSAI]" userId="960785e9-9efa-43e3-981a-c495c07125dc" providerId="ADAL" clId="{0ACE0F11-CA0F-5A84-BFCB-F7A5E414E4DA}" dt="2026-02-10T02:26:01.550" v="41109" actId="20577"/>
          <ac:spMkLst>
            <pc:docMk/>
            <pc:sldMk cId="2159875524" sldId="1938"/>
            <ac:spMk id="18" creationId="{57D62F16-F75C-6B98-2080-BECC2DE82C16}"/>
          </ac:spMkLst>
        </pc:spChg>
      </pc:sldChg>
      <pc:sldChg chg="ord">
        <pc:chgData name="FONG, Chi Kit Ken [DSAI]" userId="960785e9-9efa-43e3-981a-c495c07125dc" providerId="ADAL" clId="{0ACE0F11-CA0F-5A84-BFCB-F7A5E414E4DA}" dt="2026-02-10T01:14:25.252" v="40070" actId="20578"/>
        <pc:sldMkLst>
          <pc:docMk/>
          <pc:sldMk cId="3396116464" sldId="2000"/>
        </pc:sldMkLst>
      </pc:sldChg>
      <pc:sldChg chg="modSp del">
        <pc:chgData name="FONG, Chi Kit Ken [DSAI]" userId="960785e9-9efa-43e3-981a-c495c07125dc" providerId="ADAL" clId="{0ACE0F11-CA0F-5A84-BFCB-F7A5E414E4DA}" dt="2026-02-10T01:14:06.830" v="40029" actId="2696"/>
        <pc:sldMkLst>
          <pc:docMk/>
          <pc:sldMk cId="3168529211" sldId="2187"/>
        </pc:sldMkLst>
      </pc:sldChg>
      <pc:sldChg chg="del">
        <pc:chgData name="FONG, Chi Kit Ken [DSAI]" userId="960785e9-9efa-43e3-981a-c495c07125dc" providerId="ADAL" clId="{0ACE0F11-CA0F-5A84-BFCB-F7A5E414E4DA}" dt="2026-02-10T01:14:06.809" v="40015" actId="2696"/>
        <pc:sldMkLst>
          <pc:docMk/>
          <pc:sldMk cId="968507909" sldId="2188"/>
        </pc:sldMkLst>
      </pc:sldChg>
      <pc:sldChg chg="del">
        <pc:chgData name="FONG, Chi Kit Ken [DSAI]" userId="960785e9-9efa-43e3-981a-c495c07125dc" providerId="ADAL" clId="{0ACE0F11-CA0F-5A84-BFCB-F7A5E414E4DA}" dt="2026-02-10T01:14:06.832" v="40030" actId="2696"/>
        <pc:sldMkLst>
          <pc:docMk/>
          <pc:sldMk cId="1740381115" sldId="2190"/>
        </pc:sldMkLst>
      </pc:sldChg>
      <pc:sldChg chg="del">
        <pc:chgData name="FONG, Chi Kit Ken [DSAI]" userId="960785e9-9efa-43e3-981a-c495c07125dc" providerId="ADAL" clId="{0ACE0F11-CA0F-5A84-BFCB-F7A5E414E4DA}" dt="2026-02-10T01:14:06.853" v="40043" actId="2696"/>
        <pc:sldMkLst>
          <pc:docMk/>
          <pc:sldMk cId="995736790" sldId="2192"/>
        </pc:sldMkLst>
      </pc:sldChg>
      <pc:sldChg chg="del">
        <pc:chgData name="FONG, Chi Kit Ken [DSAI]" userId="960785e9-9efa-43e3-981a-c495c07125dc" providerId="ADAL" clId="{0ACE0F11-CA0F-5A84-BFCB-F7A5E414E4DA}" dt="2026-02-10T01:14:06.788" v="40004" actId="2696"/>
        <pc:sldMkLst>
          <pc:docMk/>
          <pc:sldMk cId="2864702389" sldId="2193"/>
        </pc:sldMkLst>
      </pc:sldChg>
      <pc:sldChg chg="modSp del">
        <pc:chgData name="FONG, Chi Kit Ken [DSAI]" userId="960785e9-9efa-43e3-981a-c495c07125dc" providerId="ADAL" clId="{0ACE0F11-CA0F-5A84-BFCB-F7A5E414E4DA}" dt="2026-02-10T01:14:06.801" v="40010" actId="2696"/>
        <pc:sldMkLst>
          <pc:docMk/>
          <pc:sldMk cId="1756853258" sldId="2194"/>
        </pc:sldMkLst>
      </pc:sldChg>
      <pc:sldChg chg="del">
        <pc:chgData name="FONG, Chi Kit Ken [DSAI]" userId="960785e9-9efa-43e3-981a-c495c07125dc" providerId="ADAL" clId="{0ACE0F11-CA0F-5A84-BFCB-F7A5E414E4DA}" dt="2026-02-10T01:14:06.803" v="40011" actId="2696"/>
        <pc:sldMkLst>
          <pc:docMk/>
          <pc:sldMk cId="1595056553" sldId="2195"/>
        </pc:sldMkLst>
      </pc:sldChg>
      <pc:sldChg chg="del">
        <pc:chgData name="FONG, Chi Kit Ken [DSAI]" userId="960785e9-9efa-43e3-981a-c495c07125dc" providerId="ADAL" clId="{0ACE0F11-CA0F-5A84-BFCB-F7A5E414E4DA}" dt="2026-02-10T01:14:06.776" v="39998" actId="2696"/>
        <pc:sldMkLst>
          <pc:docMk/>
          <pc:sldMk cId="2374884056" sldId="2196"/>
        </pc:sldMkLst>
      </pc:sldChg>
      <pc:sldChg chg="del">
        <pc:chgData name="FONG, Chi Kit Ken [DSAI]" userId="960785e9-9efa-43e3-981a-c495c07125dc" providerId="ADAL" clId="{0ACE0F11-CA0F-5A84-BFCB-F7A5E414E4DA}" dt="2026-02-10T01:14:06.849" v="40040" actId="2696"/>
        <pc:sldMkLst>
          <pc:docMk/>
          <pc:sldMk cId="4057848042" sldId="2197"/>
        </pc:sldMkLst>
      </pc:sldChg>
      <pc:sldChg chg="del">
        <pc:chgData name="FONG, Chi Kit Ken [DSAI]" userId="960785e9-9efa-43e3-981a-c495c07125dc" providerId="ADAL" clId="{0ACE0F11-CA0F-5A84-BFCB-F7A5E414E4DA}" dt="2026-02-10T01:14:06.782" v="40001" actId="2696"/>
        <pc:sldMkLst>
          <pc:docMk/>
          <pc:sldMk cId="2036776261" sldId="2200"/>
        </pc:sldMkLst>
      </pc:sldChg>
      <pc:sldChg chg="del">
        <pc:chgData name="FONG, Chi Kit Ken [DSAI]" userId="960785e9-9efa-43e3-981a-c495c07125dc" providerId="ADAL" clId="{0ACE0F11-CA0F-5A84-BFCB-F7A5E414E4DA}" dt="2026-02-10T01:14:06.861" v="40046" actId="2696"/>
        <pc:sldMkLst>
          <pc:docMk/>
          <pc:sldMk cId="2975879632" sldId="2201"/>
        </pc:sldMkLst>
      </pc:sldChg>
      <pc:sldChg chg="del">
        <pc:chgData name="FONG, Chi Kit Ken [DSAI]" userId="960785e9-9efa-43e3-981a-c495c07125dc" providerId="ADAL" clId="{0ACE0F11-CA0F-5A84-BFCB-F7A5E414E4DA}" dt="2026-02-10T01:14:06.823" v="40025" actId="2696"/>
        <pc:sldMkLst>
          <pc:docMk/>
          <pc:sldMk cId="1130467374" sldId="2202"/>
        </pc:sldMkLst>
      </pc:sldChg>
      <pc:sldChg chg="del">
        <pc:chgData name="FONG, Chi Kit Ken [DSAI]" userId="960785e9-9efa-43e3-981a-c495c07125dc" providerId="ADAL" clId="{0ACE0F11-CA0F-5A84-BFCB-F7A5E414E4DA}" dt="2026-02-10T01:14:06.864" v="40048" actId="2696"/>
        <pc:sldMkLst>
          <pc:docMk/>
          <pc:sldMk cId="2885776702" sldId="2205"/>
        </pc:sldMkLst>
      </pc:sldChg>
      <pc:sldChg chg="del">
        <pc:chgData name="FONG, Chi Kit Ken [DSAI]" userId="960785e9-9efa-43e3-981a-c495c07125dc" providerId="ADAL" clId="{0ACE0F11-CA0F-5A84-BFCB-F7A5E414E4DA}" dt="2026-02-10T01:14:06.780" v="40000" actId="2696"/>
        <pc:sldMkLst>
          <pc:docMk/>
          <pc:sldMk cId="2745409103" sldId="2206"/>
        </pc:sldMkLst>
      </pc:sldChg>
      <pc:sldChg chg="del">
        <pc:chgData name="FONG, Chi Kit Ken [DSAI]" userId="960785e9-9efa-43e3-981a-c495c07125dc" providerId="ADAL" clId="{0ACE0F11-CA0F-5A84-BFCB-F7A5E414E4DA}" dt="2026-02-10T01:14:06.784" v="40002" actId="2696"/>
        <pc:sldMkLst>
          <pc:docMk/>
          <pc:sldMk cId="2378131663" sldId="2208"/>
        </pc:sldMkLst>
      </pc:sldChg>
      <pc:sldChg chg="del">
        <pc:chgData name="FONG, Chi Kit Ken [DSAI]" userId="960785e9-9efa-43e3-981a-c495c07125dc" providerId="ADAL" clId="{0ACE0F11-CA0F-5A84-BFCB-F7A5E414E4DA}" dt="2026-02-10T01:14:06.816" v="40019" actId="2696"/>
        <pc:sldMkLst>
          <pc:docMk/>
          <pc:sldMk cId="697578714" sldId="2209"/>
        </pc:sldMkLst>
      </pc:sldChg>
      <pc:sldChg chg="del">
        <pc:chgData name="FONG, Chi Kit Ken [DSAI]" userId="960785e9-9efa-43e3-981a-c495c07125dc" providerId="ADAL" clId="{0ACE0F11-CA0F-5A84-BFCB-F7A5E414E4DA}" dt="2026-02-10T01:14:06.835" v="40031" actId="2696"/>
        <pc:sldMkLst>
          <pc:docMk/>
          <pc:sldMk cId="1219085631" sldId="2210"/>
        </pc:sldMkLst>
      </pc:sldChg>
      <pc:sldChg chg="modSp del">
        <pc:chgData name="FONG, Chi Kit Ken [DSAI]" userId="960785e9-9efa-43e3-981a-c495c07125dc" providerId="ADAL" clId="{0ACE0F11-CA0F-5A84-BFCB-F7A5E414E4DA}" dt="2026-02-10T01:14:06.822" v="40024" actId="2696"/>
        <pc:sldMkLst>
          <pc:docMk/>
          <pc:sldMk cId="4118363371" sldId="2211"/>
        </pc:sldMkLst>
      </pc:sldChg>
      <pc:sldChg chg="modSp del">
        <pc:chgData name="FONG, Chi Kit Ken [DSAI]" userId="960785e9-9efa-43e3-981a-c495c07125dc" providerId="ADAL" clId="{0ACE0F11-CA0F-5A84-BFCB-F7A5E414E4DA}" dt="2026-02-10T01:14:06.791" v="40006" actId="2696"/>
        <pc:sldMkLst>
          <pc:docMk/>
          <pc:sldMk cId="1697489874" sldId="2212"/>
        </pc:sldMkLst>
      </pc:sldChg>
      <pc:sldChg chg="modSp del">
        <pc:chgData name="FONG, Chi Kit Ken [DSAI]" userId="960785e9-9efa-43e3-981a-c495c07125dc" providerId="ADAL" clId="{0ACE0F11-CA0F-5A84-BFCB-F7A5E414E4DA}" dt="2026-02-10T01:14:06.828" v="40028" actId="2696"/>
        <pc:sldMkLst>
          <pc:docMk/>
          <pc:sldMk cId="2298077622" sldId="2213"/>
        </pc:sldMkLst>
      </pc:sldChg>
      <pc:sldChg chg="del">
        <pc:chgData name="FONG, Chi Kit Ken [DSAI]" userId="960785e9-9efa-43e3-981a-c495c07125dc" providerId="ADAL" clId="{0ACE0F11-CA0F-5A84-BFCB-F7A5E414E4DA}" dt="2026-02-10T01:14:06.872" v="40053" actId="2696"/>
        <pc:sldMkLst>
          <pc:docMk/>
          <pc:sldMk cId="749041850" sldId="2214"/>
        </pc:sldMkLst>
      </pc:sldChg>
      <pc:sldChg chg="del">
        <pc:chgData name="FONG, Chi Kit Ken [DSAI]" userId="960785e9-9efa-43e3-981a-c495c07125dc" providerId="ADAL" clId="{0ACE0F11-CA0F-5A84-BFCB-F7A5E414E4DA}" dt="2026-02-10T01:14:06.875" v="40055" actId="2696"/>
        <pc:sldMkLst>
          <pc:docMk/>
          <pc:sldMk cId="2163670826" sldId="2215"/>
        </pc:sldMkLst>
      </pc:sldChg>
      <pc:sldChg chg="del">
        <pc:chgData name="FONG, Chi Kit Ken [DSAI]" userId="960785e9-9efa-43e3-981a-c495c07125dc" providerId="ADAL" clId="{0ACE0F11-CA0F-5A84-BFCB-F7A5E414E4DA}" dt="2026-02-10T01:14:06.789" v="40005" actId="2696"/>
        <pc:sldMkLst>
          <pc:docMk/>
          <pc:sldMk cId="2031021928" sldId="2216"/>
        </pc:sldMkLst>
      </pc:sldChg>
      <pc:sldChg chg="del">
        <pc:chgData name="FONG, Chi Kit Ken [DSAI]" userId="960785e9-9efa-43e3-981a-c495c07125dc" providerId="ADAL" clId="{0ACE0F11-CA0F-5A84-BFCB-F7A5E414E4DA}" dt="2026-02-10T01:14:06.850" v="40041" actId="2696"/>
        <pc:sldMkLst>
          <pc:docMk/>
          <pc:sldMk cId="857107794" sldId="2217"/>
        </pc:sldMkLst>
      </pc:sldChg>
      <pc:sldChg chg="del">
        <pc:chgData name="FONG, Chi Kit Ken [DSAI]" userId="960785e9-9efa-43e3-981a-c495c07125dc" providerId="ADAL" clId="{0ACE0F11-CA0F-5A84-BFCB-F7A5E414E4DA}" dt="2026-02-10T01:14:06.836" v="40033" actId="2696"/>
        <pc:sldMkLst>
          <pc:docMk/>
          <pc:sldMk cId="1411106462" sldId="2218"/>
        </pc:sldMkLst>
      </pc:sldChg>
      <pc:sldChg chg="del">
        <pc:chgData name="FONG, Chi Kit Ken [DSAI]" userId="960785e9-9efa-43e3-981a-c495c07125dc" providerId="ADAL" clId="{0ACE0F11-CA0F-5A84-BFCB-F7A5E414E4DA}" dt="2026-02-10T01:14:06.837" v="40034" actId="2696"/>
        <pc:sldMkLst>
          <pc:docMk/>
          <pc:sldMk cId="146008123" sldId="2222"/>
        </pc:sldMkLst>
      </pc:sldChg>
      <pc:sldChg chg="del">
        <pc:chgData name="FONG, Chi Kit Ken [DSAI]" userId="960785e9-9efa-43e3-981a-c495c07125dc" providerId="ADAL" clId="{0ACE0F11-CA0F-5A84-BFCB-F7A5E414E4DA}" dt="2026-02-10T01:14:06.799" v="40009" actId="2696"/>
        <pc:sldMkLst>
          <pc:docMk/>
          <pc:sldMk cId="3940174169" sldId="2223"/>
        </pc:sldMkLst>
      </pc:sldChg>
      <pc:sldChg chg="del">
        <pc:chgData name="FONG, Chi Kit Ken [DSAI]" userId="960785e9-9efa-43e3-981a-c495c07125dc" providerId="ADAL" clId="{0ACE0F11-CA0F-5A84-BFCB-F7A5E414E4DA}" dt="2026-02-10T01:14:06.856" v="40045" actId="2696"/>
        <pc:sldMkLst>
          <pc:docMk/>
          <pc:sldMk cId="4220785983" sldId="2224"/>
        </pc:sldMkLst>
      </pc:sldChg>
      <pc:sldChg chg="del">
        <pc:chgData name="FONG, Chi Kit Ken [DSAI]" userId="960785e9-9efa-43e3-981a-c495c07125dc" providerId="ADAL" clId="{0ACE0F11-CA0F-5A84-BFCB-F7A5E414E4DA}" dt="2026-02-10T01:14:06.808" v="40014" actId="2696"/>
        <pc:sldMkLst>
          <pc:docMk/>
          <pc:sldMk cId="285987160" sldId="2225"/>
        </pc:sldMkLst>
      </pc:sldChg>
      <pc:sldChg chg="del">
        <pc:chgData name="FONG, Chi Kit Ken [DSAI]" userId="960785e9-9efa-43e3-981a-c495c07125dc" providerId="ADAL" clId="{0ACE0F11-CA0F-5A84-BFCB-F7A5E414E4DA}" dt="2026-02-10T01:14:06.840" v="40035" actId="2696"/>
        <pc:sldMkLst>
          <pc:docMk/>
          <pc:sldMk cId="2433188689" sldId="2226"/>
        </pc:sldMkLst>
      </pc:sldChg>
      <pc:sldChg chg="del">
        <pc:chgData name="FONG, Chi Kit Ken [DSAI]" userId="960785e9-9efa-43e3-981a-c495c07125dc" providerId="ADAL" clId="{0ACE0F11-CA0F-5A84-BFCB-F7A5E414E4DA}" dt="2026-02-10T01:14:06.844" v="40037" actId="2696"/>
        <pc:sldMkLst>
          <pc:docMk/>
          <pc:sldMk cId="1963267777" sldId="2227"/>
        </pc:sldMkLst>
      </pc:sldChg>
      <pc:sldChg chg="del">
        <pc:chgData name="FONG, Chi Kit Ken [DSAI]" userId="960785e9-9efa-43e3-981a-c495c07125dc" providerId="ADAL" clId="{0ACE0F11-CA0F-5A84-BFCB-F7A5E414E4DA}" dt="2026-02-10T01:14:06.798" v="40008" actId="2696"/>
        <pc:sldMkLst>
          <pc:docMk/>
          <pc:sldMk cId="1220416009" sldId="2228"/>
        </pc:sldMkLst>
      </pc:sldChg>
      <pc:sldChg chg="del">
        <pc:chgData name="FONG, Chi Kit Ken [DSAI]" userId="960785e9-9efa-43e3-981a-c495c07125dc" providerId="ADAL" clId="{0ACE0F11-CA0F-5A84-BFCB-F7A5E414E4DA}" dt="2026-02-10T01:14:06.820" v="40023" actId="2696"/>
        <pc:sldMkLst>
          <pc:docMk/>
          <pc:sldMk cId="3114787543" sldId="2229"/>
        </pc:sldMkLst>
      </pc:sldChg>
      <pc:sldChg chg="del">
        <pc:chgData name="FONG, Chi Kit Ken [DSAI]" userId="960785e9-9efa-43e3-981a-c495c07125dc" providerId="ADAL" clId="{0ACE0F11-CA0F-5A84-BFCB-F7A5E414E4DA}" dt="2026-02-10T01:14:06.826" v="40027" actId="2696"/>
        <pc:sldMkLst>
          <pc:docMk/>
          <pc:sldMk cId="4267578127" sldId="2230"/>
        </pc:sldMkLst>
      </pc:sldChg>
      <pc:sldChg chg="del">
        <pc:chgData name="FONG, Chi Kit Ken [DSAI]" userId="960785e9-9efa-43e3-981a-c495c07125dc" providerId="ADAL" clId="{0ACE0F11-CA0F-5A84-BFCB-F7A5E414E4DA}" dt="2026-02-10T01:14:06.877" v="40057" actId="2696"/>
        <pc:sldMkLst>
          <pc:docMk/>
          <pc:sldMk cId="806333208" sldId="2231"/>
        </pc:sldMkLst>
      </pc:sldChg>
      <pc:sldChg chg="del">
        <pc:chgData name="FONG, Chi Kit Ken [DSAI]" userId="960785e9-9efa-43e3-981a-c495c07125dc" providerId="ADAL" clId="{0ACE0F11-CA0F-5A84-BFCB-F7A5E414E4DA}" dt="2026-02-10T01:14:06.818" v="40021" actId="2696"/>
        <pc:sldMkLst>
          <pc:docMk/>
          <pc:sldMk cId="3239549047" sldId="2232"/>
        </pc:sldMkLst>
      </pc:sldChg>
      <pc:sldChg chg="del">
        <pc:chgData name="FONG, Chi Kit Ken [DSAI]" userId="960785e9-9efa-43e3-981a-c495c07125dc" providerId="ADAL" clId="{0ACE0F11-CA0F-5A84-BFCB-F7A5E414E4DA}" dt="2026-02-10T01:14:06.812" v="40016" actId="2696"/>
        <pc:sldMkLst>
          <pc:docMk/>
          <pc:sldMk cId="4017275850" sldId="2233"/>
        </pc:sldMkLst>
      </pc:sldChg>
      <pc:sldChg chg="del">
        <pc:chgData name="FONG, Chi Kit Ken [DSAI]" userId="960785e9-9efa-43e3-981a-c495c07125dc" providerId="ADAL" clId="{0ACE0F11-CA0F-5A84-BFCB-F7A5E414E4DA}" dt="2026-02-10T01:14:06.880" v="40060" actId="2696"/>
        <pc:sldMkLst>
          <pc:docMk/>
          <pc:sldMk cId="2850058320" sldId="2234"/>
        </pc:sldMkLst>
      </pc:sldChg>
      <pc:sldChg chg="del">
        <pc:chgData name="FONG, Chi Kit Ken [DSAI]" userId="960785e9-9efa-43e3-981a-c495c07125dc" providerId="ADAL" clId="{0ACE0F11-CA0F-5A84-BFCB-F7A5E414E4DA}" dt="2026-02-10T01:14:06.813" v="40017" actId="2696"/>
        <pc:sldMkLst>
          <pc:docMk/>
          <pc:sldMk cId="616424240" sldId="2235"/>
        </pc:sldMkLst>
      </pc:sldChg>
      <pc:sldChg chg="addSp modSp new del mod">
        <pc:chgData name="FONG, Chi Kit Ken [DSAI]" userId="960785e9-9efa-43e3-981a-c495c07125dc" providerId="ADAL" clId="{0ACE0F11-CA0F-5A84-BFCB-F7A5E414E4DA}" dt="2026-02-10T01:14:06.879" v="40059" actId="2696"/>
        <pc:sldMkLst>
          <pc:docMk/>
          <pc:sldMk cId="2804296017" sldId="2236"/>
        </pc:sldMkLst>
      </pc:sldChg>
      <pc:sldChg chg="addSp modSp new del mod">
        <pc:chgData name="FONG, Chi Kit Ken [DSAI]" userId="960785e9-9efa-43e3-981a-c495c07125dc" providerId="ADAL" clId="{0ACE0F11-CA0F-5A84-BFCB-F7A5E414E4DA}" dt="2026-02-10T01:14:06.772" v="39997" actId="2696"/>
        <pc:sldMkLst>
          <pc:docMk/>
          <pc:sldMk cId="2999969633" sldId="2237"/>
        </pc:sldMkLst>
      </pc:sldChg>
      <pc:sldChg chg="addSp modSp new mod ord modAnim">
        <pc:chgData name="FONG, Chi Kit Ken [DSAI]" userId="960785e9-9efa-43e3-981a-c495c07125dc" providerId="ADAL" clId="{0ACE0F11-CA0F-5A84-BFCB-F7A5E414E4DA}" dt="2026-02-10T01:53:44.219" v="40661" actId="20578"/>
        <pc:sldMkLst>
          <pc:docMk/>
          <pc:sldMk cId="4222880989" sldId="2238"/>
        </pc:sldMkLst>
        <pc:spChg chg="mod">
          <ac:chgData name="FONG, Chi Kit Ken [DSAI]" userId="960785e9-9efa-43e3-981a-c495c07125dc" providerId="ADAL" clId="{0ACE0F11-CA0F-5A84-BFCB-F7A5E414E4DA}" dt="2026-01-27T01:39:12.476" v="39472" actId="20577"/>
          <ac:spMkLst>
            <pc:docMk/>
            <pc:sldMk cId="4222880989" sldId="2238"/>
            <ac:spMk id="2" creationId="{2E661C94-E0E8-265D-4FAC-487C547148B2}"/>
          </ac:spMkLst>
        </pc:spChg>
        <pc:spChg chg="mod">
          <ac:chgData name="FONG, Chi Kit Ken [DSAI]" userId="960785e9-9efa-43e3-981a-c495c07125dc" providerId="ADAL" clId="{0ACE0F11-CA0F-5A84-BFCB-F7A5E414E4DA}" dt="2026-01-27T01:37:47.279" v="39449" actId="20577"/>
          <ac:spMkLst>
            <pc:docMk/>
            <pc:sldMk cId="4222880989" sldId="2238"/>
            <ac:spMk id="3" creationId="{5A185661-0975-3B3A-BBFA-8CBD358FAAB9}"/>
          </ac:spMkLst>
        </pc:spChg>
        <pc:spChg chg="add mod">
          <ac:chgData name="FONG, Chi Kit Ken [DSAI]" userId="960785e9-9efa-43e3-981a-c495c07125dc" providerId="ADAL" clId="{0ACE0F11-CA0F-5A84-BFCB-F7A5E414E4DA}" dt="2026-01-27T01:44:47.327" v="39978" actId="1076"/>
          <ac:spMkLst>
            <pc:docMk/>
            <pc:sldMk cId="4222880989" sldId="2238"/>
            <ac:spMk id="5" creationId="{A938E60F-CDEA-E74A-2735-1DDDD02F8113}"/>
          </ac:spMkLst>
        </pc:spChg>
        <pc:graphicFrameChg chg="add mod modGraphic">
          <ac:chgData name="FONG, Chi Kit Ken [DSAI]" userId="960785e9-9efa-43e3-981a-c495c07125dc" providerId="ADAL" clId="{0ACE0F11-CA0F-5A84-BFCB-F7A5E414E4DA}" dt="2026-01-27T01:42:40.385" v="39858" actId="14100"/>
          <ac:graphicFrameMkLst>
            <pc:docMk/>
            <pc:sldMk cId="4222880989" sldId="2238"/>
            <ac:graphicFrameMk id="4" creationId="{23D01E57-B520-28EF-594F-30D4A703CE56}"/>
          </ac:graphicFrameMkLst>
        </pc:graphicFrameChg>
      </pc:sldChg>
      <pc:sldChg chg="addSp delSp modSp new mod modAnim">
        <pc:chgData name="FONG, Chi Kit Ken [DSAI]" userId="960785e9-9efa-43e3-981a-c495c07125dc" providerId="ADAL" clId="{0ACE0F11-CA0F-5A84-BFCB-F7A5E414E4DA}" dt="2026-02-10T02:28:46.536" v="41141"/>
        <pc:sldMkLst>
          <pc:docMk/>
          <pc:sldMk cId="3212373086" sldId="2239"/>
        </pc:sldMkLst>
        <pc:spChg chg="mod">
          <ac:chgData name="FONG, Chi Kit Ken [DSAI]" userId="960785e9-9efa-43e3-981a-c495c07125dc" providerId="ADAL" clId="{0ACE0F11-CA0F-5A84-BFCB-F7A5E414E4DA}" dt="2026-02-10T01:37:48.337" v="40374" actId="14100"/>
          <ac:spMkLst>
            <pc:docMk/>
            <pc:sldMk cId="3212373086" sldId="2239"/>
            <ac:spMk id="2" creationId="{04CF541D-09A4-9F97-7E12-5F5568001610}"/>
          </ac:spMkLst>
        </pc:spChg>
        <pc:spChg chg="mod">
          <ac:chgData name="FONG, Chi Kit Ken [DSAI]" userId="960785e9-9efa-43e3-981a-c495c07125dc" providerId="ADAL" clId="{0ACE0F11-CA0F-5A84-BFCB-F7A5E414E4DA}" dt="2026-02-10T01:16:32.549" v="40096" actId="20577"/>
          <ac:spMkLst>
            <pc:docMk/>
            <pc:sldMk cId="3212373086" sldId="2239"/>
            <ac:spMk id="3" creationId="{12B599BF-6EDE-1059-2553-B342FC1F662E}"/>
          </ac:spMkLst>
        </pc:spChg>
        <pc:spChg chg="add mod">
          <ac:chgData name="FONG, Chi Kit Ken [DSAI]" userId="960785e9-9efa-43e3-981a-c495c07125dc" providerId="ADAL" clId="{0ACE0F11-CA0F-5A84-BFCB-F7A5E414E4DA}" dt="2026-02-10T01:40:52.761" v="40495" actId="1035"/>
          <ac:spMkLst>
            <pc:docMk/>
            <pc:sldMk cId="3212373086" sldId="2239"/>
            <ac:spMk id="6" creationId="{041BE50B-D53E-8834-6AE8-EFDFDB9A9407}"/>
          </ac:spMkLst>
        </pc:spChg>
        <pc:spChg chg="add mod">
          <ac:chgData name="FONG, Chi Kit Ken [DSAI]" userId="960785e9-9efa-43e3-981a-c495c07125dc" providerId="ADAL" clId="{0ACE0F11-CA0F-5A84-BFCB-F7A5E414E4DA}" dt="2026-02-10T01:42:25.641" v="40499" actId="208"/>
          <ac:spMkLst>
            <pc:docMk/>
            <pc:sldMk cId="3212373086" sldId="2239"/>
            <ac:spMk id="7" creationId="{EA0026F4-00C4-DF62-6CB3-692CD32856C4}"/>
          </ac:spMkLst>
        </pc:spChg>
        <pc:spChg chg="add mod">
          <ac:chgData name="FONG, Chi Kit Ken [DSAI]" userId="960785e9-9efa-43e3-981a-c495c07125dc" providerId="ADAL" clId="{0ACE0F11-CA0F-5A84-BFCB-F7A5E414E4DA}" dt="2026-02-10T01:42:49.974" v="40505" actId="1076"/>
          <ac:spMkLst>
            <pc:docMk/>
            <pc:sldMk cId="3212373086" sldId="2239"/>
            <ac:spMk id="9" creationId="{07990BE8-299D-2C67-12A8-9A4DA3B4E5E9}"/>
          </ac:spMkLst>
        </pc:spChg>
        <pc:spChg chg="add mod">
          <ac:chgData name="FONG, Chi Kit Ken [DSAI]" userId="960785e9-9efa-43e3-981a-c495c07125dc" providerId="ADAL" clId="{0ACE0F11-CA0F-5A84-BFCB-F7A5E414E4DA}" dt="2026-02-10T01:42:49.974" v="40505" actId="1076"/>
          <ac:spMkLst>
            <pc:docMk/>
            <pc:sldMk cId="3212373086" sldId="2239"/>
            <ac:spMk id="11" creationId="{80214752-A2A2-2C92-38DA-1EEEC5783C67}"/>
          </ac:spMkLst>
        </pc:spChg>
        <pc:spChg chg="add mod">
          <ac:chgData name="FONG, Chi Kit Ken [DSAI]" userId="960785e9-9efa-43e3-981a-c495c07125dc" providerId="ADAL" clId="{0ACE0F11-CA0F-5A84-BFCB-F7A5E414E4DA}" dt="2026-02-10T01:42:49.974" v="40505" actId="1076"/>
          <ac:spMkLst>
            <pc:docMk/>
            <pc:sldMk cId="3212373086" sldId="2239"/>
            <ac:spMk id="13" creationId="{962AF308-9677-8232-A479-09704FC528EE}"/>
          </ac:spMkLst>
        </pc:spChg>
        <pc:spChg chg="add mod">
          <ac:chgData name="FONG, Chi Kit Ken [DSAI]" userId="960785e9-9efa-43e3-981a-c495c07125dc" providerId="ADAL" clId="{0ACE0F11-CA0F-5A84-BFCB-F7A5E414E4DA}" dt="2026-02-10T02:26:54.437" v="41119" actId="1076"/>
          <ac:spMkLst>
            <pc:docMk/>
            <pc:sldMk cId="3212373086" sldId="2239"/>
            <ac:spMk id="15" creationId="{C0B8B13E-6A8D-2764-3A5B-775750E78AAF}"/>
          </ac:spMkLst>
        </pc:spChg>
        <pc:spChg chg="add mod">
          <ac:chgData name="FONG, Chi Kit Ken [DSAI]" userId="960785e9-9efa-43e3-981a-c495c07125dc" providerId="ADAL" clId="{0ACE0F11-CA0F-5A84-BFCB-F7A5E414E4DA}" dt="2026-02-10T02:27:04.762" v="41122" actId="1076"/>
          <ac:spMkLst>
            <pc:docMk/>
            <pc:sldMk cId="3212373086" sldId="2239"/>
            <ac:spMk id="17" creationId="{EAE0A808-5D8D-1379-C1EC-B4F64F5A028F}"/>
          </ac:spMkLst>
        </pc:spChg>
        <pc:spChg chg="add del">
          <ac:chgData name="FONG, Chi Kit Ken [DSAI]" userId="960785e9-9efa-43e3-981a-c495c07125dc" providerId="ADAL" clId="{0ACE0F11-CA0F-5A84-BFCB-F7A5E414E4DA}" dt="2026-02-10T02:27:16.278" v="41124" actId="22"/>
          <ac:spMkLst>
            <pc:docMk/>
            <pc:sldMk cId="3212373086" sldId="2239"/>
            <ac:spMk id="19" creationId="{03350EC8-A95A-D618-85C9-1B79830F0488}"/>
          </ac:spMkLst>
        </pc:spChg>
        <pc:spChg chg="add mod">
          <ac:chgData name="FONG, Chi Kit Ken [DSAI]" userId="960785e9-9efa-43e3-981a-c495c07125dc" providerId="ADAL" clId="{0ACE0F11-CA0F-5A84-BFCB-F7A5E414E4DA}" dt="2026-02-10T02:27:30.410" v="41128" actId="14100"/>
          <ac:spMkLst>
            <pc:docMk/>
            <pc:sldMk cId="3212373086" sldId="2239"/>
            <ac:spMk id="21" creationId="{65749803-EB1A-FD40-4214-7668345E2ACE}"/>
          </ac:spMkLst>
        </pc:spChg>
        <pc:graphicFrameChg chg="add mod modGraphic">
          <ac:chgData name="FONG, Chi Kit Ken [DSAI]" userId="960785e9-9efa-43e3-981a-c495c07125dc" providerId="ADAL" clId="{0ACE0F11-CA0F-5A84-BFCB-F7A5E414E4DA}" dt="2026-02-10T02:27:50.306" v="41132" actId="167"/>
          <ac:graphicFrameMkLst>
            <pc:docMk/>
            <pc:sldMk cId="3212373086" sldId="2239"/>
            <ac:graphicFrameMk id="4" creationId="{B71EE89D-6782-5E47-3DA1-81354C1125DF}"/>
          </ac:graphicFrameMkLst>
        </pc:graphicFrameChg>
      </pc:sldChg>
      <pc:sldChg chg="addSp modSp new mod modAnim">
        <pc:chgData name="FONG, Chi Kit Ken [DSAI]" userId="960785e9-9efa-43e3-981a-c495c07125dc" providerId="ADAL" clId="{0ACE0F11-CA0F-5A84-BFCB-F7A5E414E4DA}" dt="2026-02-10T02:29:21.329" v="41145"/>
        <pc:sldMkLst>
          <pc:docMk/>
          <pc:sldMk cId="1321772142" sldId="2240"/>
        </pc:sldMkLst>
        <pc:spChg chg="mod">
          <ac:chgData name="FONG, Chi Kit Ken [DSAI]" userId="960785e9-9efa-43e3-981a-c495c07125dc" providerId="ADAL" clId="{0ACE0F11-CA0F-5A84-BFCB-F7A5E414E4DA}" dt="2026-02-10T01:43:27.759" v="40516" actId="108"/>
          <ac:spMkLst>
            <pc:docMk/>
            <pc:sldMk cId="1321772142" sldId="2240"/>
            <ac:spMk id="2" creationId="{3C6E330B-534D-DB4F-C71F-0F5464C1FCBF}"/>
          </ac:spMkLst>
        </pc:spChg>
        <pc:spChg chg="mod">
          <ac:chgData name="FONG, Chi Kit Ken [DSAI]" userId="960785e9-9efa-43e3-981a-c495c07125dc" providerId="ADAL" clId="{0ACE0F11-CA0F-5A84-BFCB-F7A5E414E4DA}" dt="2026-02-10T01:42:57.334" v="40509" actId="20577"/>
          <ac:spMkLst>
            <pc:docMk/>
            <pc:sldMk cId="1321772142" sldId="2240"/>
            <ac:spMk id="3" creationId="{D64D7A30-BC4A-5056-4E31-E6E7E1583953}"/>
          </ac:spMkLst>
        </pc:spChg>
        <pc:spChg chg="add mod">
          <ac:chgData name="FONG, Chi Kit Ken [DSAI]" userId="960785e9-9efa-43e3-981a-c495c07125dc" providerId="ADAL" clId="{0ACE0F11-CA0F-5A84-BFCB-F7A5E414E4DA}" dt="2026-02-10T02:01:04.554" v="40728" actId="108"/>
          <ac:spMkLst>
            <pc:docMk/>
            <pc:sldMk cId="1321772142" sldId="2240"/>
            <ac:spMk id="6" creationId="{43EDFB2A-961D-30F0-9D01-A50C8182BE2A}"/>
          </ac:spMkLst>
        </pc:spChg>
        <pc:spChg chg="add mod">
          <ac:chgData name="FONG, Chi Kit Ken [DSAI]" userId="960785e9-9efa-43e3-981a-c495c07125dc" providerId="ADAL" clId="{0ACE0F11-CA0F-5A84-BFCB-F7A5E414E4DA}" dt="2026-02-10T01:48:55.828" v="40589" actId="1036"/>
          <ac:spMkLst>
            <pc:docMk/>
            <pc:sldMk cId="1321772142" sldId="2240"/>
            <ac:spMk id="7" creationId="{73EFD02D-2721-58F0-156D-7101CD6A1D2A}"/>
          </ac:spMkLst>
        </pc:spChg>
        <pc:spChg chg="add mod">
          <ac:chgData name="FONG, Chi Kit Ken [DSAI]" userId="960785e9-9efa-43e3-981a-c495c07125dc" providerId="ADAL" clId="{0ACE0F11-CA0F-5A84-BFCB-F7A5E414E4DA}" dt="2026-02-10T01:59:27.251" v="40682" actId="113"/>
          <ac:spMkLst>
            <pc:docMk/>
            <pc:sldMk cId="1321772142" sldId="2240"/>
            <ac:spMk id="8" creationId="{4A847761-0016-5B1A-B407-D09FA560E971}"/>
          </ac:spMkLst>
        </pc:spChg>
        <pc:spChg chg="add mod">
          <ac:chgData name="FONG, Chi Kit Ken [DSAI]" userId="960785e9-9efa-43e3-981a-c495c07125dc" providerId="ADAL" clId="{0ACE0F11-CA0F-5A84-BFCB-F7A5E414E4DA}" dt="2026-02-10T02:01:14.058" v="40737" actId="1036"/>
          <ac:spMkLst>
            <pc:docMk/>
            <pc:sldMk cId="1321772142" sldId="2240"/>
            <ac:spMk id="13" creationId="{B94BC353-4408-DADD-E6E9-21FF9C35B6F4}"/>
          </ac:spMkLst>
        </pc:spChg>
        <pc:graphicFrameChg chg="add mod modGraphic">
          <ac:chgData name="FONG, Chi Kit Ken [DSAI]" userId="960785e9-9efa-43e3-981a-c495c07125dc" providerId="ADAL" clId="{0ACE0F11-CA0F-5A84-BFCB-F7A5E414E4DA}" dt="2026-02-10T01:46:59.425" v="40575" actId="20577"/>
          <ac:graphicFrameMkLst>
            <pc:docMk/>
            <pc:sldMk cId="1321772142" sldId="2240"/>
            <ac:graphicFrameMk id="4" creationId="{FFF6B6A9-D70A-AA81-5F31-B6BDA9F0E16E}"/>
          </ac:graphicFrameMkLst>
        </pc:graphicFrameChg>
        <pc:cxnChg chg="add mod">
          <ac:chgData name="FONG, Chi Kit Ken [DSAI]" userId="960785e9-9efa-43e3-981a-c495c07125dc" providerId="ADAL" clId="{0ACE0F11-CA0F-5A84-BFCB-F7A5E414E4DA}" dt="2026-02-10T01:59:46.087" v="40686" actId="14100"/>
          <ac:cxnSpMkLst>
            <pc:docMk/>
            <pc:sldMk cId="1321772142" sldId="2240"/>
            <ac:cxnSpMk id="10" creationId="{D3DEB087-E6A6-ED68-0C90-B7FB61596338}"/>
          </ac:cxnSpMkLst>
        </pc:cxnChg>
      </pc:sldChg>
      <pc:sldChg chg="addSp delSp modSp new mod">
        <pc:chgData name="FONG, Chi Kit Ken [DSAI]" userId="960785e9-9efa-43e3-981a-c495c07125dc" providerId="ADAL" clId="{0ACE0F11-CA0F-5A84-BFCB-F7A5E414E4DA}" dt="2026-02-10T02:06:56.417" v="40864" actId="207"/>
        <pc:sldMkLst>
          <pc:docMk/>
          <pc:sldMk cId="3528256839" sldId="2241"/>
        </pc:sldMkLst>
        <pc:spChg chg="mod">
          <ac:chgData name="FONG, Chi Kit Ken [DSAI]" userId="960785e9-9efa-43e3-981a-c495c07125dc" providerId="ADAL" clId="{0ACE0F11-CA0F-5A84-BFCB-F7A5E414E4DA}" dt="2026-02-10T02:02:15.345" v="40741" actId="108"/>
          <ac:spMkLst>
            <pc:docMk/>
            <pc:sldMk cId="3528256839" sldId="2241"/>
            <ac:spMk id="2" creationId="{9E9E2C5A-6829-CE86-C052-6107DEC29A4F}"/>
          </ac:spMkLst>
        </pc:spChg>
        <pc:spChg chg="mod">
          <ac:chgData name="FONG, Chi Kit Ken [DSAI]" userId="960785e9-9efa-43e3-981a-c495c07125dc" providerId="ADAL" clId="{0ACE0F11-CA0F-5A84-BFCB-F7A5E414E4DA}" dt="2026-02-10T01:43:00.629" v="40513" actId="20577"/>
          <ac:spMkLst>
            <pc:docMk/>
            <pc:sldMk cId="3528256839" sldId="2241"/>
            <ac:spMk id="3" creationId="{30ED9E10-ADC5-6041-7E69-9DFE141F6F96}"/>
          </ac:spMkLst>
        </pc:spChg>
        <pc:spChg chg="add del">
          <ac:chgData name="FONG, Chi Kit Ken [DSAI]" userId="960785e9-9efa-43e3-981a-c495c07125dc" providerId="ADAL" clId="{0ACE0F11-CA0F-5A84-BFCB-F7A5E414E4DA}" dt="2026-02-10T02:02:21.483" v="40743" actId="22"/>
          <ac:spMkLst>
            <pc:docMk/>
            <pc:sldMk cId="3528256839" sldId="2241"/>
            <ac:spMk id="5" creationId="{2A703DD6-6513-A96A-2E64-5437D8DBC707}"/>
          </ac:spMkLst>
        </pc:spChg>
        <pc:graphicFrameChg chg="add mod modGraphic">
          <ac:chgData name="FONG, Chi Kit Ken [DSAI]" userId="960785e9-9efa-43e3-981a-c495c07125dc" providerId="ADAL" clId="{0ACE0F11-CA0F-5A84-BFCB-F7A5E414E4DA}" dt="2026-02-10T02:05:44.803" v="40862" actId="207"/>
          <ac:graphicFrameMkLst>
            <pc:docMk/>
            <pc:sldMk cId="3528256839" sldId="2241"/>
            <ac:graphicFrameMk id="6" creationId="{E52C429E-40B1-DBE1-D039-0918BF6FBCB6}"/>
          </ac:graphicFrameMkLst>
        </pc:graphicFrameChg>
        <pc:graphicFrameChg chg="add mod modGraphic">
          <ac:chgData name="FONG, Chi Kit Ken [DSAI]" userId="960785e9-9efa-43e3-981a-c495c07125dc" providerId="ADAL" clId="{0ACE0F11-CA0F-5A84-BFCB-F7A5E414E4DA}" dt="2026-02-10T02:06:56.417" v="40864" actId="207"/>
          <ac:graphicFrameMkLst>
            <pc:docMk/>
            <pc:sldMk cId="3528256839" sldId="2241"/>
            <ac:graphicFrameMk id="7" creationId="{B4B43AC9-0F33-D3E6-8EC3-EEEA266F8218}"/>
          </ac:graphicFrameMkLst>
        </pc:graphicFrameChg>
      </pc:sldChg>
      <pc:sldChg chg="addSp modSp new mod modAnim">
        <pc:chgData name="FONG, Chi Kit Ken [DSAI]" userId="960785e9-9efa-43e3-981a-c495c07125dc" providerId="ADAL" clId="{0ACE0F11-CA0F-5A84-BFCB-F7A5E414E4DA}" dt="2026-02-10T02:31:02.288" v="41163"/>
        <pc:sldMkLst>
          <pc:docMk/>
          <pc:sldMk cId="544137047" sldId="2242"/>
        </pc:sldMkLst>
        <pc:spChg chg="mod">
          <ac:chgData name="FONG, Chi Kit Ken [DSAI]" userId="960785e9-9efa-43e3-981a-c495c07125dc" providerId="ADAL" clId="{0ACE0F11-CA0F-5A84-BFCB-F7A5E414E4DA}" dt="2026-02-10T02:20:33.270" v="40935" actId="20577"/>
          <ac:spMkLst>
            <pc:docMk/>
            <pc:sldMk cId="544137047" sldId="2242"/>
            <ac:spMk id="2" creationId="{078BB0C9-C052-3D52-0265-8CEE91E088A7}"/>
          </ac:spMkLst>
        </pc:spChg>
        <pc:spChg chg="mod">
          <ac:chgData name="FONG, Chi Kit Ken [DSAI]" userId="960785e9-9efa-43e3-981a-c495c07125dc" providerId="ADAL" clId="{0ACE0F11-CA0F-5A84-BFCB-F7A5E414E4DA}" dt="2026-02-10T02:25:06.353" v="41053" actId="20577"/>
          <ac:spMkLst>
            <pc:docMk/>
            <pc:sldMk cId="544137047" sldId="2242"/>
            <ac:spMk id="3" creationId="{B48A83C9-8888-31A7-0914-9FFEA1B25300}"/>
          </ac:spMkLst>
        </pc:spChg>
        <pc:spChg chg="add mod">
          <ac:chgData name="FONG, Chi Kit Ken [DSAI]" userId="960785e9-9efa-43e3-981a-c495c07125dc" providerId="ADAL" clId="{0ACE0F11-CA0F-5A84-BFCB-F7A5E414E4DA}" dt="2026-02-10T02:20:45.038" v="40939" actId="1076"/>
          <ac:spMkLst>
            <pc:docMk/>
            <pc:sldMk cId="544137047" sldId="2242"/>
            <ac:spMk id="7" creationId="{F3990C64-B128-8831-9B7A-4EBC668E354A}"/>
          </ac:spMkLst>
        </pc:spChg>
        <pc:spChg chg="add mod">
          <ac:chgData name="FONG, Chi Kit Ken [DSAI]" userId="960785e9-9efa-43e3-981a-c495c07125dc" providerId="ADAL" clId="{0ACE0F11-CA0F-5A84-BFCB-F7A5E414E4DA}" dt="2026-02-10T02:20:08.345" v="40924" actId="1076"/>
          <ac:spMkLst>
            <pc:docMk/>
            <pc:sldMk cId="544137047" sldId="2242"/>
            <ac:spMk id="9" creationId="{107B65FB-95A7-75C9-0CCD-6F24A0395E59}"/>
          </ac:spMkLst>
        </pc:spChg>
        <pc:graphicFrameChg chg="add mod modGraphic">
          <ac:chgData name="FONG, Chi Kit Ken [DSAI]" userId="960785e9-9efa-43e3-981a-c495c07125dc" providerId="ADAL" clId="{0ACE0F11-CA0F-5A84-BFCB-F7A5E414E4DA}" dt="2026-02-10T02:29:48.259" v="41148" actId="207"/>
          <ac:graphicFrameMkLst>
            <pc:docMk/>
            <pc:sldMk cId="544137047" sldId="2242"/>
            <ac:graphicFrameMk id="4" creationId="{9F49B146-7A01-A7B2-83CD-5CDB7ABD5D40}"/>
          </ac:graphicFrameMkLst>
        </pc:graphicFrameChg>
        <pc:graphicFrameChg chg="add mod modGraphic">
          <ac:chgData name="FONG, Chi Kit Ken [DSAI]" userId="960785e9-9efa-43e3-981a-c495c07125dc" providerId="ADAL" clId="{0ACE0F11-CA0F-5A84-BFCB-F7A5E414E4DA}" dt="2026-02-10T02:29:51.710" v="41149" actId="207"/>
          <ac:graphicFrameMkLst>
            <pc:docMk/>
            <pc:sldMk cId="544137047" sldId="2242"/>
            <ac:graphicFrameMk id="5" creationId="{FB96CEDF-E287-593D-7D96-78544E77904E}"/>
          </ac:graphicFrameMkLst>
        </pc:graphicFrameChg>
      </pc:sldChg>
      <pc:sldChg chg="addSp modSp new mod modAnim">
        <pc:chgData name="FONG, Chi Kit Ken [DSAI]" userId="960785e9-9efa-43e3-981a-c495c07125dc" providerId="ADAL" clId="{0ACE0F11-CA0F-5A84-BFCB-F7A5E414E4DA}" dt="2026-02-10T02:30:21.107" v="41157" actId="1076"/>
        <pc:sldMkLst>
          <pc:docMk/>
          <pc:sldMk cId="4001798363" sldId="2243"/>
        </pc:sldMkLst>
        <pc:spChg chg="mod">
          <ac:chgData name="FONG, Chi Kit Ken [DSAI]" userId="960785e9-9efa-43e3-981a-c495c07125dc" providerId="ADAL" clId="{0ACE0F11-CA0F-5A84-BFCB-F7A5E414E4DA}" dt="2026-02-10T02:23:34.713" v="41015"/>
          <ac:spMkLst>
            <pc:docMk/>
            <pc:sldMk cId="4001798363" sldId="2243"/>
            <ac:spMk id="2" creationId="{540E4C1C-F46B-6027-FCB9-93FD4A263190}"/>
          </ac:spMkLst>
        </pc:spChg>
        <pc:spChg chg="mod">
          <ac:chgData name="FONG, Chi Kit Ken [DSAI]" userId="960785e9-9efa-43e3-981a-c495c07125dc" providerId="ADAL" clId="{0ACE0F11-CA0F-5A84-BFCB-F7A5E414E4DA}" dt="2026-02-10T02:25:09.606" v="41054"/>
          <ac:spMkLst>
            <pc:docMk/>
            <pc:sldMk cId="4001798363" sldId="2243"/>
            <ac:spMk id="3" creationId="{1AA3E52A-D524-088A-CCE6-80C5D8DA7E18}"/>
          </ac:spMkLst>
        </pc:spChg>
        <pc:spChg chg="add mod">
          <ac:chgData name="FONG, Chi Kit Ken [DSAI]" userId="960785e9-9efa-43e3-981a-c495c07125dc" providerId="ADAL" clId="{0ACE0F11-CA0F-5A84-BFCB-F7A5E414E4DA}" dt="2026-02-10T02:22:22.701" v="40986" actId="1076"/>
          <ac:spMkLst>
            <pc:docMk/>
            <pc:sldMk cId="4001798363" sldId="2243"/>
            <ac:spMk id="6" creationId="{E678E3FA-A164-0385-E00D-EE71A54AF5A4}"/>
          </ac:spMkLst>
        </pc:spChg>
        <pc:spChg chg="add mod">
          <ac:chgData name="FONG, Chi Kit Ken [DSAI]" userId="960785e9-9efa-43e3-981a-c495c07125dc" providerId="ADAL" clId="{0ACE0F11-CA0F-5A84-BFCB-F7A5E414E4DA}" dt="2026-02-10T02:30:21.107" v="41157" actId="1076"/>
          <ac:spMkLst>
            <pc:docMk/>
            <pc:sldMk cId="4001798363" sldId="2243"/>
            <ac:spMk id="9" creationId="{604904BC-B04B-FAEA-EDA2-A44393130E91}"/>
          </ac:spMkLst>
        </pc:spChg>
        <pc:graphicFrameChg chg="add mod modGraphic">
          <ac:chgData name="FONG, Chi Kit Ken [DSAI]" userId="960785e9-9efa-43e3-981a-c495c07125dc" providerId="ADAL" clId="{0ACE0F11-CA0F-5A84-BFCB-F7A5E414E4DA}" dt="2026-02-10T02:29:59.890" v="41152" actId="20577"/>
          <ac:graphicFrameMkLst>
            <pc:docMk/>
            <pc:sldMk cId="4001798363" sldId="2243"/>
            <ac:graphicFrameMk id="4" creationId="{AAFEE953-78F3-12B5-D704-0C1B748E797E}"/>
          </ac:graphicFrameMkLst>
        </pc:graphicFrameChg>
        <pc:graphicFrameChg chg="add mod modGraphic">
          <ac:chgData name="FONG, Chi Kit Ken [DSAI]" userId="960785e9-9efa-43e3-981a-c495c07125dc" providerId="ADAL" clId="{0ACE0F11-CA0F-5A84-BFCB-F7A5E414E4DA}" dt="2026-02-10T02:24:42.133" v="41039" actId="20577"/>
          <ac:graphicFrameMkLst>
            <pc:docMk/>
            <pc:sldMk cId="4001798363" sldId="2243"/>
            <ac:graphicFrameMk id="7" creationId="{3C32A04B-53EE-3DD4-9750-8BE246CD7A8B}"/>
          </ac:graphicFrameMkLst>
        </pc:graphicFrameChg>
      </pc:sldChg>
      <pc:sldChg chg="addSp modSp new mod modAnim">
        <pc:chgData name="FONG, Chi Kit Ken [DSAI]" userId="960785e9-9efa-43e3-981a-c495c07125dc" providerId="ADAL" clId="{0ACE0F11-CA0F-5A84-BFCB-F7A5E414E4DA}" dt="2026-02-10T02:30:29.140" v="41159"/>
        <pc:sldMkLst>
          <pc:docMk/>
          <pc:sldMk cId="1991490361" sldId="2244"/>
        </pc:sldMkLst>
        <pc:spChg chg="mod">
          <ac:chgData name="FONG, Chi Kit Ken [DSAI]" userId="960785e9-9efa-43e3-981a-c495c07125dc" providerId="ADAL" clId="{0ACE0F11-CA0F-5A84-BFCB-F7A5E414E4DA}" dt="2026-02-10T02:23:07.263" v="41011"/>
          <ac:spMkLst>
            <pc:docMk/>
            <pc:sldMk cId="1991490361" sldId="2244"/>
            <ac:spMk id="2" creationId="{08FA7C92-7A8B-45BB-33D8-99F618DC7230}"/>
          </ac:spMkLst>
        </pc:spChg>
        <pc:spChg chg="mod">
          <ac:chgData name="FONG, Chi Kit Ken [DSAI]" userId="960785e9-9efa-43e3-981a-c495c07125dc" providerId="ADAL" clId="{0ACE0F11-CA0F-5A84-BFCB-F7A5E414E4DA}" dt="2026-02-10T02:25:10.944" v="41055"/>
          <ac:spMkLst>
            <pc:docMk/>
            <pc:sldMk cId="1991490361" sldId="2244"/>
            <ac:spMk id="3" creationId="{53D1CBF1-E3FC-122A-BEE0-D115286DAA72}"/>
          </ac:spMkLst>
        </pc:spChg>
        <pc:spChg chg="add mod">
          <ac:chgData name="FONG, Chi Kit Ken [DSAI]" userId="960785e9-9efa-43e3-981a-c495c07125dc" providerId="ADAL" clId="{0ACE0F11-CA0F-5A84-BFCB-F7A5E414E4DA}" dt="2026-02-10T02:24:55.250" v="41041" actId="1076"/>
          <ac:spMkLst>
            <pc:docMk/>
            <pc:sldMk cId="1991490361" sldId="2244"/>
            <ac:spMk id="5" creationId="{59D3435D-F181-1003-E0EF-8CB816E33FBF}"/>
          </ac:spMkLst>
        </pc:spChg>
        <pc:graphicFrameChg chg="add mod modGraphic">
          <ac:chgData name="FONG, Chi Kit Ken [DSAI]" userId="960785e9-9efa-43e3-981a-c495c07125dc" providerId="ADAL" clId="{0ACE0F11-CA0F-5A84-BFCB-F7A5E414E4DA}" dt="2026-02-10T02:24:51.192" v="41040" actId="207"/>
          <ac:graphicFrameMkLst>
            <pc:docMk/>
            <pc:sldMk cId="1991490361" sldId="2244"/>
            <ac:graphicFrameMk id="6" creationId="{0B971446-3F64-0D18-BBB7-047E3D203E35}"/>
          </ac:graphicFrameMkLst>
        </pc:graphicFrameChg>
      </pc:sldChg>
      <pc:sldChg chg="new del ord">
        <pc:chgData name="FONG, Chi Kit Ken [DSAI]" userId="960785e9-9efa-43e3-981a-c495c07125dc" providerId="ADAL" clId="{0ACE0F11-CA0F-5A84-BFCB-F7A5E414E4DA}" dt="2026-02-10T02:25:45.515" v="41059" actId="2696"/>
        <pc:sldMkLst>
          <pc:docMk/>
          <pc:sldMk cId="4265317471" sldId="22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D96772-9817-D32D-CFDB-4082AEA13D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386172B-8397-3A88-9BA7-9C3DBC65BB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A828F9-B03F-44CA-BF33-27494910E999}" type="datetimeFigureOut">
              <a:rPr lang="en-US" smtClean="0"/>
              <a:t>2/10/26</a:t>
            </a:fld>
            <a:endParaRPr lang="en-US"/>
          </a:p>
        </p:txBody>
      </p:sp>
      <p:sp>
        <p:nvSpPr>
          <p:cNvPr id="4" name="Footer Placeholder 3">
            <a:extLst>
              <a:ext uri="{FF2B5EF4-FFF2-40B4-BE49-F238E27FC236}">
                <a16:creationId xmlns:a16="http://schemas.microsoft.com/office/drawing/2014/main" id="{B1C08E2D-8C3D-B8DD-3F2A-AA9AE2C326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DC741F-C3B9-696C-07A4-6B6C6E1BE0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A5BC5F-DD29-48CA-B1A9-365C6504E9CB}" type="slidenum">
              <a:rPr lang="en-US" smtClean="0"/>
              <a:t>‹#›</a:t>
            </a:fld>
            <a:endParaRPr lang="en-US"/>
          </a:p>
        </p:txBody>
      </p:sp>
    </p:spTree>
    <p:extLst>
      <p:ext uri="{BB962C8B-B14F-4D97-AF65-F5344CB8AC3E}">
        <p14:creationId xmlns:p14="http://schemas.microsoft.com/office/powerpoint/2010/main" val="388482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5F59B-C668-4011-983E-F315D5C6132D}" type="datetimeFigureOut">
              <a:rPr lang="en-US" smtClean="0"/>
              <a:t>2/10/26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F99F9-2769-4C52-8EE2-7278119F0A16}" type="slidenum">
              <a:rPr lang="en-US" smtClean="0"/>
              <a:t>‹#›</a:t>
            </a:fld>
            <a:endParaRPr lang="en-US"/>
          </a:p>
        </p:txBody>
      </p:sp>
    </p:spTree>
    <p:extLst>
      <p:ext uri="{BB962C8B-B14F-4D97-AF65-F5344CB8AC3E}">
        <p14:creationId xmlns:p14="http://schemas.microsoft.com/office/powerpoint/2010/main" val="2612925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8F99F9-2769-4C52-8EE2-7278119F0A16}" type="slidenum">
              <a:rPr lang="en-US" smtClean="0"/>
              <a:t>1</a:t>
            </a:fld>
            <a:endParaRPr lang="en-US"/>
          </a:p>
        </p:txBody>
      </p:sp>
    </p:spTree>
    <p:extLst>
      <p:ext uri="{BB962C8B-B14F-4D97-AF65-F5344CB8AC3E}">
        <p14:creationId xmlns:p14="http://schemas.microsoft.com/office/powerpoint/2010/main" val="12329314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F993BB-6145-4D1C-B438-D1350312F172}"/>
              </a:ext>
            </a:extLst>
          </p:cNvPr>
          <p:cNvSpPr>
            <a:spLocks noGrp="1"/>
          </p:cNvSpPr>
          <p:nvPr>
            <p:ph type="title" hasCustomPrompt="1"/>
          </p:nvPr>
        </p:nvSpPr>
        <p:spPr>
          <a:xfrm>
            <a:off x="4099557" y="2169539"/>
            <a:ext cx="3898380" cy="1764792"/>
          </a:xfrm>
        </p:spPr>
        <p:txBody>
          <a:bodyPr anchor="t">
            <a:noAutofit/>
          </a:bodyPr>
          <a:lstStyle>
            <a:lvl1pPr>
              <a:defRPr sz="3600" b="1">
                <a:solidFill>
                  <a:schemeClr val="tx2"/>
                </a:solidFill>
                <a:latin typeface="+mn-lt"/>
              </a:defRPr>
            </a:lvl1pPr>
          </a:lstStyle>
          <a:p>
            <a:r>
              <a:rPr lang="en-US"/>
              <a:t>Click to add title</a:t>
            </a:r>
          </a:p>
        </p:txBody>
      </p:sp>
      <p:sp>
        <p:nvSpPr>
          <p:cNvPr id="12" name="Subtitle 2">
            <a:extLst>
              <a:ext uri="{FF2B5EF4-FFF2-40B4-BE49-F238E27FC236}">
                <a16:creationId xmlns:a16="http://schemas.microsoft.com/office/drawing/2014/main" id="{64030515-78CF-D472-B3D6-9EE48BCA2662}"/>
              </a:ext>
            </a:extLst>
          </p:cNvPr>
          <p:cNvSpPr>
            <a:spLocks noGrp="1"/>
          </p:cNvSpPr>
          <p:nvPr>
            <p:ph type="subTitle" idx="1" hasCustomPrompt="1"/>
          </p:nvPr>
        </p:nvSpPr>
        <p:spPr>
          <a:xfrm>
            <a:off x="4098342" y="3934331"/>
            <a:ext cx="3899755" cy="1024128"/>
          </a:xfrm>
        </p:spPr>
        <p:txBody>
          <a:bodyPr>
            <a:noAutofit/>
          </a:bodyPr>
          <a:lstStyle>
            <a:lvl1pPr marL="0" indent="0" algn="l">
              <a:lnSpc>
                <a:spcPct val="100000"/>
              </a:lnSpc>
              <a:buNone/>
              <a:defRPr sz="1400" b="1">
                <a:solidFill>
                  <a:schemeClr val="tx2"/>
                </a:solidFill>
                <a:latin typeface="+mj-lt"/>
                <a:cs typeface="Segoe UI Semibold" panose="020B0702040204020203"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add subtitle</a:t>
            </a:r>
          </a:p>
        </p:txBody>
      </p:sp>
      <p:sp>
        <p:nvSpPr>
          <p:cNvPr id="5" name="Oval 4">
            <a:extLst>
              <a:ext uri="{FF2B5EF4-FFF2-40B4-BE49-F238E27FC236}">
                <a16:creationId xmlns:a16="http://schemas.microsoft.com/office/drawing/2014/main" id="{0D520E0A-9F3C-2B74-DA11-E0251E5A0A71}"/>
              </a:ext>
              <a:ext uri="{C183D7F6-B498-43B3-948B-1728B52AA6E4}">
                <adec:decorative xmlns:adec="http://schemas.microsoft.com/office/drawing/2017/decorative" val="1"/>
              </a:ext>
            </a:extLst>
          </p:cNvPr>
          <p:cNvSpPr/>
          <p:nvPr userDrawn="1"/>
        </p:nvSpPr>
        <p:spPr>
          <a:xfrm>
            <a:off x="8635846" y="1318569"/>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grpSp>
        <p:nvGrpSpPr>
          <p:cNvPr id="14" name="Group 13">
            <a:extLst>
              <a:ext uri="{FF2B5EF4-FFF2-40B4-BE49-F238E27FC236}">
                <a16:creationId xmlns:a16="http://schemas.microsoft.com/office/drawing/2014/main" id="{85549B0E-9133-3CD2-5A20-A4BD09614750}"/>
              </a:ext>
            </a:extLst>
          </p:cNvPr>
          <p:cNvGrpSpPr/>
          <p:nvPr userDrawn="1"/>
        </p:nvGrpSpPr>
        <p:grpSpPr>
          <a:xfrm>
            <a:off x="201176" y="1586844"/>
            <a:ext cx="3898381" cy="3898381"/>
            <a:chOff x="492349" y="822706"/>
            <a:chExt cx="5439251" cy="5439251"/>
          </a:xfrm>
        </p:grpSpPr>
        <p:sp>
          <p:nvSpPr>
            <p:cNvPr id="2" name="Oval 1">
              <a:extLst>
                <a:ext uri="{FF2B5EF4-FFF2-40B4-BE49-F238E27FC236}">
                  <a16:creationId xmlns:a16="http://schemas.microsoft.com/office/drawing/2014/main" id="{044AEFBC-64F2-936B-DCB9-CC545B781D10}"/>
                </a:ext>
                <a:ext uri="{C183D7F6-B498-43B3-948B-1728B52AA6E4}">
                  <adec:decorative xmlns:adec="http://schemas.microsoft.com/office/drawing/2017/decorative" val="1"/>
                </a:ext>
              </a:extLst>
            </p:cNvPr>
            <p:cNvSpPr/>
            <p:nvPr userDrawn="1"/>
          </p:nvSpPr>
          <p:spPr>
            <a:xfrm>
              <a:off x="492349" y="822706"/>
              <a:ext cx="5439251" cy="5439251"/>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8" name="Oval 7">
              <a:extLst>
                <a:ext uri="{FF2B5EF4-FFF2-40B4-BE49-F238E27FC236}">
                  <a16:creationId xmlns:a16="http://schemas.microsoft.com/office/drawing/2014/main" id="{69C3D3B6-D949-DCE6-1749-76AA5DC67D1F}"/>
                </a:ext>
                <a:ext uri="{C183D7F6-B498-43B3-948B-1728B52AA6E4}">
                  <adec:decorative xmlns:adec="http://schemas.microsoft.com/office/drawing/2017/decorative" val="1"/>
                </a:ext>
              </a:extLst>
            </p:cNvPr>
            <p:cNvSpPr/>
            <p:nvPr userDrawn="1"/>
          </p:nvSpPr>
          <p:spPr>
            <a:xfrm>
              <a:off x="638840" y="5012346"/>
              <a:ext cx="837679" cy="837678"/>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grpSp>
      <p:sp>
        <p:nvSpPr>
          <p:cNvPr id="10" name="Freeform 12">
            <a:extLst>
              <a:ext uri="{FF2B5EF4-FFF2-40B4-BE49-F238E27FC236}">
                <a16:creationId xmlns:a16="http://schemas.microsoft.com/office/drawing/2014/main" id="{A759B287-7ACD-CCB9-A26D-28CA3AE0F5EA}"/>
              </a:ext>
              <a:ext uri="{C183D7F6-B498-43B3-948B-1728B52AA6E4}">
                <adec:decorative xmlns:adec="http://schemas.microsoft.com/office/drawing/2017/decorative" val="1"/>
              </a:ext>
            </a:extLst>
          </p:cNvPr>
          <p:cNvSpPr/>
          <p:nvPr userDrawn="1"/>
        </p:nvSpPr>
        <p:spPr>
          <a:xfrm>
            <a:off x="7190481" y="0"/>
            <a:ext cx="1499067" cy="1061910"/>
          </a:xfrm>
          <a:custGeom>
            <a:avLst/>
            <a:gdLst>
              <a:gd name="connsiteX0" fmla="*/ 70097 w 1499066"/>
              <a:gd name="connsiteY0" fmla="*/ 0 h 1061910"/>
              <a:gd name="connsiteX1" fmla="*/ 1428969 w 1499066"/>
              <a:gd name="connsiteY1" fmla="*/ 0 h 1061910"/>
              <a:gd name="connsiteX2" fmla="*/ 1440164 w 1499066"/>
              <a:gd name="connsiteY2" fmla="*/ 20625 h 1061910"/>
              <a:gd name="connsiteX3" fmla="*/ 1499066 w 1499066"/>
              <a:gd name="connsiteY3" fmla="*/ 312377 h 1061910"/>
              <a:gd name="connsiteX4" fmla="*/ 749533 w 1499066"/>
              <a:gd name="connsiteY4" fmla="*/ 1061910 h 1061910"/>
              <a:gd name="connsiteX5" fmla="*/ 0 w 1499066"/>
              <a:gd name="connsiteY5" fmla="*/ 312377 h 1061910"/>
              <a:gd name="connsiteX6" fmla="*/ 58902 w 1499066"/>
              <a:gd name="connsiteY6" fmla="*/ 20625 h 10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066" h="1061910">
                <a:moveTo>
                  <a:pt x="70097" y="0"/>
                </a:moveTo>
                <a:lnTo>
                  <a:pt x="1428969" y="0"/>
                </a:lnTo>
                <a:lnTo>
                  <a:pt x="1440164" y="20625"/>
                </a:lnTo>
                <a:cubicBezTo>
                  <a:pt x="1478092" y="110298"/>
                  <a:pt x="1499066" y="208888"/>
                  <a:pt x="1499066" y="312377"/>
                </a:cubicBezTo>
                <a:cubicBezTo>
                  <a:pt x="1499066" y="726333"/>
                  <a:pt x="1163489" y="1061910"/>
                  <a:pt x="749533" y="1061910"/>
                </a:cubicBezTo>
                <a:cubicBezTo>
                  <a:pt x="335577" y="1061910"/>
                  <a:pt x="0" y="726333"/>
                  <a:pt x="0" y="312377"/>
                </a:cubicBezTo>
                <a:cubicBezTo>
                  <a:pt x="0" y="208888"/>
                  <a:pt x="20974" y="110298"/>
                  <a:pt x="58902" y="20625"/>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3" name="Picture Placeholder 6">
            <a:extLst>
              <a:ext uri="{FF2B5EF4-FFF2-40B4-BE49-F238E27FC236}">
                <a16:creationId xmlns:a16="http://schemas.microsoft.com/office/drawing/2014/main" id="{7EC075E2-093A-4845-BDC4-BD2FAA7A59E1}"/>
              </a:ext>
            </a:extLst>
          </p:cNvPr>
          <p:cNvSpPr>
            <a:spLocks noGrp="1"/>
          </p:cNvSpPr>
          <p:nvPr>
            <p:ph type="pic" sz="quarter" idx="10"/>
          </p:nvPr>
        </p:nvSpPr>
        <p:spPr>
          <a:xfrm>
            <a:off x="118319" y="1373479"/>
            <a:ext cx="4325112" cy="4325112"/>
          </a:xfrm>
          <a:noFill/>
        </p:spPr>
        <p:txBody>
          <a:bodyPr anchor="t">
            <a:noAutofit/>
          </a:bodyPr>
          <a:lstStyle>
            <a:lvl1pPr algn="ctr">
              <a:defRPr/>
            </a:lvl1pPr>
          </a:lstStyle>
          <a:p>
            <a:r>
              <a:rPr lang="en-US"/>
              <a:t>Click icon to add picture</a:t>
            </a:r>
          </a:p>
        </p:txBody>
      </p:sp>
      <p:pic>
        <p:nvPicPr>
          <p:cNvPr id="16" name="Picture 15" descr="University Identity | The Hong Kong Polytechnic University">
            <a:extLst>
              <a:ext uri="{FF2B5EF4-FFF2-40B4-BE49-F238E27FC236}">
                <a16:creationId xmlns:a16="http://schemas.microsoft.com/office/drawing/2014/main" id="{1BBBEAE2-6B0F-71DF-4FC2-46AD2FF683E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04393" y="311569"/>
            <a:ext cx="1871244" cy="358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962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5BEC9516-95B6-310C-2652-36F6014917E3}"/>
              </a:ext>
              <a:ext uri="{C183D7F6-B498-43B3-948B-1728B52AA6E4}">
                <adec:decorative xmlns:adec="http://schemas.microsoft.com/office/drawing/2017/decorative" val="1"/>
              </a:ext>
            </a:extLst>
          </p:cNvPr>
          <p:cNvSpPr/>
          <p:nvPr userDrawn="1"/>
        </p:nvSpPr>
        <p:spPr>
          <a:xfrm>
            <a:off x="8413795" y="6187712"/>
            <a:ext cx="389835" cy="389835"/>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a:p>
        </p:txBody>
      </p:sp>
      <p:sp>
        <p:nvSpPr>
          <p:cNvPr id="7" name="Rectangle 6">
            <a:extLst>
              <a:ext uri="{FF2B5EF4-FFF2-40B4-BE49-F238E27FC236}">
                <a16:creationId xmlns:a16="http://schemas.microsoft.com/office/drawing/2014/main" id="{3ED0E065-0B41-7577-623E-6622A2E5101A}"/>
              </a:ext>
            </a:extLst>
          </p:cNvPr>
          <p:cNvSpPr/>
          <p:nvPr userDrawn="1"/>
        </p:nvSpPr>
        <p:spPr>
          <a:xfrm>
            <a:off x="133164" y="186431"/>
            <a:ext cx="8851038" cy="6516210"/>
          </a:xfrm>
          <a:prstGeom prst="rect">
            <a:avLst/>
          </a:prstGeom>
          <a:noFill/>
          <a:ln w="28575" cap="flat">
            <a:solidFill>
              <a:schemeClr val="accent3"/>
            </a:solidFill>
            <a:prstDash val="solid"/>
            <a:miter/>
          </a:ln>
        </p:spPr>
        <p:txBody>
          <a:bodyPr rtlCol="0" anchor="ctr"/>
          <a:lstStyle/>
          <a:p>
            <a:pPr algn="l"/>
            <a:endParaRPr lang="en-US"/>
          </a:p>
        </p:txBody>
      </p:sp>
      <p:pic>
        <p:nvPicPr>
          <p:cNvPr id="9" name="Picture 8" descr="University Identity | The Hong Kong Polytechnic University">
            <a:extLst>
              <a:ext uri="{FF2B5EF4-FFF2-40B4-BE49-F238E27FC236}">
                <a16:creationId xmlns:a16="http://schemas.microsoft.com/office/drawing/2014/main" id="{16662D3D-8A33-0441-1D94-CF99B5175A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04393" y="311569"/>
            <a:ext cx="1871244" cy="35865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94E881B-EC41-B0CC-7CFC-3C8D5E3AF79C}"/>
              </a:ext>
            </a:extLst>
          </p:cNvPr>
          <p:cNvGrpSpPr/>
          <p:nvPr userDrawn="1"/>
        </p:nvGrpSpPr>
        <p:grpSpPr>
          <a:xfrm>
            <a:off x="4558683" y="186431"/>
            <a:ext cx="163622" cy="6516210"/>
            <a:chOff x="6096000" y="327025"/>
            <a:chExt cx="0" cy="6203950"/>
          </a:xfrm>
        </p:grpSpPr>
        <p:cxnSp>
          <p:nvCxnSpPr>
            <p:cNvPr id="15" name="Straight Connector 14">
              <a:extLst>
                <a:ext uri="{FF2B5EF4-FFF2-40B4-BE49-F238E27FC236}">
                  <a16:creationId xmlns:a16="http://schemas.microsoft.com/office/drawing/2014/main" id="{444FF3E8-7A16-45D7-0B9D-696859B20BFE}"/>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75C94F7-D886-2920-EBBF-3E6B54BC150C}"/>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 name="Content Placeholder 7">
            <a:extLst>
              <a:ext uri="{FF2B5EF4-FFF2-40B4-BE49-F238E27FC236}">
                <a16:creationId xmlns:a16="http://schemas.microsoft.com/office/drawing/2014/main" id="{FE91ACBD-101E-31FD-DE75-0AF48A2BA2E4}"/>
              </a:ext>
            </a:extLst>
          </p:cNvPr>
          <p:cNvSpPr>
            <a:spLocks noGrp="1"/>
          </p:cNvSpPr>
          <p:nvPr>
            <p:ph sz="quarter" idx="14"/>
          </p:nvPr>
        </p:nvSpPr>
        <p:spPr>
          <a:xfrm>
            <a:off x="367004" y="1686757"/>
            <a:ext cx="8367942" cy="4519510"/>
          </a:xfrm>
        </p:spPr>
        <p:txBody>
          <a:bodyPr>
            <a:normAutofit/>
          </a:bodyPr>
          <a:lstStyle>
            <a:lvl1pPr marL="342900" indent="-342900">
              <a:lnSpc>
                <a:spcPct val="100000"/>
              </a:lnSpc>
              <a:spcBef>
                <a:spcPts val="0"/>
              </a:spcBef>
              <a:buFont typeface="Courier New" panose="02070309020205020404" pitchFamily="49" charset="0"/>
              <a:buChar char="o"/>
              <a:defRPr sz="2400"/>
            </a:lvl1pPr>
            <a:lvl2pPr marL="171446" indent="-171446">
              <a:lnSpc>
                <a:spcPct val="100000"/>
              </a:lnSpc>
              <a:spcBef>
                <a:spcPts val="0"/>
              </a:spcBef>
              <a:spcAft>
                <a:spcPts val="600"/>
              </a:spcAft>
              <a:buClr>
                <a:schemeClr val="accent3"/>
              </a:buClr>
              <a:buSzPct val="120000"/>
              <a:buFont typeface="Courier New" panose="02070309020205020404" pitchFamily="49" charset="0"/>
              <a:buChar char="o"/>
              <a:defRPr lang="en-US" sz="1600" kern="1200" dirty="0">
                <a:solidFill>
                  <a:schemeClr val="tx1"/>
                </a:solidFill>
                <a:latin typeface="+mn-lt"/>
                <a:ea typeface="+mn-ea"/>
                <a:cs typeface="+mn-cs"/>
              </a:defRPr>
            </a:lvl2pPr>
            <a:lvl3pPr marL="628641" indent="-285750">
              <a:lnSpc>
                <a:spcPct val="100000"/>
              </a:lnSpc>
              <a:spcBef>
                <a:spcPts val="0"/>
              </a:spcBef>
              <a:buClr>
                <a:srgbClr val="FF9300"/>
              </a:buClr>
              <a:buFont typeface="Courier New" panose="02070309020205020404" pitchFamily="49" charset="0"/>
              <a:buChar char="o"/>
              <a:defRPr sz="1400"/>
            </a:lvl3pPr>
            <a:lvl4pPr marL="857228" indent="-171446">
              <a:lnSpc>
                <a:spcPct val="100000"/>
              </a:lnSpc>
              <a:spcBef>
                <a:spcPts val="0"/>
              </a:spcBef>
              <a:buClr>
                <a:schemeClr val="accent5">
                  <a:lumMod val="60000"/>
                  <a:lumOff val="40000"/>
                </a:schemeClr>
              </a:buClr>
              <a:buFont typeface="Courier New" panose="02070309020205020404" pitchFamily="49" charset="0"/>
              <a:buChar char="o"/>
              <a:defRPr sz="1200"/>
            </a:lvl4pPr>
            <a:lvl5pPr marL="1200120" indent="-171446">
              <a:lnSpc>
                <a:spcPct val="100000"/>
              </a:lnSpc>
              <a:spcBef>
                <a:spcPts val="0"/>
              </a:spcBef>
              <a:buFont typeface="Courier New" panose="02070309020205020404" pitchFamily="49" charset="0"/>
              <a:buChar char="o"/>
              <a:defRPr sz="1050"/>
            </a:lvl5pPr>
          </a:lstStyle>
          <a:p>
            <a:pPr marL="514346" lvl="1" indent="-342900" algn="l" defTabSz="685783" rtl="0" eaLnBrk="1" latinLnBrk="0" hangingPunct="1">
              <a:lnSpc>
                <a:spcPct val="150000"/>
              </a:lnSpc>
              <a:spcBef>
                <a:spcPts val="0"/>
              </a:spcBef>
              <a:spcAft>
                <a:spcPts val="900"/>
              </a:spcAft>
              <a:buClr>
                <a:schemeClr val="accent3"/>
              </a:buClr>
              <a:buSzPct val="120000"/>
              <a:buFont typeface="Courier New" panose="02070309020205020404" pitchFamily="49" charset="0"/>
              <a:buChar char="o"/>
            </a:pPr>
            <a:r>
              <a:rPr lang="en-US"/>
              <a:t>Click to edit Master text styles</a:t>
            </a:r>
          </a:p>
          <a:p>
            <a:pPr lvl="2"/>
            <a:r>
              <a:rPr lang="en-US"/>
              <a:t>Second level</a:t>
            </a:r>
          </a:p>
          <a:p>
            <a:pPr lvl="3"/>
            <a:r>
              <a:rPr lang="en-US"/>
              <a:t>Third level</a:t>
            </a:r>
          </a:p>
          <a:p>
            <a:pPr lvl="4"/>
            <a:r>
              <a:rPr lang="en-US"/>
              <a:t>Fourth level</a:t>
            </a:r>
          </a:p>
          <a:p>
            <a:pPr lvl="4"/>
            <a:r>
              <a:rPr lang="en-US"/>
              <a:t>Fifth level</a:t>
            </a:r>
          </a:p>
        </p:txBody>
      </p:sp>
      <p:sp>
        <p:nvSpPr>
          <p:cNvPr id="10" name="Slide Number Placeholder 5">
            <a:extLst>
              <a:ext uri="{FF2B5EF4-FFF2-40B4-BE49-F238E27FC236}">
                <a16:creationId xmlns:a16="http://schemas.microsoft.com/office/drawing/2014/main" id="{BD27AD0B-B30D-9C63-5F05-0190AE98D23A}"/>
              </a:ext>
            </a:extLst>
          </p:cNvPr>
          <p:cNvSpPr txBox="1">
            <a:spLocks/>
          </p:cNvSpPr>
          <p:nvPr userDrawn="1"/>
        </p:nvSpPr>
        <p:spPr>
          <a:xfrm>
            <a:off x="8413794" y="6205632"/>
            <a:ext cx="389833" cy="365760"/>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900" kern="1200" baseline="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1BC2EDA-D519-4F34-BF3F-BFFF500F4B03}" type="slidenum">
              <a:rPr lang="en-US" sz="1000" b="1" smtClean="0"/>
              <a:pPr algn="ctr"/>
              <a:t>‹#›</a:t>
            </a:fld>
            <a:endParaRPr lang="en-US" sz="1000" b="1"/>
          </a:p>
        </p:txBody>
      </p:sp>
      <p:sp>
        <p:nvSpPr>
          <p:cNvPr id="12" name="Title 1">
            <a:extLst>
              <a:ext uri="{FF2B5EF4-FFF2-40B4-BE49-F238E27FC236}">
                <a16:creationId xmlns:a16="http://schemas.microsoft.com/office/drawing/2014/main" id="{5961887F-914C-4E0C-4C2E-7F9AAAEF1C10}"/>
              </a:ext>
            </a:extLst>
          </p:cNvPr>
          <p:cNvSpPr>
            <a:spLocks noGrp="1"/>
          </p:cNvSpPr>
          <p:nvPr>
            <p:ph type="title"/>
          </p:nvPr>
        </p:nvSpPr>
        <p:spPr>
          <a:xfrm>
            <a:off x="367681" y="809870"/>
            <a:ext cx="8367943" cy="761478"/>
          </a:xfrm>
        </p:spPr>
        <p:txBody>
          <a:bodyPr anchor="t" anchorCtr="0">
            <a:normAutofit/>
          </a:bodyPr>
          <a:lstStyle>
            <a:lvl1pPr>
              <a:defRPr lang="en-US" sz="3600" b="0" kern="1200" dirty="0">
                <a:solidFill>
                  <a:schemeClr val="accent3"/>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4195103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99000">
              <a:srgbClr val="FDFFFE"/>
            </a:gs>
            <a:gs pos="66000">
              <a:srgbClr val="F3FFFF"/>
            </a:gs>
            <a:gs pos="37992">
              <a:srgbClr val="FFFFFF"/>
            </a:gs>
            <a:gs pos="5000">
              <a:srgbClr val="EAFCFE"/>
            </a:gs>
          </a:gsLst>
          <a:lin ang="17400000" scaled="0"/>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92D540-E480-EF1B-28D4-D98C5FF63169}"/>
              </a:ext>
            </a:extLst>
          </p:cNvPr>
          <p:cNvSpPr>
            <a:spLocks noGrp="1"/>
          </p:cNvSpPr>
          <p:nvPr>
            <p:ph type="title" hasCustomPrompt="1"/>
          </p:nvPr>
        </p:nvSpPr>
        <p:spPr>
          <a:xfrm>
            <a:off x="628651" y="1065237"/>
            <a:ext cx="1919240" cy="4939430"/>
          </a:xfrm>
        </p:spPr>
        <p:txBody>
          <a:bodyPr anchor="ctr">
            <a:normAutofit/>
          </a:bodyPr>
          <a:lstStyle>
            <a:lvl1pPr algn="ctr">
              <a:defRPr sz="2700">
                <a:solidFill>
                  <a:schemeClr val="accent3"/>
                </a:solidFill>
              </a:defRPr>
            </a:lvl1pPr>
          </a:lstStyle>
          <a:p>
            <a:r>
              <a:rPr lang="en-US"/>
              <a:t>Agenda</a:t>
            </a:r>
          </a:p>
        </p:txBody>
      </p:sp>
      <p:sp>
        <p:nvSpPr>
          <p:cNvPr id="6" name="Content Placeholder 2">
            <a:extLst>
              <a:ext uri="{FF2B5EF4-FFF2-40B4-BE49-F238E27FC236}">
                <a16:creationId xmlns:a16="http://schemas.microsoft.com/office/drawing/2014/main" id="{DEB61084-3519-70C6-F9CD-71E046FBC02E}"/>
              </a:ext>
            </a:extLst>
          </p:cNvPr>
          <p:cNvSpPr>
            <a:spLocks noGrp="1"/>
          </p:cNvSpPr>
          <p:nvPr>
            <p:ph idx="1"/>
          </p:nvPr>
        </p:nvSpPr>
        <p:spPr>
          <a:xfrm>
            <a:off x="3043378" y="1065237"/>
            <a:ext cx="5337381" cy="4939430"/>
          </a:xfrm>
        </p:spPr>
        <p:txBody>
          <a:bodyPr anchor="ctr" anchorCtr="0">
            <a:normAutofit/>
          </a:bodyPr>
          <a:lstStyle>
            <a:lvl1pPr marL="0" indent="0" algn="ctr">
              <a:lnSpc>
                <a:spcPct val="200000"/>
              </a:lnSpc>
              <a:buNone/>
              <a:defRPr lang="en-US" sz="1200" kern="1200" cap="all" spc="225" dirty="0">
                <a:solidFill>
                  <a:prstClr val="black"/>
                </a:solidFill>
                <a:latin typeface="+mn-lt"/>
                <a:ea typeface="+mn-ea"/>
                <a:cs typeface="+mn-cs"/>
              </a:defRPr>
            </a:lvl1pPr>
            <a:lvl2pPr marL="557213" indent="-214313" algn="ctr">
              <a:lnSpc>
                <a:spcPct val="120000"/>
              </a:lnSpc>
              <a:buFont typeface="Arial" panose="020B0604020202020204" pitchFamily="34" charset="0"/>
              <a:buChar char="•"/>
              <a:defRPr lang="en-US" sz="1200" kern="1200" cap="none" spc="0" baseline="0" dirty="0">
                <a:solidFill>
                  <a:prstClr val="black"/>
                </a:solidFill>
                <a:latin typeface="+mn-lt"/>
                <a:ea typeface="+mn-ea"/>
                <a:cs typeface="+mn-cs"/>
              </a:defRPr>
            </a:lvl2pPr>
            <a:lvl3pPr marL="900113" indent="-214313" algn="ctr">
              <a:lnSpc>
                <a:spcPct val="120000"/>
              </a:lnSpc>
              <a:buFont typeface="Arial" panose="020B0604020202020204" pitchFamily="34" charset="0"/>
              <a:buChar char="•"/>
              <a:defRPr lang="en-US" sz="1200" kern="1200" cap="none" spc="0" baseline="0" dirty="0">
                <a:solidFill>
                  <a:prstClr val="black"/>
                </a:solidFill>
                <a:latin typeface="+mn-lt"/>
                <a:ea typeface="+mn-ea"/>
                <a:cs typeface="+mn-cs"/>
              </a:defRPr>
            </a:lvl3pPr>
            <a:lvl4pPr marL="1243013" indent="-214313" algn="ctr">
              <a:lnSpc>
                <a:spcPct val="120000"/>
              </a:lnSpc>
              <a:buFont typeface="Arial" panose="020B0604020202020204" pitchFamily="34" charset="0"/>
              <a:buChar char="•"/>
              <a:defRPr lang="en-US" sz="1200" kern="1200" cap="none" spc="0" baseline="0" dirty="0">
                <a:solidFill>
                  <a:prstClr val="black"/>
                </a:solidFill>
                <a:latin typeface="+mn-lt"/>
                <a:ea typeface="+mn-ea"/>
                <a:cs typeface="+mn-cs"/>
              </a:defRPr>
            </a:lvl4pPr>
            <a:lvl5pPr marL="1585913" indent="-214313" algn="ctr">
              <a:lnSpc>
                <a:spcPct val="120000"/>
              </a:lnSpc>
              <a:buFont typeface="Arial" panose="020B0604020202020204" pitchFamily="34" charset="0"/>
              <a:buChar char="•"/>
              <a:defRPr lang="en-US" sz="1200" kern="1200" cap="none" spc="0" baseline="0" dirty="0">
                <a:solidFill>
                  <a:prstClr val="black"/>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ED0E065-0B41-7577-623E-6622A2E5101A}"/>
              </a:ext>
            </a:extLst>
          </p:cNvPr>
          <p:cNvSpPr/>
          <p:nvPr userDrawn="1"/>
        </p:nvSpPr>
        <p:spPr>
          <a:xfrm>
            <a:off x="133164" y="186431"/>
            <a:ext cx="8851038" cy="6516210"/>
          </a:xfrm>
          <a:prstGeom prst="rect">
            <a:avLst/>
          </a:prstGeom>
          <a:noFill/>
          <a:ln w="28575" cap="flat">
            <a:solidFill>
              <a:schemeClr val="accent3"/>
            </a:solidFill>
            <a:prstDash val="solid"/>
            <a:miter/>
          </a:ln>
        </p:spPr>
        <p:txBody>
          <a:bodyPr rtlCol="0" anchor="ctr"/>
          <a:lstStyle/>
          <a:p>
            <a:pPr algn="l"/>
            <a:endParaRPr lang="en-US"/>
          </a:p>
        </p:txBody>
      </p:sp>
      <p:grpSp>
        <p:nvGrpSpPr>
          <p:cNvPr id="11" name="Group 10">
            <a:extLst>
              <a:ext uri="{FF2B5EF4-FFF2-40B4-BE49-F238E27FC236}">
                <a16:creationId xmlns:a16="http://schemas.microsoft.com/office/drawing/2014/main" id="{094E881B-EC41-B0CC-7CFC-3C8D5E3AF79C}"/>
              </a:ext>
            </a:extLst>
          </p:cNvPr>
          <p:cNvGrpSpPr/>
          <p:nvPr userDrawn="1"/>
        </p:nvGrpSpPr>
        <p:grpSpPr>
          <a:xfrm>
            <a:off x="2771192" y="186431"/>
            <a:ext cx="163622" cy="6516210"/>
            <a:chOff x="6096000" y="327025"/>
            <a:chExt cx="0" cy="6203950"/>
          </a:xfrm>
        </p:grpSpPr>
        <p:cxnSp>
          <p:nvCxnSpPr>
            <p:cNvPr id="15" name="Straight Connector 14">
              <a:extLst>
                <a:ext uri="{FF2B5EF4-FFF2-40B4-BE49-F238E27FC236}">
                  <a16:creationId xmlns:a16="http://schemas.microsoft.com/office/drawing/2014/main" id="{444FF3E8-7A16-45D7-0B9D-696859B20BFE}"/>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75C94F7-D886-2920-EBBF-3E6B54BC150C}"/>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pic>
        <p:nvPicPr>
          <p:cNvPr id="18" name="Picture 17" descr="University Identity | The Hong Kong Polytechnic University">
            <a:extLst>
              <a:ext uri="{FF2B5EF4-FFF2-40B4-BE49-F238E27FC236}">
                <a16:creationId xmlns:a16="http://schemas.microsoft.com/office/drawing/2014/main" id="{F2274D91-E1A0-3278-C33F-0820FC5267B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04393" y="311569"/>
            <a:ext cx="1871244" cy="358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88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o with caption">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390906" y="566928"/>
            <a:ext cx="8339328" cy="640080"/>
          </a:xfrm>
        </p:spPr>
        <p:txBody>
          <a:bodyPr anchor="t" anchorCtr="0">
            <a:noAutofit/>
          </a:bodyPr>
          <a:lstStyle>
            <a:lvl1pPr algn="ctr">
              <a:defRPr sz="2400" b="1">
                <a:solidFill>
                  <a:schemeClr val="tx2"/>
                </a:solidFill>
                <a:latin typeface="+mn-lt"/>
              </a:defRPr>
            </a:lvl1pPr>
          </a:lstStyle>
          <a:p>
            <a:r>
              <a:rPr lang="en-US"/>
              <a:t>Click to add title</a:t>
            </a:r>
          </a:p>
        </p:txBody>
      </p:sp>
      <p:sp>
        <p:nvSpPr>
          <p:cNvPr id="16" name="Media Placeholder 15">
            <a:extLst>
              <a:ext uri="{FF2B5EF4-FFF2-40B4-BE49-F238E27FC236}">
                <a16:creationId xmlns:a16="http://schemas.microsoft.com/office/drawing/2014/main" id="{0D165AF2-A462-FCF3-81AE-ADB955740CCB}"/>
              </a:ext>
            </a:extLst>
          </p:cNvPr>
          <p:cNvSpPr>
            <a:spLocks noGrp="1"/>
          </p:cNvSpPr>
          <p:nvPr>
            <p:ph type="media" sz="quarter" idx="10"/>
          </p:nvPr>
        </p:nvSpPr>
        <p:spPr>
          <a:xfrm>
            <a:off x="480060" y="1847088"/>
            <a:ext cx="5568696" cy="3776472"/>
          </a:xfrm>
        </p:spPr>
        <p:txBody>
          <a:bodyPr>
            <a:noAutofit/>
          </a:bodyPr>
          <a:lstStyle>
            <a:lvl1pPr algn="ctr">
              <a:defRPr>
                <a:solidFill>
                  <a:schemeClr val="tx2"/>
                </a:solidFill>
              </a:defRPr>
            </a:lvl1pPr>
          </a:lstStyle>
          <a:p>
            <a:r>
              <a:rPr lang="en-US"/>
              <a:t>Click icon to add media</a:t>
            </a:r>
          </a:p>
        </p:txBody>
      </p:sp>
      <p:sp>
        <p:nvSpPr>
          <p:cNvPr id="5" name="Freeform 2">
            <a:extLst>
              <a:ext uri="{FF2B5EF4-FFF2-40B4-BE49-F238E27FC236}">
                <a16:creationId xmlns:a16="http://schemas.microsoft.com/office/drawing/2014/main" id="{5CA8910C-D8ED-5254-9603-C499A3F69701}"/>
              </a:ext>
              <a:ext uri="{C183D7F6-B498-43B3-948B-1728B52AA6E4}">
                <adec:decorative xmlns:adec="http://schemas.microsoft.com/office/drawing/2017/decorative" val="1"/>
              </a:ext>
            </a:extLst>
          </p:cNvPr>
          <p:cNvSpPr/>
          <p:nvPr userDrawn="1"/>
        </p:nvSpPr>
        <p:spPr>
          <a:xfrm flipV="1">
            <a:off x="4862308" y="3881172"/>
            <a:ext cx="4281692" cy="2981809"/>
          </a:xfrm>
          <a:custGeom>
            <a:avLst/>
            <a:gdLst>
              <a:gd name="connsiteX0" fmla="*/ 2681883 w 4953666"/>
              <a:gd name="connsiteY0" fmla="*/ 4293658 h 4294315"/>
              <a:gd name="connsiteX1" fmla="*/ 2962801 w 4953666"/>
              <a:gd name="connsiteY1" fmla="*/ 4285537 h 4294315"/>
              <a:gd name="connsiteX2" fmla="*/ 4834127 w 4953666"/>
              <a:gd name="connsiteY2" fmla="*/ 3330444 h 4294315"/>
              <a:gd name="connsiteX3" fmla="*/ 4953666 w 4953666"/>
              <a:gd name="connsiteY3" fmla="*/ 3175947 h 4294315"/>
              <a:gd name="connsiteX4" fmla="*/ 4953666 w 4953666"/>
              <a:gd name="connsiteY4" fmla="*/ 0 h 4294315"/>
              <a:gd name="connsiteX5" fmla="*/ 481203 w 4953666"/>
              <a:gd name="connsiteY5" fmla="*/ 0 h 4294315"/>
              <a:gd name="connsiteX6" fmla="*/ 354529 w 4953666"/>
              <a:gd name="connsiteY6" fmla="*/ 200752 h 4294315"/>
              <a:gd name="connsiteX7" fmla="*/ 8771 w 4953666"/>
              <a:gd name="connsiteY7" fmla="*/ 1767440 h 4294315"/>
              <a:gd name="connsiteX8" fmla="*/ 2681883 w 4953666"/>
              <a:gd name="connsiteY8" fmla="*/ 4293658 h 429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3666" h="4294315">
                <a:moveTo>
                  <a:pt x="2681883" y="4293658"/>
                </a:moveTo>
                <a:cubicBezTo>
                  <a:pt x="2774620" y="4295683"/>
                  <a:pt x="2868342" y="4293047"/>
                  <a:pt x="2962801" y="4285537"/>
                </a:cubicBezTo>
                <a:cubicBezTo>
                  <a:pt x="3718476" y="4225460"/>
                  <a:pt x="4378268" y="3864871"/>
                  <a:pt x="4834127" y="3330444"/>
                </a:cubicBezTo>
                <a:lnTo>
                  <a:pt x="4953666" y="3175947"/>
                </a:lnTo>
                <a:lnTo>
                  <a:pt x="4953666" y="0"/>
                </a:lnTo>
                <a:lnTo>
                  <a:pt x="481203" y="0"/>
                </a:lnTo>
                <a:lnTo>
                  <a:pt x="354529" y="200752"/>
                </a:lnTo>
                <a:cubicBezTo>
                  <a:pt x="94175" y="660824"/>
                  <a:pt x="-36273" y="1200867"/>
                  <a:pt x="8771" y="1767440"/>
                </a:cubicBezTo>
                <a:cubicBezTo>
                  <a:pt x="121380" y="3183873"/>
                  <a:pt x="1290828" y="4263270"/>
                  <a:pt x="2681883" y="4293658"/>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4" name="Freeform 7">
            <a:extLst>
              <a:ext uri="{FF2B5EF4-FFF2-40B4-BE49-F238E27FC236}">
                <a16:creationId xmlns:a16="http://schemas.microsoft.com/office/drawing/2014/main" id="{0FCE207E-49DC-89F0-6C2E-AEDEB1A668DB}"/>
              </a:ext>
              <a:ext uri="{C183D7F6-B498-43B3-948B-1728B52AA6E4}">
                <adec:decorative xmlns:adec="http://schemas.microsoft.com/office/drawing/2017/decorative" val="1"/>
              </a:ext>
            </a:extLst>
          </p:cNvPr>
          <p:cNvSpPr/>
          <p:nvPr userDrawn="1"/>
        </p:nvSpPr>
        <p:spPr>
          <a:xfrm>
            <a:off x="8401104" y="1953087"/>
            <a:ext cx="742901" cy="802014"/>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8" name="Text Placeholder 17">
            <a:extLst>
              <a:ext uri="{FF2B5EF4-FFF2-40B4-BE49-F238E27FC236}">
                <a16:creationId xmlns:a16="http://schemas.microsoft.com/office/drawing/2014/main" id="{C1550097-BD5F-E98D-20E3-A22C0C0388E5}"/>
              </a:ext>
            </a:extLst>
          </p:cNvPr>
          <p:cNvSpPr>
            <a:spLocks noGrp="1"/>
          </p:cNvSpPr>
          <p:nvPr>
            <p:ph type="body" sz="quarter" idx="11" hasCustomPrompt="1"/>
          </p:nvPr>
        </p:nvSpPr>
        <p:spPr>
          <a:xfrm>
            <a:off x="6309360" y="2715768"/>
            <a:ext cx="2523744" cy="3017520"/>
          </a:xfrm>
        </p:spPr>
        <p:txBody>
          <a:bodyPr anchor="b">
            <a:noAutofit/>
          </a:bodyPr>
          <a:lstStyle>
            <a:lvl1pPr>
              <a:lnSpc>
                <a:spcPct val="100000"/>
              </a:lnSpc>
              <a:spcBef>
                <a:spcPts val="0"/>
              </a:spcBef>
              <a:spcAft>
                <a:spcPts val="0"/>
              </a:spcAft>
              <a:defRPr sz="1650" b="0">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a:p>
            <a:pPr lvl="1"/>
            <a:r>
              <a:rPr lang="en-US"/>
              <a:t>Second level</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noAutofit/>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noAutofit/>
          </a:bodyPr>
          <a:lstStyle/>
          <a:p>
            <a:fld id="{D1BC2EDA-D519-4F34-BF3F-BFFF500F4B03}" type="slidenum">
              <a:rPr lang="en-US" smtClean="0"/>
              <a:t>‹#›</a:t>
            </a:fld>
            <a:endParaRPr lang="en-US"/>
          </a:p>
        </p:txBody>
      </p:sp>
    </p:spTree>
    <p:extLst>
      <p:ext uri="{BB962C8B-B14F-4D97-AF65-F5344CB8AC3E}">
        <p14:creationId xmlns:p14="http://schemas.microsoft.com/office/powerpoint/2010/main" val="666919492"/>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guide id="3" orient="horz" pos="35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list">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390906" y="566928"/>
            <a:ext cx="8339328" cy="640080"/>
          </a:xfrm>
        </p:spPr>
        <p:txBody>
          <a:bodyPr anchor="t" anchorCtr="0">
            <a:normAutofit/>
          </a:bodyPr>
          <a:lstStyle>
            <a:lvl1pPr algn="ctr">
              <a:defRPr sz="2400" b="1">
                <a:solidFill>
                  <a:schemeClr val="tx2"/>
                </a:solidFill>
                <a:latin typeface="+mn-lt"/>
              </a:defRPr>
            </a:lvl1pPr>
          </a:lstStyle>
          <a:p>
            <a:r>
              <a:rPr lang="en-US"/>
              <a:t>Click to add title</a:t>
            </a:r>
          </a:p>
        </p:txBody>
      </p:sp>
      <p:sp>
        <p:nvSpPr>
          <p:cNvPr id="6" name="Freeform 3">
            <a:extLst>
              <a:ext uri="{FF2B5EF4-FFF2-40B4-BE49-F238E27FC236}">
                <a16:creationId xmlns:a16="http://schemas.microsoft.com/office/drawing/2014/main" id="{8D76C9A2-7310-AC9A-D74B-465F4A044014}"/>
              </a:ext>
              <a:ext uri="{C183D7F6-B498-43B3-948B-1728B52AA6E4}">
                <adec:decorative xmlns:adec="http://schemas.microsoft.com/office/drawing/2017/decorative" val="1"/>
              </a:ext>
            </a:extLst>
          </p:cNvPr>
          <p:cNvSpPr/>
          <p:nvPr userDrawn="1"/>
        </p:nvSpPr>
        <p:spPr>
          <a:xfrm>
            <a:off x="6459024" y="3432623"/>
            <a:ext cx="2690086" cy="3425381"/>
          </a:xfrm>
          <a:custGeom>
            <a:avLst/>
            <a:gdLst>
              <a:gd name="connsiteX0" fmla="*/ 2057400 w 3586781"/>
              <a:gd name="connsiteY0" fmla="*/ 0 h 3425381"/>
              <a:gd name="connsiteX1" fmla="*/ 3512202 w 3586781"/>
              <a:gd name="connsiteY1" fmla="*/ 602599 h 3425381"/>
              <a:gd name="connsiteX2" fmla="*/ 3586781 w 3586781"/>
              <a:gd name="connsiteY2" fmla="*/ 684657 h 3425381"/>
              <a:gd name="connsiteX3" fmla="*/ 3586781 w 3586781"/>
              <a:gd name="connsiteY3" fmla="*/ 3425381 h 3425381"/>
              <a:gd name="connsiteX4" fmla="*/ 523691 w 3586781"/>
              <a:gd name="connsiteY4" fmla="*/ 3425381 h 3425381"/>
              <a:gd name="connsiteX5" fmla="*/ 469810 w 3586781"/>
              <a:gd name="connsiteY5" fmla="*/ 3366098 h 3425381"/>
              <a:gd name="connsiteX6" fmla="*/ 0 w 3586781"/>
              <a:gd name="connsiteY6" fmla="*/ 2057400 h 3425381"/>
              <a:gd name="connsiteX7" fmla="*/ 2057400 w 3586781"/>
              <a:gd name="connsiteY7" fmla="*/ 0 h 3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6781" h="3425381">
                <a:moveTo>
                  <a:pt x="2057400" y="0"/>
                </a:moveTo>
                <a:cubicBezTo>
                  <a:pt x="2625535" y="0"/>
                  <a:pt x="3139885" y="230282"/>
                  <a:pt x="3512202" y="602599"/>
                </a:cubicBezTo>
                <a:lnTo>
                  <a:pt x="3586781" y="684657"/>
                </a:lnTo>
                <a:lnTo>
                  <a:pt x="3586781" y="3425381"/>
                </a:lnTo>
                <a:lnTo>
                  <a:pt x="523691" y="3425381"/>
                </a:lnTo>
                <a:lnTo>
                  <a:pt x="469810" y="3366098"/>
                </a:lnTo>
                <a:cubicBezTo>
                  <a:pt x="176310" y="3010458"/>
                  <a:pt x="0" y="2554519"/>
                  <a:pt x="0" y="2057400"/>
                </a:cubicBezTo>
                <a:cubicBezTo>
                  <a:pt x="0" y="921129"/>
                  <a:pt x="921129" y="0"/>
                  <a:pt x="2057400" y="0"/>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8" name="Rectangle 7">
            <a:extLst>
              <a:ext uri="{FF2B5EF4-FFF2-40B4-BE49-F238E27FC236}">
                <a16:creationId xmlns:a16="http://schemas.microsoft.com/office/drawing/2014/main" id="{CCC7F2D7-0500-18AD-893F-3BFF96B94526}"/>
              </a:ext>
              <a:ext uri="{C183D7F6-B498-43B3-948B-1728B52AA6E4}">
                <adec:decorative xmlns:adec="http://schemas.microsoft.com/office/drawing/2017/decorative" val="1"/>
              </a:ext>
            </a:extLst>
          </p:cNvPr>
          <p:cNvSpPr/>
          <p:nvPr userDrawn="1"/>
        </p:nvSpPr>
        <p:spPr>
          <a:xfrm>
            <a:off x="478222" y="1953365"/>
            <a:ext cx="3862271" cy="3684552"/>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D1B05A4D-E9FB-4913-E53E-1DE2DC2D9B04}"/>
              </a:ext>
              <a:ext uri="{C183D7F6-B498-43B3-948B-1728B52AA6E4}">
                <adec:decorative xmlns:adec="http://schemas.microsoft.com/office/drawing/2017/decorative" val="1"/>
              </a:ext>
            </a:extLst>
          </p:cNvPr>
          <p:cNvSpPr/>
          <p:nvPr userDrawn="1"/>
        </p:nvSpPr>
        <p:spPr>
          <a:xfrm>
            <a:off x="6418702" y="6194372"/>
            <a:ext cx="292376"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reeform 1">
            <a:extLst>
              <a:ext uri="{FF2B5EF4-FFF2-40B4-BE49-F238E27FC236}">
                <a16:creationId xmlns:a16="http://schemas.microsoft.com/office/drawing/2014/main" id="{CC1FF5F2-E394-6897-C493-6584D74D8CEB}"/>
              </a:ext>
              <a:ext uri="{C183D7F6-B498-43B3-948B-1728B52AA6E4}">
                <adec:decorative xmlns:adec="http://schemas.microsoft.com/office/drawing/2017/decorative" val="1"/>
              </a:ext>
            </a:extLst>
          </p:cNvPr>
          <p:cNvSpPr/>
          <p:nvPr userDrawn="1"/>
        </p:nvSpPr>
        <p:spPr>
          <a:xfrm rot="16200000">
            <a:off x="211328" y="-3167"/>
            <a:ext cx="990534" cy="996869"/>
          </a:xfrm>
          <a:custGeom>
            <a:avLst/>
            <a:gdLst>
              <a:gd name="connsiteX0" fmla="*/ 664579 w 990534"/>
              <a:gd name="connsiteY0" fmla="*/ 0 h 1329158"/>
              <a:gd name="connsiteX1" fmla="*/ 923263 w 990534"/>
              <a:gd name="connsiteY1" fmla="*/ 52226 h 1329158"/>
              <a:gd name="connsiteX2" fmla="*/ 990534 w 990534"/>
              <a:gd name="connsiteY2" fmla="*/ 88739 h 1329158"/>
              <a:gd name="connsiteX3" fmla="*/ 990534 w 990534"/>
              <a:gd name="connsiteY3" fmla="*/ 1240419 h 1329158"/>
              <a:gd name="connsiteX4" fmla="*/ 923263 w 990534"/>
              <a:gd name="connsiteY4" fmla="*/ 1276932 h 1329158"/>
              <a:gd name="connsiteX5" fmla="*/ 664579 w 990534"/>
              <a:gd name="connsiteY5" fmla="*/ 1329158 h 1329158"/>
              <a:gd name="connsiteX6" fmla="*/ 0 w 990534"/>
              <a:gd name="connsiteY6" fmla="*/ 664579 h 1329158"/>
              <a:gd name="connsiteX7" fmla="*/ 664579 w 990534"/>
              <a:gd name="connsiteY7" fmla="*/ 0 h 13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34" h="1329158">
                <a:moveTo>
                  <a:pt x="664579" y="0"/>
                </a:moveTo>
                <a:cubicBezTo>
                  <a:pt x="756338" y="0"/>
                  <a:pt x="843754" y="18597"/>
                  <a:pt x="923263" y="52226"/>
                </a:cubicBezTo>
                <a:lnTo>
                  <a:pt x="990534" y="88739"/>
                </a:lnTo>
                <a:lnTo>
                  <a:pt x="990534" y="1240419"/>
                </a:lnTo>
                <a:lnTo>
                  <a:pt x="923263" y="1276932"/>
                </a:lnTo>
                <a:cubicBezTo>
                  <a:pt x="843754" y="1310562"/>
                  <a:pt x="756338" y="1329158"/>
                  <a:pt x="664579" y="1329158"/>
                </a:cubicBezTo>
                <a:cubicBezTo>
                  <a:pt x="297542" y="1329158"/>
                  <a:pt x="0" y="1031616"/>
                  <a:pt x="0" y="664579"/>
                </a:cubicBezTo>
                <a:cubicBezTo>
                  <a:pt x="0" y="297542"/>
                  <a:pt x="297542" y="0"/>
                  <a:pt x="664579"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nvGrpSpPr>
          <p:cNvPr id="23" name="Group 22">
            <a:extLst>
              <a:ext uri="{FF2B5EF4-FFF2-40B4-BE49-F238E27FC236}">
                <a16:creationId xmlns:a16="http://schemas.microsoft.com/office/drawing/2014/main" id="{FA8D9022-B854-F233-7BEE-8185E402F657}"/>
              </a:ext>
              <a:ext uri="{C183D7F6-B498-43B3-948B-1728B52AA6E4}">
                <adec:decorative xmlns:adec="http://schemas.microsoft.com/office/drawing/2017/decorative" val="1"/>
              </a:ext>
            </a:extLst>
          </p:cNvPr>
          <p:cNvGrpSpPr/>
          <p:nvPr userDrawn="1"/>
        </p:nvGrpSpPr>
        <p:grpSpPr>
          <a:xfrm>
            <a:off x="902776" y="2891439"/>
            <a:ext cx="3137660" cy="2282229"/>
            <a:chOff x="6448201" y="2832180"/>
            <a:chExt cx="4483608" cy="2139696"/>
          </a:xfrm>
        </p:grpSpPr>
        <p:cxnSp>
          <p:nvCxnSpPr>
            <p:cNvPr id="24" name="Straight Connector 23">
              <a:extLst>
                <a:ext uri="{FF2B5EF4-FFF2-40B4-BE49-F238E27FC236}">
                  <a16:creationId xmlns:a16="http://schemas.microsoft.com/office/drawing/2014/main" id="{A1459528-99D6-5A0F-AEFA-AC4E7BC126D1}"/>
                </a:ext>
              </a:extLst>
            </p:cNvPr>
            <p:cNvCxnSpPr>
              <a:cxnSpLocks/>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A5AD794-5E76-98BF-3FC7-85579E091361}"/>
                </a:ext>
              </a:extLst>
            </p:cNvPr>
            <p:cNvCxnSpPr>
              <a:cxnSpLocks/>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EDD1146-913C-8E63-E619-A08A11AAF125}"/>
                </a:ext>
              </a:extLst>
            </p:cNvPr>
            <p:cNvCxnSpPr>
              <a:cxnSpLocks/>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43E402-60F2-D003-3878-233462D26AA9}"/>
                </a:ext>
              </a:extLst>
            </p:cNvPr>
            <p:cNvCxnSpPr>
              <a:cxnSpLocks/>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2" name="Content Placeholder 2">
            <a:extLst>
              <a:ext uri="{FF2B5EF4-FFF2-40B4-BE49-F238E27FC236}">
                <a16:creationId xmlns:a16="http://schemas.microsoft.com/office/drawing/2014/main" id="{D0478807-656D-4B2C-5C1E-4A08154F6567}"/>
              </a:ext>
              <a:ext uri="{C183D7F6-B498-43B3-948B-1728B52AA6E4}">
                <adec:decorative xmlns:adec="http://schemas.microsoft.com/office/drawing/2017/decorative" val="1"/>
              </a:ext>
            </a:extLst>
          </p:cNvPr>
          <p:cNvSpPr txBox="1">
            <a:spLocks/>
          </p:cNvSpPr>
          <p:nvPr userDrawn="1"/>
        </p:nvSpPr>
        <p:spPr>
          <a:xfrm>
            <a:off x="618098" y="2343183"/>
            <a:ext cx="357576" cy="2830487"/>
          </a:xfrm>
          <a:prstGeom prst="rect">
            <a:avLst/>
          </a:prstGeom>
        </p:spPr>
        <p:txBody>
          <a:bodyPr vert="horz" lIns="68580" tIns="34290" rIns="68580" bIns="34290" rtlCol="0" anchor="t">
            <a:noAutofit/>
          </a:bodyPr>
          <a:lstStyle>
            <a:lvl1pPr marL="0" indent="0" algn="l" defTabSz="914400" rtl="0" eaLnBrk="1" latinLnBrk="0" hangingPunct="1">
              <a:lnSpc>
                <a:spcPct val="100000"/>
              </a:lnSpc>
              <a:spcBef>
                <a:spcPts val="1000"/>
              </a:spcBef>
              <a:spcAft>
                <a:spcPts val="1200"/>
              </a:spcAft>
              <a:buFontTx/>
              <a:buNone/>
              <a:defRPr lang="en-US" sz="14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nSpc>
                <a:spcPct val="150000"/>
              </a:lnSpc>
            </a:pPr>
            <a:r>
              <a:rPr lang="en-US" sz="1650" b="1">
                <a:solidFill>
                  <a:schemeClr val="tx2"/>
                </a:solidFill>
                <a:latin typeface="+mj-lt"/>
                <a:cs typeface="Segoe UI Semibold" panose="020B0502040204020203" pitchFamily="34" charset="0"/>
              </a:rPr>
              <a:t>1. </a:t>
            </a:r>
          </a:p>
          <a:p>
            <a:pPr>
              <a:lnSpc>
                <a:spcPct val="150000"/>
              </a:lnSpc>
            </a:pPr>
            <a:r>
              <a:rPr lang="en-US" sz="1650" b="1">
                <a:solidFill>
                  <a:schemeClr val="tx2"/>
                </a:solidFill>
                <a:latin typeface="+mj-lt"/>
                <a:cs typeface="Segoe UI Semibold" panose="020B0502040204020203" pitchFamily="34" charset="0"/>
              </a:rPr>
              <a:t>2. </a:t>
            </a:r>
          </a:p>
          <a:p>
            <a:pPr>
              <a:lnSpc>
                <a:spcPct val="150000"/>
              </a:lnSpc>
            </a:pPr>
            <a:r>
              <a:rPr lang="en-US" sz="1650" b="1">
                <a:solidFill>
                  <a:schemeClr val="tx2"/>
                </a:solidFill>
                <a:latin typeface="+mj-lt"/>
                <a:cs typeface="Segoe UI Semibold" panose="020B0502040204020203" pitchFamily="34" charset="0"/>
              </a:rPr>
              <a:t>3. </a:t>
            </a:r>
          </a:p>
          <a:p>
            <a:pPr>
              <a:lnSpc>
                <a:spcPct val="150000"/>
              </a:lnSpc>
            </a:pPr>
            <a:r>
              <a:rPr lang="en-US" sz="1650" b="1">
                <a:solidFill>
                  <a:schemeClr val="tx2"/>
                </a:solidFill>
                <a:latin typeface="+mj-lt"/>
                <a:cs typeface="Segoe UI Semibold" panose="020B0502040204020203" pitchFamily="34" charset="0"/>
              </a:rPr>
              <a:t>4.</a:t>
            </a:r>
          </a:p>
        </p:txBody>
      </p:sp>
      <p:sp>
        <p:nvSpPr>
          <p:cNvPr id="18" name="Text Placeholder 17">
            <a:extLst>
              <a:ext uri="{FF2B5EF4-FFF2-40B4-BE49-F238E27FC236}">
                <a16:creationId xmlns:a16="http://schemas.microsoft.com/office/drawing/2014/main" id="{C1550097-BD5F-E98D-20E3-A22C0C0388E5}"/>
              </a:ext>
            </a:extLst>
          </p:cNvPr>
          <p:cNvSpPr>
            <a:spLocks noGrp="1"/>
          </p:cNvSpPr>
          <p:nvPr>
            <p:ph type="body" sz="quarter" idx="11" hasCustomPrompt="1"/>
          </p:nvPr>
        </p:nvSpPr>
        <p:spPr>
          <a:xfrm>
            <a:off x="858398" y="2454311"/>
            <a:ext cx="3418071"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0" name="Text Placeholder 17">
            <a:extLst>
              <a:ext uri="{FF2B5EF4-FFF2-40B4-BE49-F238E27FC236}">
                <a16:creationId xmlns:a16="http://schemas.microsoft.com/office/drawing/2014/main" id="{D366D221-FD48-C909-F65B-085F44205EBB}"/>
              </a:ext>
            </a:extLst>
          </p:cNvPr>
          <p:cNvSpPr>
            <a:spLocks noGrp="1"/>
          </p:cNvSpPr>
          <p:nvPr>
            <p:ph type="body" sz="quarter" idx="15" hasCustomPrompt="1"/>
          </p:nvPr>
        </p:nvSpPr>
        <p:spPr>
          <a:xfrm>
            <a:off x="858398" y="3222369"/>
            <a:ext cx="3418071"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1" name="Text Placeholder 17">
            <a:extLst>
              <a:ext uri="{FF2B5EF4-FFF2-40B4-BE49-F238E27FC236}">
                <a16:creationId xmlns:a16="http://schemas.microsoft.com/office/drawing/2014/main" id="{9BD84418-94A8-777A-FEF5-E2B3E93F44C2}"/>
              </a:ext>
            </a:extLst>
          </p:cNvPr>
          <p:cNvSpPr>
            <a:spLocks noGrp="1"/>
          </p:cNvSpPr>
          <p:nvPr>
            <p:ph type="body" sz="quarter" idx="16" hasCustomPrompt="1"/>
          </p:nvPr>
        </p:nvSpPr>
        <p:spPr>
          <a:xfrm>
            <a:off x="858398" y="3992637"/>
            <a:ext cx="3418071"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2" name="Text Placeholder 17">
            <a:extLst>
              <a:ext uri="{FF2B5EF4-FFF2-40B4-BE49-F238E27FC236}">
                <a16:creationId xmlns:a16="http://schemas.microsoft.com/office/drawing/2014/main" id="{EFF35093-CCA2-ABAA-FBB6-03256FB06BD9}"/>
              </a:ext>
            </a:extLst>
          </p:cNvPr>
          <p:cNvSpPr>
            <a:spLocks noGrp="1"/>
          </p:cNvSpPr>
          <p:nvPr>
            <p:ph type="body" sz="quarter" idx="17" hasCustomPrompt="1"/>
          </p:nvPr>
        </p:nvSpPr>
        <p:spPr>
          <a:xfrm>
            <a:off x="858398" y="4775296"/>
            <a:ext cx="3418071"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21" name="Picture Placeholder 20">
            <a:extLst>
              <a:ext uri="{FF2B5EF4-FFF2-40B4-BE49-F238E27FC236}">
                <a16:creationId xmlns:a16="http://schemas.microsoft.com/office/drawing/2014/main" id="{1E8918F9-D4D2-6FB5-B4FD-8FB3A979A274}"/>
              </a:ext>
            </a:extLst>
          </p:cNvPr>
          <p:cNvSpPr>
            <a:spLocks noGrp="1"/>
          </p:cNvSpPr>
          <p:nvPr>
            <p:ph type="pic" sz="quarter" idx="14"/>
          </p:nvPr>
        </p:nvSpPr>
        <p:spPr>
          <a:xfrm>
            <a:off x="4828032" y="2002536"/>
            <a:ext cx="3840480" cy="3685032"/>
          </a:xfrm>
        </p:spPr>
        <p:txBody>
          <a:bodyPr/>
          <a:lstStyle>
            <a:lvl1pPr algn="ctr">
              <a:defRPr/>
            </a:lvl1pPr>
          </a:lstStyle>
          <a:p>
            <a:r>
              <a:rPr lang="en-US"/>
              <a:t>Click icon to add picture</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1679367959"/>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5AC3F0E-B550-5DF3-6FEE-B1EFAC15A05B}"/>
              </a:ext>
              <a:ext uri="{C183D7F6-B498-43B3-948B-1728B52AA6E4}">
                <adec:decorative xmlns:adec="http://schemas.microsoft.com/office/drawing/2017/decorative" val="1"/>
              </a:ext>
            </a:extLst>
          </p:cNvPr>
          <p:cNvSpPr/>
          <p:nvPr userDrawn="1"/>
        </p:nvSpPr>
        <p:spPr>
          <a:xfrm>
            <a:off x="4217050" y="3014462"/>
            <a:ext cx="482231" cy="642974"/>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a:p>
        </p:txBody>
      </p:sp>
      <p:sp>
        <p:nvSpPr>
          <p:cNvPr id="5" name="Freeform 17">
            <a:extLst>
              <a:ext uri="{FF2B5EF4-FFF2-40B4-BE49-F238E27FC236}">
                <a16:creationId xmlns:a16="http://schemas.microsoft.com/office/drawing/2014/main" id="{4B8B6206-1D28-8534-BE4D-6893F8FE67B7}"/>
              </a:ext>
              <a:ext uri="{C183D7F6-B498-43B3-948B-1728B52AA6E4}">
                <adec:decorative xmlns:adec="http://schemas.microsoft.com/office/drawing/2017/decorative" val="1"/>
              </a:ext>
            </a:extLst>
          </p:cNvPr>
          <p:cNvSpPr/>
          <p:nvPr userDrawn="1"/>
        </p:nvSpPr>
        <p:spPr>
          <a:xfrm>
            <a:off x="6363466" y="5988532"/>
            <a:ext cx="2215376" cy="883756"/>
          </a:xfrm>
          <a:custGeom>
            <a:avLst/>
            <a:gdLst>
              <a:gd name="connsiteX0" fmla="*/ 1476917 w 2953834"/>
              <a:gd name="connsiteY0" fmla="*/ 0 h 883756"/>
              <a:gd name="connsiteX1" fmla="*/ 2950639 w 2953834"/>
              <a:gd name="connsiteY1" fmla="*/ 877123 h 883756"/>
              <a:gd name="connsiteX2" fmla="*/ 2953834 w 2953834"/>
              <a:gd name="connsiteY2" fmla="*/ 883756 h 883756"/>
              <a:gd name="connsiteX3" fmla="*/ 0 w 2953834"/>
              <a:gd name="connsiteY3" fmla="*/ 883756 h 883756"/>
              <a:gd name="connsiteX4" fmla="*/ 3195 w 2953834"/>
              <a:gd name="connsiteY4" fmla="*/ 877123 h 883756"/>
              <a:gd name="connsiteX5" fmla="*/ 1476917 w 2953834"/>
              <a:gd name="connsiteY5" fmla="*/ 0 h 883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3834" h="883756">
                <a:moveTo>
                  <a:pt x="1476917" y="0"/>
                </a:moveTo>
                <a:cubicBezTo>
                  <a:pt x="2113290" y="0"/>
                  <a:pt x="2666825" y="354669"/>
                  <a:pt x="2950639" y="877123"/>
                </a:cubicBezTo>
                <a:lnTo>
                  <a:pt x="2953834" y="883756"/>
                </a:lnTo>
                <a:lnTo>
                  <a:pt x="0" y="883756"/>
                </a:lnTo>
                <a:lnTo>
                  <a:pt x="3195" y="877123"/>
                </a:lnTo>
                <a:cubicBezTo>
                  <a:pt x="287009" y="354669"/>
                  <a:pt x="840544" y="0"/>
                  <a:pt x="147691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1" name="Oval 10">
            <a:extLst>
              <a:ext uri="{FF2B5EF4-FFF2-40B4-BE49-F238E27FC236}">
                <a16:creationId xmlns:a16="http://schemas.microsoft.com/office/drawing/2014/main" id="{7F5405D2-9527-BA12-A7AC-4B93151CCBC5}"/>
              </a:ext>
              <a:ext uri="{C183D7F6-B498-43B3-948B-1728B52AA6E4}">
                <adec:decorative xmlns:adec="http://schemas.microsoft.com/office/drawing/2017/decorative" val="1"/>
              </a:ext>
            </a:extLst>
          </p:cNvPr>
          <p:cNvSpPr/>
          <p:nvPr userDrawn="1"/>
        </p:nvSpPr>
        <p:spPr>
          <a:xfrm>
            <a:off x="6363465" y="6069976"/>
            <a:ext cx="382540" cy="510053"/>
          </a:xfrm>
          <a:prstGeom prst="ellips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a:p>
        </p:txBody>
      </p:sp>
      <p:sp>
        <p:nvSpPr>
          <p:cNvPr id="14" name="Freeform 10">
            <a:extLst>
              <a:ext uri="{FF2B5EF4-FFF2-40B4-BE49-F238E27FC236}">
                <a16:creationId xmlns:a16="http://schemas.microsoft.com/office/drawing/2014/main" id="{A0CC5EDC-49D4-6111-36CB-3C8A2D02A8DE}"/>
              </a:ext>
              <a:ext uri="{C183D7F6-B498-43B3-948B-1728B52AA6E4}">
                <adec:decorative xmlns:adec="http://schemas.microsoft.com/office/drawing/2017/decorative" val="1"/>
              </a:ext>
            </a:extLst>
          </p:cNvPr>
          <p:cNvSpPr/>
          <p:nvPr userDrawn="1"/>
        </p:nvSpPr>
        <p:spPr>
          <a:xfrm>
            <a:off x="0" y="0"/>
            <a:ext cx="4729572" cy="5630799"/>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390906" y="566928"/>
            <a:ext cx="8339328" cy="640080"/>
          </a:xfrm>
        </p:spPr>
        <p:txBody>
          <a:bodyPr anchor="t" anchorCtr="0">
            <a:noAutofit/>
          </a:bodyPr>
          <a:lstStyle>
            <a:lvl1pPr algn="ctr">
              <a:defRPr sz="2400" b="1">
                <a:solidFill>
                  <a:schemeClr val="tx2"/>
                </a:solidFill>
                <a:latin typeface="+mn-lt"/>
              </a:defRPr>
            </a:lvl1pPr>
          </a:lstStyle>
          <a:p>
            <a:r>
              <a:rPr lang="en-US"/>
              <a:t>Click to add title</a:t>
            </a:r>
          </a:p>
        </p:txBody>
      </p:sp>
      <p:sp>
        <p:nvSpPr>
          <p:cNvPr id="17" name="Content Placeholder 16">
            <a:extLst>
              <a:ext uri="{FF2B5EF4-FFF2-40B4-BE49-F238E27FC236}">
                <a16:creationId xmlns:a16="http://schemas.microsoft.com/office/drawing/2014/main" id="{F4DDC946-276A-D975-DF69-141E11E4CA64}"/>
              </a:ext>
            </a:extLst>
          </p:cNvPr>
          <p:cNvSpPr>
            <a:spLocks noGrp="1"/>
          </p:cNvSpPr>
          <p:nvPr>
            <p:ph sz="quarter" idx="15" hasCustomPrompt="1"/>
          </p:nvPr>
        </p:nvSpPr>
        <p:spPr>
          <a:xfrm>
            <a:off x="480060" y="2002536"/>
            <a:ext cx="3854196" cy="3685032"/>
          </a:xfrm>
          <a:solidFill>
            <a:schemeClr val="bg1"/>
          </a:solidFill>
          <a:ln w="12700">
            <a:solidFill>
              <a:schemeClr val="bg2">
                <a:lumMod val="90000"/>
              </a:schemeClr>
            </a:solidFill>
            <a:prstDash val="dash"/>
          </a:ln>
        </p:spPr>
        <p:txBody>
          <a:bodyPr lIns="91440" rIns="91440">
            <a:noAutofit/>
          </a:bodyPr>
          <a:lstStyle>
            <a:lvl1pPr>
              <a:lnSpc>
                <a:spcPct val="100000"/>
              </a:lnSpc>
              <a:defRPr sz="1500">
                <a:solidFill>
                  <a:schemeClr val="tx2"/>
                </a:solidFill>
              </a:defRPr>
            </a:lvl1pPr>
          </a:lstStyle>
          <a:p>
            <a:pPr lvl="0"/>
            <a:r>
              <a:rPr lang="en-US"/>
              <a:t>Click to add text</a:t>
            </a:r>
          </a:p>
        </p:txBody>
      </p:sp>
      <p:sp>
        <p:nvSpPr>
          <p:cNvPr id="21" name="Picture Placeholder 20">
            <a:extLst>
              <a:ext uri="{FF2B5EF4-FFF2-40B4-BE49-F238E27FC236}">
                <a16:creationId xmlns:a16="http://schemas.microsoft.com/office/drawing/2014/main" id="{1E8918F9-D4D2-6FB5-B4FD-8FB3A979A274}"/>
              </a:ext>
            </a:extLst>
          </p:cNvPr>
          <p:cNvSpPr>
            <a:spLocks noGrp="1"/>
          </p:cNvSpPr>
          <p:nvPr>
            <p:ph type="pic" sz="quarter" idx="14"/>
          </p:nvPr>
        </p:nvSpPr>
        <p:spPr>
          <a:xfrm>
            <a:off x="4828032" y="2002536"/>
            <a:ext cx="3840480" cy="3685032"/>
          </a:xfrm>
        </p:spPr>
        <p:txBody>
          <a:bodyPr>
            <a:noAutofit/>
          </a:bodyPr>
          <a:lstStyle>
            <a:lvl1pPr algn="ctr">
              <a:defRPr/>
            </a:lvl1pPr>
          </a:lstStyle>
          <a:p>
            <a:r>
              <a:rPr lang="en-US"/>
              <a:t>Click icon to add picture</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noAutofit/>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noAutofit/>
          </a:bodyPr>
          <a:lstStyle/>
          <a:p>
            <a:fld id="{D1BC2EDA-D519-4F34-BF3F-BFFF500F4B03}" type="slidenum">
              <a:rPr lang="en-US" smtClean="0"/>
              <a:t>‹#›</a:t>
            </a:fld>
            <a:endParaRPr lang="en-US"/>
          </a:p>
        </p:txBody>
      </p:sp>
    </p:spTree>
    <p:extLst>
      <p:ext uri="{BB962C8B-B14F-4D97-AF65-F5344CB8AC3E}">
        <p14:creationId xmlns:p14="http://schemas.microsoft.com/office/powerpoint/2010/main" val="91152299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Freeform 14">
            <a:extLst>
              <a:ext uri="{FF2B5EF4-FFF2-40B4-BE49-F238E27FC236}">
                <a16:creationId xmlns:a16="http://schemas.microsoft.com/office/drawing/2014/main" id="{82D433C4-79DD-42C5-9147-9E5DDECB6624}"/>
              </a:ext>
              <a:ext uri="{C183D7F6-B498-43B3-948B-1728B52AA6E4}">
                <adec:decorative xmlns:adec="http://schemas.microsoft.com/office/drawing/2017/decorative" val="1"/>
              </a:ext>
            </a:extLst>
          </p:cNvPr>
          <p:cNvSpPr/>
          <p:nvPr userDrawn="1"/>
        </p:nvSpPr>
        <p:spPr>
          <a:xfrm>
            <a:off x="6408317" y="1377730"/>
            <a:ext cx="2743948" cy="5494558"/>
          </a:xfrm>
          <a:custGeom>
            <a:avLst/>
            <a:gdLst>
              <a:gd name="connsiteX0" fmla="*/ 3224347 w 3658597"/>
              <a:gd name="connsiteY0" fmla="*/ 0 h 5494558"/>
              <a:gd name="connsiteX1" fmla="*/ 3554018 w 3658597"/>
              <a:gd name="connsiteY1" fmla="*/ 16647 h 5494558"/>
              <a:gd name="connsiteX2" fmla="*/ 3658597 w 3658597"/>
              <a:gd name="connsiteY2" fmla="*/ 29936 h 5494558"/>
              <a:gd name="connsiteX3" fmla="*/ 3658597 w 3658597"/>
              <a:gd name="connsiteY3" fmla="*/ 5494558 h 5494558"/>
              <a:gd name="connsiteX4" fmla="*/ 935531 w 3658597"/>
              <a:gd name="connsiteY4" fmla="*/ 5494558 h 5494558"/>
              <a:gd name="connsiteX5" fmla="*/ 736284 w 3658597"/>
              <a:gd name="connsiteY5" fmla="*/ 5275331 h 5494558"/>
              <a:gd name="connsiteX6" fmla="*/ 0 w 3658597"/>
              <a:gd name="connsiteY6" fmla="*/ 3224347 h 5494558"/>
              <a:gd name="connsiteX7" fmla="*/ 3224347 w 3658597"/>
              <a:gd name="connsiteY7" fmla="*/ 0 h 54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8597" h="5494558">
                <a:moveTo>
                  <a:pt x="3224347" y="0"/>
                </a:moveTo>
                <a:cubicBezTo>
                  <a:pt x="3335644" y="0"/>
                  <a:pt x="3445625" y="5639"/>
                  <a:pt x="3554018" y="16647"/>
                </a:cubicBezTo>
                <a:lnTo>
                  <a:pt x="3658597" y="29936"/>
                </a:lnTo>
                <a:lnTo>
                  <a:pt x="3658597" y="5494558"/>
                </a:lnTo>
                <a:lnTo>
                  <a:pt x="935531" y="5494558"/>
                </a:lnTo>
                <a:lnTo>
                  <a:pt x="736284" y="5275331"/>
                </a:lnTo>
                <a:cubicBezTo>
                  <a:pt x="276312" y="4717974"/>
                  <a:pt x="0" y="4003429"/>
                  <a:pt x="0" y="3224347"/>
                </a:cubicBezTo>
                <a:cubicBezTo>
                  <a:pt x="0" y="1443589"/>
                  <a:pt x="1443589" y="0"/>
                  <a:pt x="3224347"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 name="Freeform 12">
            <a:extLst>
              <a:ext uri="{FF2B5EF4-FFF2-40B4-BE49-F238E27FC236}">
                <a16:creationId xmlns:a16="http://schemas.microsoft.com/office/drawing/2014/main" id="{B6078FDE-6CEC-993E-3339-544DEDA6AB82}"/>
              </a:ext>
              <a:ext uri="{C183D7F6-B498-43B3-948B-1728B52AA6E4}">
                <adec:decorative xmlns:adec="http://schemas.microsoft.com/office/drawing/2017/decorative" val="1"/>
              </a:ext>
            </a:extLst>
          </p:cNvPr>
          <p:cNvSpPr/>
          <p:nvPr userDrawn="1"/>
        </p:nvSpPr>
        <p:spPr>
          <a:xfrm>
            <a:off x="-8659" y="2"/>
            <a:ext cx="881701" cy="1651285"/>
          </a:xfrm>
          <a:custGeom>
            <a:avLst/>
            <a:gdLst>
              <a:gd name="connsiteX0" fmla="*/ 0 w 1858209"/>
              <a:gd name="connsiteY0" fmla="*/ 0 h 2610096"/>
              <a:gd name="connsiteX1" fmla="*/ 1532533 w 1858209"/>
              <a:gd name="connsiteY1" fmla="*/ 0 h 2610096"/>
              <a:gd name="connsiteX2" fmla="*/ 1579125 w 1858209"/>
              <a:gd name="connsiteY2" fmla="*/ 62307 h 2610096"/>
              <a:gd name="connsiteX3" fmla="*/ 1858209 w 1858209"/>
              <a:gd name="connsiteY3" fmla="*/ 975965 h 2610096"/>
              <a:gd name="connsiteX4" fmla="*/ 224078 w 1858209"/>
              <a:gd name="connsiteY4" fmla="*/ 2610096 h 2610096"/>
              <a:gd name="connsiteX5" fmla="*/ 56998 w 1858209"/>
              <a:gd name="connsiteY5" fmla="*/ 2601659 h 2610096"/>
              <a:gd name="connsiteX6" fmla="*/ 0 w 1858209"/>
              <a:gd name="connsiteY6" fmla="*/ 2592960 h 26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8209" h="2610096">
                <a:moveTo>
                  <a:pt x="0" y="0"/>
                </a:moveTo>
                <a:lnTo>
                  <a:pt x="1532533" y="0"/>
                </a:lnTo>
                <a:lnTo>
                  <a:pt x="1579125" y="62307"/>
                </a:lnTo>
                <a:cubicBezTo>
                  <a:pt x="1755324" y="323116"/>
                  <a:pt x="1858209" y="637525"/>
                  <a:pt x="1858209" y="975965"/>
                </a:cubicBezTo>
                <a:cubicBezTo>
                  <a:pt x="1858209" y="1878471"/>
                  <a:pt x="1126584" y="2610096"/>
                  <a:pt x="224078" y="2610096"/>
                </a:cubicBezTo>
                <a:cubicBezTo>
                  <a:pt x="167671" y="2610096"/>
                  <a:pt x="111932" y="2607238"/>
                  <a:pt x="56998" y="2601659"/>
                </a:cubicBezTo>
                <a:lnTo>
                  <a:pt x="0" y="2592960"/>
                </a:ln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Oval 11">
            <a:extLst>
              <a:ext uri="{FF2B5EF4-FFF2-40B4-BE49-F238E27FC236}">
                <a16:creationId xmlns:a16="http://schemas.microsoft.com/office/drawing/2014/main" id="{DE6A9E29-841B-F63A-A4FB-958C2A39A40A}"/>
              </a:ext>
              <a:ext uri="{C183D7F6-B498-43B3-948B-1728B52AA6E4}">
                <adec:decorative xmlns:adec="http://schemas.microsoft.com/office/drawing/2017/decorative" val="1"/>
              </a:ext>
            </a:extLst>
          </p:cNvPr>
          <p:cNvSpPr/>
          <p:nvPr userDrawn="1"/>
        </p:nvSpPr>
        <p:spPr>
          <a:xfrm>
            <a:off x="5923045" y="4881007"/>
            <a:ext cx="1124299" cy="1499065"/>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a:p>
        </p:txBody>
      </p:sp>
      <p:sp>
        <p:nvSpPr>
          <p:cNvPr id="15" name="Oval 14">
            <a:extLst>
              <a:ext uri="{FF2B5EF4-FFF2-40B4-BE49-F238E27FC236}">
                <a16:creationId xmlns:a16="http://schemas.microsoft.com/office/drawing/2014/main" id="{541E8E1F-3A86-62FC-58AB-E196456B4583}"/>
              </a:ext>
              <a:ext uri="{C183D7F6-B498-43B3-948B-1728B52AA6E4}">
                <adec:decorative xmlns:adec="http://schemas.microsoft.com/office/drawing/2017/decorative" val="1"/>
              </a:ext>
            </a:extLst>
          </p:cNvPr>
          <p:cNvSpPr/>
          <p:nvPr userDrawn="1"/>
        </p:nvSpPr>
        <p:spPr>
          <a:xfrm>
            <a:off x="488344" y="1169293"/>
            <a:ext cx="292376" cy="38983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390906" y="566928"/>
            <a:ext cx="8339328" cy="640080"/>
          </a:xfrm>
        </p:spPr>
        <p:txBody>
          <a:bodyPr anchor="t" anchorCtr="0">
            <a:noAutofit/>
          </a:bodyPr>
          <a:lstStyle>
            <a:lvl1pPr algn="ctr">
              <a:defRPr sz="2400" b="1">
                <a:solidFill>
                  <a:schemeClr val="tx2"/>
                </a:solidFill>
                <a:latin typeface="+mn-lt"/>
              </a:defRPr>
            </a:lvl1pPr>
          </a:lstStyle>
          <a:p>
            <a:r>
              <a:rPr lang="en-US"/>
              <a:t>Click to add title</a:t>
            </a:r>
          </a:p>
        </p:txBody>
      </p:sp>
      <p:sp>
        <p:nvSpPr>
          <p:cNvPr id="17" name="Content Placeholder 16">
            <a:extLst>
              <a:ext uri="{FF2B5EF4-FFF2-40B4-BE49-F238E27FC236}">
                <a16:creationId xmlns:a16="http://schemas.microsoft.com/office/drawing/2014/main" id="{F4DDC946-276A-D975-DF69-141E11E4CA64}"/>
              </a:ext>
            </a:extLst>
          </p:cNvPr>
          <p:cNvSpPr>
            <a:spLocks noGrp="1"/>
          </p:cNvSpPr>
          <p:nvPr>
            <p:ph sz="quarter" idx="15" hasCustomPrompt="1"/>
          </p:nvPr>
        </p:nvSpPr>
        <p:spPr>
          <a:xfrm>
            <a:off x="480060" y="2002536"/>
            <a:ext cx="3854196" cy="3685032"/>
          </a:xfrm>
          <a:solidFill>
            <a:schemeClr val="bg1"/>
          </a:solidFill>
          <a:ln w="12700">
            <a:solidFill>
              <a:schemeClr val="bg2">
                <a:lumMod val="90000"/>
              </a:schemeClr>
            </a:solidFill>
            <a:prstDash val="dash"/>
          </a:ln>
        </p:spPr>
        <p:txBody>
          <a:bodyPr lIns="91440" rIns="91440">
            <a:noAutofit/>
          </a:bodyPr>
          <a:lstStyle>
            <a:lvl1pPr>
              <a:lnSpc>
                <a:spcPct val="100000"/>
              </a:lnSpc>
              <a:defRPr sz="1500">
                <a:solidFill>
                  <a:schemeClr val="tx2"/>
                </a:solidFill>
              </a:defRPr>
            </a:lvl1pPr>
          </a:lstStyle>
          <a:p>
            <a:pPr lvl="0"/>
            <a:r>
              <a:rPr lang="en-US"/>
              <a:t>Click to add text</a:t>
            </a:r>
          </a:p>
        </p:txBody>
      </p:sp>
      <p:sp>
        <p:nvSpPr>
          <p:cNvPr id="16" name="Content Placeholder 16">
            <a:extLst>
              <a:ext uri="{FF2B5EF4-FFF2-40B4-BE49-F238E27FC236}">
                <a16:creationId xmlns:a16="http://schemas.microsoft.com/office/drawing/2014/main" id="{09C5826C-6081-DF9F-2832-3E46BA58C61C}"/>
              </a:ext>
            </a:extLst>
          </p:cNvPr>
          <p:cNvSpPr>
            <a:spLocks noGrp="1"/>
          </p:cNvSpPr>
          <p:nvPr>
            <p:ph sz="quarter" idx="16" hasCustomPrompt="1"/>
          </p:nvPr>
        </p:nvSpPr>
        <p:spPr>
          <a:xfrm>
            <a:off x="4814316" y="2002536"/>
            <a:ext cx="3854196" cy="3685032"/>
          </a:xfrm>
          <a:solidFill>
            <a:schemeClr val="bg1"/>
          </a:solidFill>
          <a:ln w="12700">
            <a:solidFill>
              <a:schemeClr val="bg2">
                <a:lumMod val="90000"/>
              </a:schemeClr>
            </a:solidFill>
            <a:prstDash val="dash"/>
          </a:ln>
        </p:spPr>
        <p:txBody>
          <a:bodyPr lIns="91440" rIns="91440">
            <a:noAutofit/>
          </a:bodyPr>
          <a:lstStyle>
            <a:lvl1pPr>
              <a:lnSpc>
                <a:spcPct val="100000"/>
              </a:lnSpc>
              <a:spcBef>
                <a:spcPts val="450"/>
              </a:spcBef>
              <a:spcAft>
                <a:spcPts val="450"/>
              </a:spcAft>
              <a:defRPr sz="1200">
                <a:solidFill>
                  <a:schemeClr val="tx2"/>
                </a:solidFill>
              </a:defRPr>
            </a:lvl1pPr>
            <a:lvl2pPr>
              <a:lnSpc>
                <a:spcPct val="100000"/>
              </a:lnSpc>
              <a:spcBef>
                <a:spcPts val="450"/>
              </a:spcBef>
              <a:spcAft>
                <a:spcPts val="900"/>
              </a:spcAft>
              <a:buFont typeface="+mj-lt"/>
              <a:buAutoNum type="arabicPeriod"/>
              <a:defRPr sz="1200">
                <a:solidFill>
                  <a:schemeClr val="tx2"/>
                </a:solidFill>
              </a:defRPr>
            </a:lvl2pPr>
          </a:lstStyle>
          <a:p>
            <a:pPr lvl="0"/>
            <a:r>
              <a:rPr lang="en-US"/>
              <a:t>Click to add text </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noAutofit/>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noAutofit/>
          </a:bodyPr>
          <a:lstStyle/>
          <a:p>
            <a:fld id="{D1BC2EDA-D519-4F34-BF3F-BFFF500F4B03}" type="slidenum">
              <a:rPr lang="en-US" smtClean="0"/>
              <a:t>‹#›</a:t>
            </a:fld>
            <a:endParaRPr lang="en-US"/>
          </a:p>
        </p:txBody>
      </p:sp>
    </p:spTree>
    <p:extLst>
      <p:ext uri="{BB962C8B-B14F-4D97-AF65-F5344CB8AC3E}">
        <p14:creationId xmlns:p14="http://schemas.microsoft.com/office/powerpoint/2010/main" val="314754430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st">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EA15E1F6-FCC0-B1B8-8F0A-02FAAB3F0D1E}"/>
              </a:ext>
              <a:ext uri="{C183D7F6-B498-43B3-948B-1728B52AA6E4}">
                <adec:decorative xmlns:adec="http://schemas.microsoft.com/office/drawing/2017/decorative" val="1"/>
              </a:ext>
            </a:extLst>
          </p:cNvPr>
          <p:cNvSpPr/>
          <p:nvPr userDrawn="1"/>
        </p:nvSpPr>
        <p:spPr>
          <a:xfrm>
            <a:off x="7474090" y="5422968"/>
            <a:ext cx="450734" cy="600979"/>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reeform 7">
            <a:extLst>
              <a:ext uri="{FF2B5EF4-FFF2-40B4-BE49-F238E27FC236}">
                <a16:creationId xmlns:a16="http://schemas.microsoft.com/office/drawing/2014/main" id="{8A0AB697-65DD-D82E-FD2B-BB10E141E719}"/>
              </a:ext>
              <a:ext uri="{C183D7F6-B498-43B3-948B-1728B52AA6E4}">
                <adec:decorative xmlns:adec="http://schemas.microsoft.com/office/drawing/2017/decorative" val="1"/>
              </a:ext>
            </a:extLst>
          </p:cNvPr>
          <p:cNvSpPr/>
          <p:nvPr userDrawn="1"/>
        </p:nvSpPr>
        <p:spPr>
          <a:xfrm>
            <a:off x="5" y="684942"/>
            <a:ext cx="4304479" cy="6173059"/>
          </a:xfrm>
          <a:custGeom>
            <a:avLst/>
            <a:gdLst>
              <a:gd name="connsiteX0" fmla="*/ 2105216 w 5739305"/>
              <a:gd name="connsiteY0" fmla="*/ 0 h 6173059"/>
              <a:gd name="connsiteX1" fmla="*/ 5739305 w 5739305"/>
              <a:gd name="connsiteY1" fmla="*/ 3634089 h 6173059"/>
              <a:gd name="connsiteX2" fmla="*/ 4909456 w 5739305"/>
              <a:gd name="connsiteY2" fmla="*/ 5945707 h 6173059"/>
              <a:gd name="connsiteX3" fmla="*/ 4702825 w 5739305"/>
              <a:gd name="connsiteY3" fmla="*/ 6173059 h 6173059"/>
              <a:gd name="connsiteX4" fmla="*/ 0 w 5739305"/>
              <a:gd name="connsiteY4" fmla="*/ 6173059 h 6173059"/>
              <a:gd name="connsiteX5" fmla="*/ 0 w 5739305"/>
              <a:gd name="connsiteY5" fmla="*/ 675505 h 6173059"/>
              <a:gd name="connsiteX6" fmla="*/ 73362 w 5739305"/>
              <a:gd name="connsiteY6" fmla="*/ 620646 h 6173059"/>
              <a:gd name="connsiteX7" fmla="*/ 2105216 w 5739305"/>
              <a:gd name="connsiteY7" fmla="*/ 0 h 6173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39305" h="6173059">
                <a:moveTo>
                  <a:pt x="2105216" y="0"/>
                </a:moveTo>
                <a:cubicBezTo>
                  <a:pt x="4112268" y="0"/>
                  <a:pt x="5739305" y="1627037"/>
                  <a:pt x="5739305" y="3634089"/>
                </a:cubicBezTo>
                <a:cubicBezTo>
                  <a:pt x="5739305" y="4512174"/>
                  <a:pt x="5427880" y="5317522"/>
                  <a:pt x="4909456" y="5945707"/>
                </a:cubicBezTo>
                <a:lnTo>
                  <a:pt x="4702825" y="6173059"/>
                </a:lnTo>
                <a:lnTo>
                  <a:pt x="0" y="6173059"/>
                </a:lnTo>
                <a:lnTo>
                  <a:pt x="0" y="675505"/>
                </a:lnTo>
                <a:lnTo>
                  <a:pt x="73362" y="620646"/>
                </a:lnTo>
                <a:cubicBezTo>
                  <a:pt x="653367" y="228802"/>
                  <a:pt x="1352572" y="0"/>
                  <a:pt x="2105216" y="0"/>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9" name="Oval 38">
            <a:extLst>
              <a:ext uri="{FF2B5EF4-FFF2-40B4-BE49-F238E27FC236}">
                <a16:creationId xmlns:a16="http://schemas.microsoft.com/office/drawing/2014/main" id="{6DF637CE-F1AA-EB3D-67EB-815F56FFB509}"/>
              </a:ext>
              <a:ext uri="{C183D7F6-B498-43B3-948B-1728B52AA6E4}">
                <adec:decorative xmlns:adec="http://schemas.microsoft.com/office/drawing/2017/decorative" val="1"/>
              </a:ext>
            </a:extLst>
          </p:cNvPr>
          <p:cNvSpPr/>
          <p:nvPr userDrawn="1"/>
        </p:nvSpPr>
        <p:spPr>
          <a:xfrm>
            <a:off x="2625656" y="447697"/>
            <a:ext cx="1124299" cy="1499065"/>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CCC7F2D7-0500-18AD-893F-3BFF96B94526}"/>
              </a:ext>
              <a:ext uri="{C183D7F6-B498-43B3-948B-1728B52AA6E4}">
                <adec:decorative xmlns:adec="http://schemas.microsoft.com/office/drawing/2017/decorative" val="1"/>
              </a:ext>
            </a:extLst>
          </p:cNvPr>
          <p:cNvSpPr/>
          <p:nvPr userDrawn="1"/>
        </p:nvSpPr>
        <p:spPr>
          <a:xfrm>
            <a:off x="4809295" y="1273862"/>
            <a:ext cx="3862271" cy="4264053"/>
          </a:xfrm>
          <a:prstGeom prst="rect">
            <a:avLst/>
          </a:prstGeom>
          <a:solidFill>
            <a:schemeClr val="bg1"/>
          </a:solid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411480" y="2386584"/>
            <a:ext cx="3627882" cy="2103120"/>
          </a:xfrm>
        </p:spPr>
        <p:txBody>
          <a:bodyPr anchor="t" anchorCtr="0">
            <a:normAutofit/>
          </a:bodyPr>
          <a:lstStyle>
            <a:lvl1pPr algn="l">
              <a:defRPr sz="2400" b="1">
                <a:solidFill>
                  <a:schemeClr val="tx2"/>
                </a:solidFill>
                <a:latin typeface="+mn-lt"/>
              </a:defRPr>
            </a:lvl1pPr>
          </a:lstStyle>
          <a:p>
            <a:r>
              <a:rPr lang="en-US"/>
              <a:t>Click to add title</a:t>
            </a:r>
          </a:p>
        </p:txBody>
      </p:sp>
      <p:grpSp>
        <p:nvGrpSpPr>
          <p:cNvPr id="4" name="Group 3">
            <a:extLst>
              <a:ext uri="{FF2B5EF4-FFF2-40B4-BE49-F238E27FC236}">
                <a16:creationId xmlns:a16="http://schemas.microsoft.com/office/drawing/2014/main" id="{E93D01B9-382B-1FFC-B0E8-50A5B1AA53F2}"/>
              </a:ext>
              <a:ext uri="{C183D7F6-B498-43B3-948B-1728B52AA6E4}">
                <adec:decorative xmlns:adec="http://schemas.microsoft.com/office/drawing/2017/decorative" val="1"/>
              </a:ext>
            </a:extLst>
          </p:cNvPr>
          <p:cNvGrpSpPr/>
          <p:nvPr userDrawn="1"/>
        </p:nvGrpSpPr>
        <p:grpSpPr>
          <a:xfrm>
            <a:off x="5366653" y="2000952"/>
            <a:ext cx="2883266" cy="3094988"/>
            <a:chOff x="6448201" y="2832180"/>
            <a:chExt cx="4489704" cy="2901696"/>
          </a:xfrm>
        </p:grpSpPr>
        <p:cxnSp>
          <p:nvCxnSpPr>
            <p:cNvPr id="5" name="Straight Connector 4">
              <a:extLst>
                <a:ext uri="{FF2B5EF4-FFF2-40B4-BE49-F238E27FC236}">
                  <a16:creationId xmlns:a16="http://schemas.microsoft.com/office/drawing/2014/main" id="{2DE06067-B8E1-70ED-D2D3-44CF8CDCDA07}"/>
                </a:ext>
              </a:extLst>
            </p:cNvPr>
            <p:cNvCxnSpPr>
              <a:cxnSpLocks/>
            </p:cNvCxnSpPr>
            <p:nvPr/>
          </p:nvCxnSpPr>
          <p:spPr>
            <a:xfrm>
              <a:off x="6448201" y="283218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30DAD0A-6F95-3AC2-7012-1BFF86880C36}"/>
                </a:ext>
              </a:extLst>
            </p:cNvPr>
            <p:cNvCxnSpPr>
              <a:cxnSpLocks/>
            </p:cNvCxnSpPr>
            <p:nvPr/>
          </p:nvCxnSpPr>
          <p:spPr>
            <a:xfrm>
              <a:off x="6448201" y="353322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8BE1B0-4E81-D3BC-6252-7981ADD19C22}"/>
                </a:ext>
              </a:extLst>
            </p:cNvPr>
            <p:cNvCxnSpPr>
              <a:cxnSpLocks/>
            </p:cNvCxnSpPr>
            <p:nvPr/>
          </p:nvCxnSpPr>
          <p:spPr>
            <a:xfrm>
              <a:off x="6448201" y="4234260"/>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02BDCE-1B33-A927-9656-8B1F13D3E546}"/>
                </a:ext>
              </a:extLst>
            </p:cNvPr>
            <p:cNvCxnSpPr>
              <a:cxnSpLocks/>
            </p:cNvCxnSpPr>
            <p:nvPr/>
          </p:nvCxnSpPr>
          <p:spPr>
            <a:xfrm>
              <a:off x="6454297" y="4971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0822DF-56EF-F16B-1D58-9C3EAC7944A0}"/>
                </a:ext>
              </a:extLst>
            </p:cNvPr>
            <p:cNvCxnSpPr>
              <a:cxnSpLocks/>
            </p:cNvCxnSpPr>
            <p:nvPr/>
          </p:nvCxnSpPr>
          <p:spPr>
            <a:xfrm>
              <a:off x="6460393" y="5733876"/>
              <a:ext cx="4477512" cy="0"/>
            </a:xfrm>
            <a:prstGeom prst="line">
              <a:avLst/>
            </a:prstGeom>
            <a:ln w="2222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 name="Content Placeholder 2">
            <a:extLst>
              <a:ext uri="{FF2B5EF4-FFF2-40B4-BE49-F238E27FC236}">
                <a16:creationId xmlns:a16="http://schemas.microsoft.com/office/drawing/2014/main" id="{B70A54A3-3D1B-FF08-2460-114DA5BF6D5A}"/>
              </a:ext>
              <a:ext uri="{C183D7F6-B498-43B3-948B-1728B52AA6E4}">
                <adec:decorative xmlns:adec="http://schemas.microsoft.com/office/drawing/2017/decorative" val="1"/>
              </a:ext>
            </a:extLst>
          </p:cNvPr>
          <p:cNvSpPr txBox="1">
            <a:spLocks/>
          </p:cNvSpPr>
          <p:nvPr userDrawn="1"/>
        </p:nvSpPr>
        <p:spPr>
          <a:xfrm>
            <a:off x="5109098" y="1474457"/>
            <a:ext cx="370237" cy="4065646"/>
          </a:xfrm>
          <a:prstGeom prst="rect">
            <a:avLst/>
          </a:prstGeom>
        </p:spPr>
        <p:txBody>
          <a:bodyPr vert="horz" lIns="68580" tIns="34290" rIns="68580" bIns="34290" rtlCol="0" anchor="t">
            <a:noAutofit/>
          </a:bodyPr>
          <a:lstStyle>
            <a:lvl1pPr marL="0" indent="0" algn="l" defTabSz="914400" rtl="0" eaLnBrk="1" latinLnBrk="0" hangingPunct="1">
              <a:lnSpc>
                <a:spcPct val="100000"/>
              </a:lnSpc>
              <a:spcBef>
                <a:spcPts val="1000"/>
              </a:spcBef>
              <a:spcAft>
                <a:spcPts val="1200"/>
              </a:spcAft>
              <a:buFontTx/>
              <a:buNone/>
              <a:defRPr lang="en-US" sz="14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nSpc>
                <a:spcPct val="150000"/>
              </a:lnSpc>
            </a:pPr>
            <a:r>
              <a:rPr lang="en-US" sz="1650" b="1">
                <a:solidFill>
                  <a:schemeClr val="tx2"/>
                </a:solidFill>
                <a:latin typeface="+mj-lt"/>
                <a:cs typeface="Segoe UI Semibold" panose="020B0502040204020203" pitchFamily="34" charset="0"/>
              </a:rPr>
              <a:t>1. </a:t>
            </a:r>
          </a:p>
          <a:p>
            <a:pPr>
              <a:lnSpc>
                <a:spcPct val="150000"/>
              </a:lnSpc>
            </a:pPr>
            <a:r>
              <a:rPr lang="en-US" sz="1650" b="1">
                <a:solidFill>
                  <a:schemeClr val="tx2"/>
                </a:solidFill>
                <a:latin typeface="+mj-lt"/>
                <a:cs typeface="Segoe UI Semibold" panose="020B0502040204020203" pitchFamily="34" charset="0"/>
              </a:rPr>
              <a:t>2. </a:t>
            </a:r>
          </a:p>
          <a:p>
            <a:pPr>
              <a:lnSpc>
                <a:spcPct val="150000"/>
              </a:lnSpc>
            </a:pPr>
            <a:r>
              <a:rPr lang="en-US" sz="1650" b="1">
                <a:solidFill>
                  <a:schemeClr val="tx2"/>
                </a:solidFill>
                <a:latin typeface="+mj-lt"/>
                <a:cs typeface="Segoe UI Semibold" panose="020B0502040204020203" pitchFamily="34" charset="0"/>
              </a:rPr>
              <a:t>3. </a:t>
            </a:r>
          </a:p>
          <a:p>
            <a:pPr>
              <a:lnSpc>
                <a:spcPct val="150000"/>
              </a:lnSpc>
            </a:pPr>
            <a:r>
              <a:rPr lang="en-US" sz="1650" b="1">
                <a:solidFill>
                  <a:schemeClr val="tx2"/>
                </a:solidFill>
                <a:latin typeface="+mj-lt"/>
                <a:cs typeface="Segoe UI Semibold" panose="020B0502040204020203" pitchFamily="34" charset="0"/>
              </a:rPr>
              <a:t>4. </a:t>
            </a:r>
          </a:p>
          <a:p>
            <a:pPr>
              <a:lnSpc>
                <a:spcPct val="150000"/>
              </a:lnSpc>
            </a:pPr>
            <a:r>
              <a:rPr lang="en-US" sz="1650" b="1">
                <a:solidFill>
                  <a:schemeClr val="tx2"/>
                </a:solidFill>
                <a:latin typeface="+mj-lt"/>
                <a:cs typeface="Segoe UI Semibold" panose="020B0502040204020203" pitchFamily="34" charset="0"/>
              </a:rPr>
              <a:t>5.</a:t>
            </a:r>
          </a:p>
        </p:txBody>
      </p:sp>
      <p:sp>
        <p:nvSpPr>
          <p:cNvPr id="18" name="Text Placeholder 17">
            <a:extLst>
              <a:ext uri="{FF2B5EF4-FFF2-40B4-BE49-F238E27FC236}">
                <a16:creationId xmlns:a16="http://schemas.microsoft.com/office/drawing/2014/main" id="{C1550097-BD5F-E98D-20E3-A22C0C0388E5}"/>
              </a:ext>
            </a:extLst>
          </p:cNvPr>
          <p:cNvSpPr>
            <a:spLocks noGrp="1"/>
          </p:cNvSpPr>
          <p:nvPr>
            <p:ph type="body" sz="quarter" idx="11" hasCustomPrompt="1"/>
          </p:nvPr>
        </p:nvSpPr>
        <p:spPr>
          <a:xfrm>
            <a:off x="5366652" y="1605845"/>
            <a:ext cx="3068002"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0" name="Text Placeholder 17">
            <a:extLst>
              <a:ext uri="{FF2B5EF4-FFF2-40B4-BE49-F238E27FC236}">
                <a16:creationId xmlns:a16="http://schemas.microsoft.com/office/drawing/2014/main" id="{D366D221-FD48-C909-F65B-085F44205EBB}"/>
              </a:ext>
            </a:extLst>
          </p:cNvPr>
          <p:cNvSpPr>
            <a:spLocks noGrp="1"/>
          </p:cNvSpPr>
          <p:nvPr>
            <p:ph type="body" sz="quarter" idx="15" hasCustomPrompt="1"/>
          </p:nvPr>
        </p:nvSpPr>
        <p:spPr>
          <a:xfrm>
            <a:off x="5366652" y="2373903"/>
            <a:ext cx="3068002"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1" name="Text Placeholder 17">
            <a:extLst>
              <a:ext uri="{FF2B5EF4-FFF2-40B4-BE49-F238E27FC236}">
                <a16:creationId xmlns:a16="http://schemas.microsoft.com/office/drawing/2014/main" id="{9BD84418-94A8-777A-FEF5-E2B3E93F44C2}"/>
              </a:ext>
            </a:extLst>
          </p:cNvPr>
          <p:cNvSpPr>
            <a:spLocks noGrp="1"/>
          </p:cNvSpPr>
          <p:nvPr>
            <p:ph type="body" sz="quarter" idx="16" hasCustomPrompt="1"/>
          </p:nvPr>
        </p:nvSpPr>
        <p:spPr>
          <a:xfrm>
            <a:off x="5366652" y="3144171"/>
            <a:ext cx="3068002"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2" name="Text Placeholder 17">
            <a:extLst>
              <a:ext uri="{FF2B5EF4-FFF2-40B4-BE49-F238E27FC236}">
                <a16:creationId xmlns:a16="http://schemas.microsoft.com/office/drawing/2014/main" id="{EFF35093-CCA2-ABAA-FBB6-03256FB06BD9}"/>
              </a:ext>
            </a:extLst>
          </p:cNvPr>
          <p:cNvSpPr>
            <a:spLocks noGrp="1"/>
          </p:cNvSpPr>
          <p:nvPr>
            <p:ph type="body" sz="quarter" idx="17" hasCustomPrompt="1"/>
          </p:nvPr>
        </p:nvSpPr>
        <p:spPr>
          <a:xfrm>
            <a:off x="5366652" y="3926830"/>
            <a:ext cx="3068002"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28" name="Text Placeholder 17">
            <a:extLst>
              <a:ext uri="{FF2B5EF4-FFF2-40B4-BE49-F238E27FC236}">
                <a16:creationId xmlns:a16="http://schemas.microsoft.com/office/drawing/2014/main" id="{6FF71D66-09F6-C545-173C-E4918A91F006}"/>
              </a:ext>
            </a:extLst>
          </p:cNvPr>
          <p:cNvSpPr>
            <a:spLocks noGrp="1"/>
          </p:cNvSpPr>
          <p:nvPr>
            <p:ph type="body" sz="quarter" idx="18" hasCustomPrompt="1"/>
          </p:nvPr>
        </p:nvSpPr>
        <p:spPr>
          <a:xfrm>
            <a:off x="5366652" y="4693042"/>
            <a:ext cx="3068002" cy="477764"/>
          </a:xfrm>
        </p:spPr>
        <p:txBody>
          <a:bodyPr/>
          <a:lstStyle>
            <a:lvl1pPr>
              <a:lnSpc>
                <a:spcPct val="100000"/>
              </a:lnSpc>
              <a:spcBef>
                <a:spcPts val="0"/>
              </a:spcBef>
              <a:spcAft>
                <a:spcPts val="0"/>
              </a:spcAft>
              <a:defRPr sz="1650" b="1">
                <a:solidFill>
                  <a:schemeClr val="tx2"/>
                </a:solidFill>
                <a:latin typeface="+mj-lt"/>
                <a:cs typeface="Segoe UI Semibold" panose="020B0702040204020203" pitchFamily="34" charset="0"/>
              </a:defRPr>
            </a:lvl1pPr>
            <a:lvl2pPr marL="0" indent="0">
              <a:lnSpc>
                <a:spcPct val="100000"/>
              </a:lnSpc>
              <a:spcBef>
                <a:spcPts val="900"/>
              </a:spcBef>
              <a:spcAft>
                <a:spcPts val="0"/>
              </a:spcAft>
              <a:buNone/>
              <a:defRPr sz="1350">
                <a:solidFill>
                  <a:schemeClr val="tx2"/>
                </a:solidFill>
              </a:defRPr>
            </a:lvl2pPr>
          </a:lstStyle>
          <a:p>
            <a:pPr lvl="0"/>
            <a:r>
              <a:rPr lang="en-US"/>
              <a:t>Click to add text</a:t>
            </a:r>
          </a:p>
        </p:txBody>
      </p:sp>
      <p:sp>
        <p:nvSpPr>
          <p:cNvPr id="3" name="Picture Placeholder 2">
            <a:extLst>
              <a:ext uri="{FF2B5EF4-FFF2-40B4-BE49-F238E27FC236}">
                <a16:creationId xmlns:a16="http://schemas.microsoft.com/office/drawing/2014/main" id="{96D49D04-3BCD-7CCF-7AE2-41C646366DF8}"/>
              </a:ext>
            </a:extLst>
          </p:cNvPr>
          <p:cNvSpPr>
            <a:spLocks noGrp="1"/>
          </p:cNvSpPr>
          <p:nvPr>
            <p:ph type="pic" sz="quarter" idx="19"/>
          </p:nvPr>
        </p:nvSpPr>
        <p:spPr>
          <a:xfrm rot="16200000">
            <a:off x="7504717" y="745203"/>
            <a:ext cx="2384490" cy="894081"/>
          </a:xfrm>
        </p:spPr>
        <p:txBody>
          <a:bodyPr anchor="b"/>
          <a:lstStyle>
            <a:lvl1pPr algn="ctr">
              <a:defRPr/>
            </a:lvl1pPr>
          </a:lstStyle>
          <a:p>
            <a:r>
              <a:rPr lang="en-US"/>
              <a:t>Click icon to add picture</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20786354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Freeform 22">
            <a:extLst>
              <a:ext uri="{FF2B5EF4-FFF2-40B4-BE49-F238E27FC236}">
                <a16:creationId xmlns:a16="http://schemas.microsoft.com/office/drawing/2014/main" id="{CCB0938D-C7B4-782B-BFAF-F503DE1CAEF0}"/>
              </a:ext>
              <a:ext uri="{C183D7F6-B498-43B3-948B-1728B52AA6E4}">
                <adec:decorative xmlns:adec="http://schemas.microsoft.com/office/drawing/2017/decorative" val="1"/>
              </a:ext>
            </a:extLst>
          </p:cNvPr>
          <p:cNvSpPr/>
          <p:nvPr userDrawn="1"/>
        </p:nvSpPr>
        <p:spPr>
          <a:xfrm>
            <a:off x="-10710" y="4334114"/>
            <a:ext cx="862081" cy="1499066"/>
          </a:xfrm>
          <a:custGeom>
            <a:avLst/>
            <a:gdLst>
              <a:gd name="connsiteX0" fmla="*/ 399908 w 1149441"/>
              <a:gd name="connsiteY0" fmla="*/ 0 h 1499066"/>
              <a:gd name="connsiteX1" fmla="*/ 1149441 w 1149441"/>
              <a:gd name="connsiteY1" fmla="*/ 749533 h 1499066"/>
              <a:gd name="connsiteX2" fmla="*/ 399908 w 1149441"/>
              <a:gd name="connsiteY2" fmla="*/ 1499066 h 1499066"/>
              <a:gd name="connsiteX3" fmla="*/ 108156 w 1149441"/>
              <a:gd name="connsiteY3" fmla="*/ 1440164 h 1499066"/>
              <a:gd name="connsiteX4" fmla="*/ 0 w 1149441"/>
              <a:gd name="connsiteY4" fmla="*/ 1381459 h 1499066"/>
              <a:gd name="connsiteX5" fmla="*/ 0 w 1149441"/>
              <a:gd name="connsiteY5" fmla="*/ 117607 h 1499066"/>
              <a:gd name="connsiteX6" fmla="*/ 108156 w 1149441"/>
              <a:gd name="connsiteY6" fmla="*/ 58902 h 1499066"/>
              <a:gd name="connsiteX7" fmla="*/ 399908 w 1149441"/>
              <a:gd name="connsiteY7" fmla="*/ 0 h 149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441" h="1499066">
                <a:moveTo>
                  <a:pt x="399908" y="0"/>
                </a:moveTo>
                <a:cubicBezTo>
                  <a:pt x="813864" y="0"/>
                  <a:pt x="1149441" y="335577"/>
                  <a:pt x="1149441" y="749533"/>
                </a:cubicBezTo>
                <a:cubicBezTo>
                  <a:pt x="1149441" y="1163489"/>
                  <a:pt x="813864" y="1499066"/>
                  <a:pt x="399908" y="1499066"/>
                </a:cubicBezTo>
                <a:cubicBezTo>
                  <a:pt x="296419" y="1499066"/>
                  <a:pt x="197829" y="1478093"/>
                  <a:pt x="108156" y="1440164"/>
                </a:cubicBezTo>
                <a:lnTo>
                  <a:pt x="0" y="1381459"/>
                </a:lnTo>
                <a:lnTo>
                  <a:pt x="0" y="117607"/>
                </a:lnTo>
                <a:lnTo>
                  <a:pt x="108156" y="58902"/>
                </a:lnTo>
                <a:cubicBezTo>
                  <a:pt x="197829" y="20974"/>
                  <a:pt x="296419" y="0"/>
                  <a:pt x="399908"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Freeform 19">
            <a:extLst>
              <a:ext uri="{FF2B5EF4-FFF2-40B4-BE49-F238E27FC236}">
                <a16:creationId xmlns:a16="http://schemas.microsoft.com/office/drawing/2014/main" id="{27AD3143-C49E-0951-0DB8-A9ABF0AB7E13}"/>
              </a:ext>
              <a:ext uri="{C183D7F6-B498-43B3-948B-1728B52AA6E4}">
                <adec:decorative xmlns:adec="http://schemas.microsoft.com/office/drawing/2017/decorative" val="1"/>
              </a:ext>
            </a:extLst>
          </p:cNvPr>
          <p:cNvSpPr/>
          <p:nvPr userDrawn="1"/>
        </p:nvSpPr>
        <p:spPr>
          <a:xfrm>
            <a:off x="4513997" y="-1533"/>
            <a:ext cx="4638267" cy="5906209"/>
          </a:xfrm>
          <a:custGeom>
            <a:avLst/>
            <a:gdLst>
              <a:gd name="connsiteX0" fmla="*/ 605352 w 6184356"/>
              <a:gd name="connsiteY0" fmla="*/ 0 h 5906209"/>
              <a:gd name="connsiteX1" fmla="*/ 6184356 w 6184356"/>
              <a:gd name="connsiteY1" fmla="*/ 0 h 5906209"/>
              <a:gd name="connsiteX2" fmla="*/ 6184356 w 6184356"/>
              <a:gd name="connsiteY2" fmla="*/ 5104584 h 5906209"/>
              <a:gd name="connsiteX3" fmla="*/ 5989771 w 6184356"/>
              <a:gd name="connsiteY3" fmla="*/ 5250092 h 5906209"/>
              <a:gd name="connsiteX4" fmla="*/ 3841790 w 6184356"/>
              <a:gd name="connsiteY4" fmla="*/ 5906209 h 5906209"/>
              <a:gd name="connsiteX5" fmla="*/ 0 w 6184356"/>
              <a:gd name="connsiteY5" fmla="*/ 2064419 h 5906209"/>
              <a:gd name="connsiteX6" fmla="*/ 463684 w 6184356"/>
              <a:gd name="connsiteY6" fmla="*/ 233194 h 590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356" h="5906209">
                <a:moveTo>
                  <a:pt x="605352" y="0"/>
                </a:moveTo>
                <a:lnTo>
                  <a:pt x="6184356" y="0"/>
                </a:lnTo>
                <a:lnTo>
                  <a:pt x="6184356" y="5104584"/>
                </a:lnTo>
                <a:lnTo>
                  <a:pt x="5989771" y="5250092"/>
                </a:lnTo>
                <a:cubicBezTo>
                  <a:pt x="5376618" y="5664330"/>
                  <a:pt x="4637451" y="5906209"/>
                  <a:pt x="3841790" y="5906209"/>
                </a:cubicBezTo>
                <a:cubicBezTo>
                  <a:pt x="1720028" y="5906209"/>
                  <a:pt x="0" y="4186181"/>
                  <a:pt x="0" y="2064419"/>
                </a:cubicBezTo>
                <a:cubicBezTo>
                  <a:pt x="0" y="1401369"/>
                  <a:pt x="167972" y="777550"/>
                  <a:pt x="463684" y="23319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2"/>
              </a:solidFill>
            </a:endParaRPr>
          </a:p>
        </p:txBody>
      </p:sp>
      <p:sp>
        <p:nvSpPr>
          <p:cNvPr id="22" name="Oval 21">
            <a:extLst>
              <a:ext uri="{FF2B5EF4-FFF2-40B4-BE49-F238E27FC236}">
                <a16:creationId xmlns:a16="http://schemas.microsoft.com/office/drawing/2014/main" id="{91F142C3-F309-0D74-D5C5-3EAB19D43031}"/>
              </a:ext>
              <a:ext uri="{C183D7F6-B498-43B3-948B-1728B52AA6E4}">
                <adec:decorative xmlns:adec="http://schemas.microsoft.com/office/drawing/2017/decorative" val="1"/>
              </a:ext>
            </a:extLst>
          </p:cNvPr>
          <p:cNvSpPr/>
          <p:nvPr userDrawn="1"/>
        </p:nvSpPr>
        <p:spPr>
          <a:xfrm>
            <a:off x="4267252" y="1067795"/>
            <a:ext cx="476966" cy="635955"/>
          </a:xfrm>
          <a:prstGeom prst="ellipse">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411480" y="2386584"/>
            <a:ext cx="3627882" cy="2103120"/>
          </a:xfrm>
        </p:spPr>
        <p:txBody>
          <a:bodyPr anchor="t" anchorCtr="0">
            <a:normAutofit/>
          </a:bodyPr>
          <a:lstStyle>
            <a:lvl1pPr algn="l">
              <a:defRPr sz="2400" b="1">
                <a:solidFill>
                  <a:schemeClr val="tx2"/>
                </a:solidFill>
                <a:latin typeface="+mn-lt"/>
              </a:defRPr>
            </a:lvl1pPr>
          </a:lstStyle>
          <a:p>
            <a:r>
              <a:rPr lang="en-US"/>
              <a:t>Click to add title</a:t>
            </a:r>
          </a:p>
        </p:txBody>
      </p:sp>
      <p:sp>
        <p:nvSpPr>
          <p:cNvPr id="4" name="Picture Placeholder 3">
            <a:extLst>
              <a:ext uri="{FF2B5EF4-FFF2-40B4-BE49-F238E27FC236}">
                <a16:creationId xmlns:a16="http://schemas.microsoft.com/office/drawing/2014/main" id="{790AB7A2-D41E-7F8C-E35B-D135E2EFA555}"/>
              </a:ext>
            </a:extLst>
          </p:cNvPr>
          <p:cNvSpPr>
            <a:spLocks noGrp="1"/>
          </p:cNvSpPr>
          <p:nvPr>
            <p:ph type="pic" sz="quarter" idx="17"/>
          </p:nvPr>
        </p:nvSpPr>
        <p:spPr>
          <a:xfrm flipV="1">
            <a:off x="2222714" y="-9427"/>
            <a:ext cx="1788373" cy="1181008"/>
          </a:xfrm>
        </p:spPr>
        <p:txBody>
          <a:bodyPr/>
          <a:lstStyle>
            <a:lvl1pPr algn="ctr">
              <a:defRPr/>
            </a:lvl1pPr>
          </a:lstStyle>
          <a:p>
            <a:r>
              <a:rPr lang="en-US"/>
              <a:t>Click icon to add picture</a:t>
            </a:r>
          </a:p>
        </p:txBody>
      </p:sp>
      <p:sp>
        <p:nvSpPr>
          <p:cNvPr id="23" name="Content Placeholder 16">
            <a:extLst>
              <a:ext uri="{FF2B5EF4-FFF2-40B4-BE49-F238E27FC236}">
                <a16:creationId xmlns:a16="http://schemas.microsoft.com/office/drawing/2014/main" id="{A56C6565-B97C-5C01-FA9D-8CF1B20447E2}"/>
              </a:ext>
            </a:extLst>
          </p:cNvPr>
          <p:cNvSpPr>
            <a:spLocks noGrp="1"/>
          </p:cNvSpPr>
          <p:nvPr>
            <p:ph sz="quarter" idx="16" hasCustomPrompt="1"/>
          </p:nvPr>
        </p:nvSpPr>
        <p:spPr>
          <a:xfrm>
            <a:off x="4814316" y="1280160"/>
            <a:ext cx="3847338" cy="4261104"/>
          </a:xfrm>
          <a:solidFill>
            <a:schemeClr val="bg1"/>
          </a:solidFill>
          <a:ln w="12700">
            <a:solidFill>
              <a:schemeClr val="bg2">
                <a:lumMod val="90000"/>
              </a:schemeClr>
            </a:solidFill>
            <a:prstDash val="dash"/>
          </a:ln>
        </p:spPr>
        <p:txBody>
          <a:bodyPr lIns="91440" rIns="91440">
            <a:noAutofit/>
          </a:bodyPr>
          <a:lstStyle>
            <a:lvl1pPr>
              <a:lnSpc>
                <a:spcPct val="100000"/>
              </a:lnSpc>
              <a:defRPr sz="1500">
                <a:solidFill>
                  <a:schemeClr val="tx2"/>
                </a:solidFill>
              </a:defRPr>
            </a:lvl1pPr>
          </a:lstStyle>
          <a:p>
            <a:pPr lvl="0"/>
            <a:r>
              <a:rPr lang="en-US"/>
              <a:t>Click to add text</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3146778155"/>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444D42C-1BDD-684F-2ED7-CBF2B31FA0BD}"/>
              </a:ext>
              <a:ext uri="{C183D7F6-B498-43B3-948B-1728B52AA6E4}">
                <adec:decorative xmlns:adec="http://schemas.microsoft.com/office/drawing/2017/decorative" val="1"/>
              </a:ext>
            </a:extLst>
          </p:cNvPr>
          <p:cNvSpPr/>
          <p:nvPr userDrawn="1"/>
        </p:nvSpPr>
        <p:spPr>
          <a:xfrm>
            <a:off x="0" y="-11017"/>
            <a:ext cx="4348470" cy="5177077"/>
          </a:xfrm>
          <a:custGeom>
            <a:avLst/>
            <a:gdLst>
              <a:gd name="connsiteX0" fmla="*/ 0 w 6306096"/>
              <a:gd name="connsiteY0" fmla="*/ 0 h 5630799"/>
              <a:gd name="connsiteX1" fmla="*/ 5864035 w 6306096"/>
              <a:gd name="connsiteY1" fmla="*/ 0 h 5630799"/>
              <a:gd name="connsiteX2" fmla="*/ 5927254 w 6306096"/>
              <a:gd name="connsiteY2" fmla="*/ 123434 h 5630799"/>
              <a:gd name="connsiteX3" fmla="*/ 6306096 w 6306096"/>
              <a:gd name="connsiteY3" fmla="*/ 1789009 h 5630799"/>
              <a:gd name="connsiteX4" fmla="*/ 2464306 w 6306096"/>
              <a:gd name="connsiteY4" fmla="*/ 5630799 h 5630799"/>
              <a:gd name="connsiteX5" fmla="*/ 20571 w 6306096"/>
              <a:gd name="connsiteY5" fmla="*/ 4753521 h 5630799"/>
              <a:gd name="connsiteX6" fmla="*/ 0 w 6306096"/>
              <a:gd name="connsiteY6" fmla="*/ 4734825 h 5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6096" h="5630799">
                <a:moveTo>
                  <a:pt x="0" y="0"/>
                </a:moveTo>
                <a:lnTo>
                  <a:pt x="5864035" y="0"/>
                </a:lnTo>
                <a:lnTo>
                  <a:pt x="5927254" y="123434"/>
                </a:lnTo>
                <a:cubicBezTo>
                  <a:pt x="6170039" y="627296"/>
                  <a:pt x="6306096" y="1192264"/>
                  <a:pt x="6306096" y="1789009"/>
                </a:cubicBezTo>
                <a:cubicBezTo>
                  <a:pt x="6306096" y="3910771"/>
                  <a:pt x="4586068" y="5630799"/>
                  <a:pt x="2464306" y="5630799"/>
                </a:cubicBezTo>
                <a:cubicBezTo>
                  <a:pt x="1536035" y="5630799"/>
                  <a:pt x="684659" y="5301575"/>
                  <a:pt x="20571" y="4753521"/>
                </a:cubicBezTo>
                <a:lnTo>
                  <a:pt x="0" y="4734825"/>
                </a:ln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 name="Oval 5">
            <a:extLst>
              <a:ext uri="{FF2B5EF4-FFF2-40B4-BE49-F238E27FC236}">
                <a16:creationId xmlns:a16="http://schemas.microsoft.com/office/drawing/2014/main" id="{2B266F6B-F29A-5957-62EB-27F8C2FAEB4C}"/>
              </a:ext>
              <a:ext uri="{C183D7F6-B498-43B3-948B-1728B52AA6E4}">
                <adec:decorative xmlns:adec="http://schemas.microsoft.com/office/drawing/2017/decorative" val="1"/>
              </a:ext>
            </a:extLst>
          </p:cNvPr>
          <p:cNvSpPr/>
          <p:nvPr userDrawn="1"/>
        </p:nvSpPr>
        <p:spPr>
          <a:xfrm>
            <a:off x="3961962" y="378865"/>
            <a:ext cx="610038" cy="813384"/>
          </a:xfrm>
          <a:prstGeom prst="ellips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10AC709F-F9A3-D8F0-A42E-A2C94191DFC0}"/>
              </a:ext>
              <a:ext uri="{C183D7F6-B498-43B3-948B-1728B52AA6E4}">
                <adec:decorative xmlns:adec="http://schemas.microsoft.com/office/drawing/2017/decorative" val="1"/>
              </a:ext>
            </a:extLst>
          </p:cNvPr>
          <p:cNvSpPr/>
          <p:nvPr userDrawn="1"/>
        </p:nvSpPr>
        <p:spPr>
          <a:xfrm>
            <a:off x="5156716" y="5909845"/>
            <a:ext cx="298310" cy="397747"/>
          </a:xfrm>
          <a:prstGeom prst="ellipse">
            <a:avLst/>
          </a:prstGeom>
          <a:solidFill>
            <a:schemeClr val="accent6">
              <a:alpha val="3033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411480" y="2386584"/>
            <a:ext cx="3627882" cy="2103120"/>
          </a:xfrm>
        </p:spPr>
        <p:txBody>
          <a:bodyPr anchor="t" anchorCtr="0">
            <a:normAutofit/>
          </a:bodyPr>
          <a:lstStyle>
            <a:lvl1pPr algn="l">
              <a:defRPr sz="2400" b="1">
                <a:solidFill>
                  <a:schemeClr val="tx2"/>
                </a:solidFill>
                <a:latin typeface="+mn-lt"/>
              </a:defRPr>
            </a:lvl1pPr>
          </a:lstStyle>
          <a:p>
            <a:r>
              <a:rPr lang="en-US"/>
              <a:t>Click to add title</a:t>
            </a:r>
          </a:p>
        </p:txBody>
      </p:sp>
      <p:sp>
        <p:nvSpPr>
          <p:cNvPr id="23" name="Content Placeholder 16">
            <a:extLst>
              <a:ext uri="{FF2B5EF4-FFF2-40B4-BE49-F238E27FC236}">
                <a16:creationId xmlns:a16="http://schemas.microsoft.com/office/drawing/2014/main" id="{A56C6565-B97C-5C01-FA9D-8CF1B20447E2}"/>
              </a:ext>
              <a:ext uri="{C183D7F6-B498-43B3-948B-1728B52AA6E4}">
                <adec:decorative xmlns:adec="http://schemas.microsoft.com/office/drawing/2017/decorative" val="0"/>
              </a:ext>
            </a:extLst>
          </p:cNvPr>
          <p:cNvSpPr>
            <a:spLocks noGrp="1"/>
          </p:cNvSpPr>
          <p:nvPr>
            <p:ph sz="quarter" idx="16" hasCustomPrompt="1"/>
          </p:nvPr>
        </p:nvSpPr>
        <p:spPr>
          <a:xfrm>
            <a:off x="4814316" y="1280160"/>
            <a:ext cx="3847338" cy="4261104"/>
          </a:xfrm>
          <a:solidFill>
            <a:schemeClr val="bg1"/>
          </a:solidFill>
          <a:ln w="12700">
            <a:solidFill>
              <a:schemeClr val="bg2">
                <a:lumMod val="90000"/>
              </a:schemeClr>
            </a:solidFill>
            <a:prstDash val="dash"/>
          </a:ln>
        </p:spPr>
        <p:txBody>
          <a:bodyPr lIns="91440" rIns="91440">
            <a:noAutofit/>
          </a:bodyPr>
          <a:lstStyle>
            <a:lvl1pPr>
              <a:lnSpc>
                <a:spcPct val="100000"/>
              </a:lnSpc>
              <a:defRPr sz="1500">
                <a:solidFill>
                  <a:schemeClr val="tx2"/>
                </a:solidFill>
              </a:defRPr>
            </a:lvl1pPr>
          </a:lstStyle>
          <a:p>
            <a:pPr lvl="0"/>
            <a:r>
              <a:rPr lang="en-US"/>
              <a:t>Click to add text</a:t>
            </a:r>
          </a:p>
        </p:txBody>
      </p:sp>
      <p:sp>
        <p:nvSpPr>
          <p:cNvPr id="2" name="Footer Placeholder 18">
            <a:extLst>
              <a:ext uri="{FF2B5EF4-FFF2-40B4-BE49-F238E27FC236}">
                <a16:creationId xmlns:a16="http://schemas.microsoft.com/office/drawing/2014/main" id="{3914E26B-E8E4-55F2-CC5E-DD0D0AD5C89D}"/>
              </a:ext>
            </a:extLst>
          </p:cNvPr>
          <p:cNvSpPr>
            <a:spLocks noGrp="1"/>
          </p:cNvSpPr>
          <p:nvPr>
            <p:ph type="ftr" sz="quarter" idx="12"/>
          </p:nvPr>
        </p:nvSpPr>
        <p:spPr>
          <a:xfrm>
            <a:off x="404622" y="6126491"/>
            <a:ext cx="3086100" cy="365125"/>
          </a:xfrm>
        </p:spPr>
        <p:txBody>
          <a:bodyPr/>
          <a:lstStyle/>
          <a:p>
            <a:r>
              <a:rPr lang="en-US"/>
              <a:t>Test</a:t>
            </a:r>
          </a:p>
        </p:txBody>
      </p:sp>
      <p:sp>
        <p:nvSpPr>
          <p:cNvPr id="3" name="Picture Placeholder 2">
            <a:extLst>
              <a:ext uri="{FF2B5EF4-FFF2-40B4-BE49-F238E27FC236}">
                <a16:creationId xmlns:a16="http://schemas.microsoft.com/office/drawing/2014/main" id="{A65E2D1E-4C5D-A613-CB40-98902C0D832F}"/>
              </a:ext>
              <a:ext uri="{C183D7F6-B498-43B3-948B-1728B52AA6E4}">
                <adec:decorative xmlns:adec="http://schemas.microsoft.com/office/drawing/2017/decorative" val="0"/>
              </a:ext>
            </a:extLst>
          </p:cNvPr>
          <p:cNvSpPr>
            <a:spLocks noGrp="1"/>
          </p:cNvSpPr>
          <p:nvPr>
            <p:ph type="pic" sz="quarter" idx="17"/>
          </p:nvPr>
        </p:nvSpPr>
        <p:spPr>
          <a:xfrm>
            <a:off x="6197410" y="5671159"/>
            <a:ext cx="1788373" cy="1186842"/>
          </a:xfrm>
        </p:spPr>
        <p:txBody>
          <a:bodyPr/>
          <a:lstStyle>
            <a:lvl1pPr algn="ctr">
              <a:defRPr/>
            </a:lvl1pPr>
          </a:lstStyle>
          <a:p>
            <a:r>
              <a:rPr lang="en-US"/>
              <a:t>Click icon to add picture</a:t>
            </a:r>
          </a:p>
        </p:txBody>
      </p:sp>
      <p:sp>
        <p:nvSpPr>
          <p:cNvPr id="5" name="Slide Number Placeholder 19">
            <a:extLst>
              <a:ext uri="{FF2B5EF4-FFF2-40B4-BE49-F238E27FC236}">
                <a16:creationId xmlns:a16="http://schemas.microsoft.com/office/drawing/2014/main" id="{294A49EB-EEA6-1B79-F5DE-CFBFC6FFA2C7}"/>
              </a:ext>
            </a:extLst>
          </p:cNvPr>
          <p:cNvSpPr>
            <a:spLocks noGrp="1"/>
          </p:cNvSpPr>
          <p:nvPr>
            <p:ph type="sldNum" sz="quarter" idx="13"/>
          </p:nvPr>
        </p:nvSpPr>
        <p:spPr>
          <a:xfrm>
            <a:off x="8095269" y="6190487"/>
            <a:ext cx="634966" cy="365760"/>
          </a:xfrm>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1478035142"/>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Freeform 17">
            <a:extLst>
              <a:ext uri="{FF2B5EF4-FFF2-40B4-BE49-F238E27FC236}">
                <a16:creationId xmlns:a16="http://schemas.microsoft.com/office/drawing/2014/main" id="{B85198C3-2E2B-8874-B190-913F6956F27F}"/>
              </a:ext>
              <a:ext uri="{C183D7F6-B498-43B3-948B-1728B52AA6E4}">
                <adec:decorative xmlns:adec="http://schemas.microsoft.com/office/drawing/2017/decorative" val="1"/>
              </a:ext>
            </a:extLst>
          </p:cNvPr>
          <p:cNvSpPr/>
          <p:nvPr userDrawn="1"/>
        </p:nvSpPr>
        <p:spPr>
          <a:xfrm>
            <a:off x="6700630" y="2087278"/>
            <a:ext cx="2447180"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 name="Freeform 21">
            <a:extLst>
              <a:ext uri="{FF2B5EF4-FFF2-40B4-BE49-F238E27FC236}">
                <a16:creationId xmlns:a16="http://schemas.microsoft.com/office/drawing/2014/main" id="{9C80863B-5076-EB08-18A2-8E31F090A5C9}"/>
              </a:ext>
              <a:ext uri="{C183D7F6-B498-43B3-948B-1728B52AA6E4}">
                <adec:decorative xmlns:adec="http://schemas.microsoft.com/office/drawing/2017/decorative" val="1"/>
              </a:ext>
            </a:extLst>
          </p:cNvPr>
          <p:cNvSpPr/>
          <p:nvPr userDrawn="1"/>
        </p:nvSpPr>
        <p:spPr>
          <a:xfrm>
            <a:off x="402768" y="3"/>
            <a:ext cx="1368449"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Freeform 23">
            <a:extLst>
              <a:ext uri="{FF2B5EF4-FFF2-40B4-BE49-F238E27FC236}">
                <a16:creationId xmlns:a16="http://schemas.microsoft.com/office/drawing/2014/main" id="{BDD0B550-942E-F4E9-B09A-16F6C4F00DE0}"/>
              </a:ext>
              <a:ext uri="{C183D7F6-B498-43B3-948B-1728B52AA6E4}">
                <adec:decorative xmlns:adec="http://schemas.microsoft.com/office/drawing/2017/decorative" val="1"/>
              </a:ext>
            </a:extLst>
          </p:cNvPr>
          <p:cNvSpPr/>
          <p:nvPr userDrawn="1"/>
        </p:nvSpPr>
        <p:spPr>
          <a:xfrm>
            <a:off x="2374250" y="5908181"/>
            <a:ext cx="2284785"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5" name="Oval 14">
            <a:extLst>
              <a:ext uri="{FF2B5EF4-FFF2-40B4-BE49-F238E27FC236}">
                <a16:creationId xmlns:a16="http://schemas.microsoft.com/office/drawing/2014/main" id="{B00450AD-469A-81EC-8D58-093490CDE6F4}"/>
              </a:ext>
              <a:ext uri="{C183D7F6-B498-43B3-948B-1728B52AA6E4}">
                <adec:decorative xmlns:adec="http://schemas.microsoft.com/office/drawing/2017/decorative" val="1"/>
              </a:ext>
            </a:extLst>
          </p:cNvPr>
          <p:cNvSpPr/>
          <p:nvPr userDrawn="1"/>
        </p:nvSpPr>
        <p:spPr>
          <a:xfrm>
            <a:off x="402771" y="948393"/>
            <a:ext cx="315467"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411480" y="2386584"/>
            <a:ext cx="3627882" cy="2103120"/>
          </a:xfrm>
        </p:spPr>
        <p:txBody>
          <a:bodyPr anchor="t" anchorCtr="0">
            <a:normAutofit/>
          </a:bodyPr>
          <a:lstStyle>
            <a:lvl1pPr algn="l">
              <a:defRPr sz="2400" b="1">
                <a:solidFill>
                  <a:schemeClr val="tx2"/>
                </a:solidFill>
                <a:latin typeface="+mn-lt"/>
              </a:defRPr>
            </a:lvl1pPr>
          </a:lstStyle>
          <a:p>
            <a:r>
              <a:rPr lang="en-US"/>
              <a:t>Click to add title</a:t>
            </a:r>
          </a:p>
        </p:txBody>
      </p:sp>
      <p:sp>
        <p:nvSpPr>
          <p:cNvPr id="23" name="Content Placeholder 16">
            <a:extLst>
              <a:ext uri="{FF2B5EF4-FFF2-40B4-BE49-F238E27FC236}">
                <a16:creationId xmlns:a16="http://schemas.microsoft.com/office/drawing/2014/main" id="{A56C6565-B97C-5C01-FA9D-8CF1B20447E2}"/>
              </a:ext>
            </a:extLst>
          </p:cNvPr>
          <p:cNvSpPr>
            <a:spLocks noGrp="1"/>
          </p:cNvSpPr>
          <p:nvPr>
            <p:ph sz="quarter" idx="16" hasCustomPrompt="1"/>
          </p:nvPr>
        </p:nvSpPr>
        <p:spPr>
          <a:xfrm>
            <a:off x="4814316" y="1280160"/>
            <a:ext cx="3847338" cy="4261104"/>
          </a:xfrm>
          <a:solidFill>
            <a:schemeClr val="bg1"/>
          </a:solidFill>
          <a:ln w="12700">
            <a:solidFill>
              <a:schemeClr val="bg2">
                <a:lumMod val="90000"/>
              </a:schemeClr>
            </a:solidFill>
            <a:prstDash val="dash"/>
          </a:ln>
        </p:spPr>
        <p:txBody>
          <a:bodyPr lIns="91440" rIns="91440">
            <a:noAutofit/>
          </a:bodyPr>
          <a:lstStyle>
            <a:lvl1pPr>
              <a:lnSpc>
                <a:spcPct val="100000"/>
              </a:lnSpc>
              <a:defRPr sz="1500">
                <a:solidFill>
                  <a:schemeClr val="tx2"/>
                </a:solidFill>
              </a:defRPr>
            </a:lvl1pPr>
          </a:lstStyle>
          <a:p>
            <a:pPr lvl="0"/>
            <a:r>
              <a:rPr lang="en-US"/>
              <a:t>Click to add text</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302874483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4">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Freeform 9">
            <a:extLst>
              <a:ext uri="{FF2B5EF4-FFF2-40B4-BE49-F238E27FC236}">
                <a16:creationId xmlns:a16="http://schemas.microsoft.com/office/drawing/2014/main" id="{B016AB6E-3D8A-906E-416F-9B68623EA747}"/>
              </a:ext>
              <a:ext uri="{C183D7F6-B498-43B3-948B-1728B52AA6E4}">
                <adec:decorative xmlns:adec="http://schemas.microsoft.com/office/drawing/2017/decorative" val="1"/>
              </a:ext>
            </a:extLst>
          </p:cNvPr>
          <p:cNvSpPr/>
          <p:nvPr userDrawn="1"/>
        </p:nvSpPr>
        <p:spPr>
          <a:xfrm>
            <a:off x="5184301" y="4482120"/>
            <a:ext cx="3959702" cy="2386909"/>
          </a:xfrm>
          <a:custGeom>
            <a:avLst/>
            <a:gdLst>
              <a:gd name="connsiteX0" fmla="*/ 3601541 w 5279603"/>
              <a:gd name="connsiteY0" fmla="*/ 0 h 2386909"/>
              <a:gd name="connsiteX1" fmla="*/ 5123083 w 5279603"/>
              <a:gd name="connsiteY1" fmla="*/ 307185 h 2386909"/>
              <a:gd name="connsiteX2" fmla="*/ 5279603 w 5279603"/>
              <a:gd name="connsiteY2" fmla="*/ 377947 h 2386909"/>
              <a:gd name="connsiteX3" fmla="*/ 5279603 w 5279603"/>
              <a:gd name="connsiteY3" fmla="*/ 2386909 h 2386909"/>
              <a:gd name="connsiteX4" fmla="*/ 0 w 5279603"/>
              <a:gd name="connsiteY4" fmla="*/ 2386909 h 2386909"/>
              <a:gd name="connsiteX5" fmla="*/ 78053 w 5279603"/>
              <a:gd name="connsiteY5" fmla="*/ 2214261 h 2386909"/>
              <a:gd name="connsiteX6" fmla="*/ 3601541 w 5279603"/>
              <a:gd name="connsiteY6" fmla="*/ 0 h 23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9603" h="2386909">
                <a:moveTo>
                  <a:pt x="3601541" y="0"/>
                </a:moveTo>
                <a:cubicBezTo>
                  <a:pt x="4141255" y="0"/>
                  <a:pt x="4655422" y="109382"/>
                  <a:pt x="5123083" y="307185"/>
                </a:cubicBezTo>
                <a:lnTo>
                  <a:pt x="5279603" y="377947"/>
                </a:lnTo>
                <a:lnTo>
                  <a:pt x="5279603" y="2386909"/>
                </a:lnTo>
                <a:lnTo>
                  <a:pt x="0" y="2386909"/>
                </a:lnTo>
                <a:lnTo>
                  <a:pt x="78053" y="2214261"/>
                </a:lnTo>
                <a:cubicBezTo>
                  <a:pt x="709351" y="904104"/>
                  <a:pt x="2049863" y="0"/>
                  <a:pt x="3601541"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 name="Freeform 7">
            <a:extLst>
              <a:ext uri="{FF2B5EF4-FFF2-40B4-BE49-F238E27FC236}">
                <a16:creationId xmlns:a16="http://schemas.microsoft.com/office/drawing/2014/main" id="{471EA21E-8904-9B80-6EAB-BA76819B4C23}"/>
              </a:ext>
              <a:ext uri="{C183D7F6-B498-43B3-948B-1728B52AA6E4}">
                <adec:decorative xmlns:adec="http://schemas.microsoft.com/office/drawing/2017/decorative" val="1"/>
              </a:ext>
            </a:extLst>
          </p:cNvPr>
          <p:cNvSpPr/>
          <p:nvPr userDrawn="1"/>
        </p:nvSpPr>
        <p:spPr>
          <a:xfrm>
            <a:off x="4641217" y="5875583"/>
            <a:ext cx="1124300" cy="993434"/>
          </a:xfrm>
          <a:custGeom>
            <a:avLst/>
            <a:gdLst>
              <a:gd name="connsiteX0" fmla="*/ 749533 w 1499066"/>
              <a:gd name="connsiteY0" fmla="*/ 0 h 993434"/>
              <a:gd name="connsiteX1" fmla="*/ 1499066 w 1499066"/>
              <a:gd name="connsiteY1" fmla="*/ 749533 h 993434"/>
              <a:gd name="connsiteX2" fmla="*/ 1483838 w 1499066"/>
              <a:gd name="connsiteY2" fmla="*/ 900590 h 993434"/>
              <a:gd name="connsiteX3" fmla="*/ 1455018 w 1499066"/>
              <a:gd name="connsiteY3" fmla="*/ 993434 h 993434"/>
              <a:gd name="connsiteX4" fmla="*/ 44048 w 1499066"/>
              <a:gd name="connsiteY4" fmla="*/ 993434 h 993434"/>
              <a:gd name="connsiteX5" fmla="*/ 15228 w 1499066"/>
              <a:gd name="connsiteY5" fmla="*/ 900590 h 993434"/>
              <a:gd name="connsiteX6" fmla="*/ 0 w 1499066"/>
              <a:gd name="connsiteY6" fmla="*/ 749533 h 993434"/>
              <a:gd name="connsiteX7" fmla="*/ 749533 w 1499066"/>
              <a:gd name="connsiteY7" fmla="*/ 0 h 99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9066" h="993434">
                <a:moveTo>
                  <a:pt x="749533" y="0"/>
                </a:moveTo>
                <a:cubicBezTo>
                  <a:pt x="1163489" y="0"/>
                  <a:pt x="1499066" y="335577"/>
                  <a:pt x="1499066" y="749533"/>
                </a:cubicBezTo>
                <a:cubicBezTo>
                  <a:pt x="1499066" y="801278"/>
                  <a:pt x="1493823" y="851798"/>
                  <a:pt x="1483838" y="900590"/>
                </a:cubicBezTo>
                <a:lnTo>
                  <a:pt x="1455018" y="993434"/>
                </a:lnTo>
                <a:lnTo>
                  <a:pt x="44048" y="993434"/>
                </a:lnTo>
                <a:lnTo>
                  <a:pt x="15228" y="900590"/>
                </a:lnTo>
                <a:cubicBezTo>
                  <a:pt x="5244" y="851798"/>
                  <a:pt x="0" y="801278"/>
                  <a:pt x="0" y="749533"/>
                </a:cubicBezTo>
                <a:cubicBezTo>
                  <a:pt x="0" y="335577"/>
                  <a:pt x="335577" y="0"/>
                  <a:pt x="749533"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0" name="Title 3">
            <a:extLst>
              <a:ext uri="{FF2B5EF4-FFF2-40B4-BE49-F238E27FC236}">
                <a16:creationId xmlns:a16="http://schemas.microsoft.com/office/drawing/2014/main" id="{AD72A3CF-7B92-425B-B6F6-280533A6D9E3}"/>
              </a:ext>
            </a:extLst>
          </p:cNvPr>
          <p:cNvSpPr>
            <a:spLocks noGrp="1"/>
          </p:cNvSpPr>
          <p:nvPr>
            <p:ph type="title" hasCustomPrompt="1"/>
          </p:nvPr>
        </p:nvSpPr>
        <p:spPr>
          <a:xfrm>
            <a:off x="390906" y="566928"/>
            <a:ext cx="8339328" cy="640080"/>
          </a:xfrm>
        </p:spPr>
        <p:txBody>
          <a:bodyPr anchor="t" anchorCtr="0">
            <a:noAutofit/>
          </a:bodyPr>
          <a:lstStyle>
            <a:lvl1pPr algn="ctr">
              <a:defRPr sz="2400" b="1">
                <a:solidFill>
                  <a:schemeClr val="tx2"/>
                </a:solidFill>
                <a:latin typeface="+mn-lt"/>
              </a:defRPr>
            </a:lvl1pPr>
          </a:lstStyle>
          <a:p>
            <a:r>
              <a:rPr lang="en-US"/>
              <a:t>Click to add title</a:t>
            </a:r>
          </a:p>
        </p:txBody>
      </p:sp>
      <p:sp>
        <p:nvSpPr>
          <p:cNvPr id="17" name="Content Placeholder 16">
            <a:extLst>
              <a:ext uri="{FF2B5EF4-FFF2-40B4-BE49-F238E27FC236}">
                <a16:creationId xmlns:a16="http://schemas.microsoft.com/office/drawing/2014/main" id="{F4DDC946-276A-D975-DF69-141E11E4CA64}"/>
              </a:ext>
            </a:extLst>
          </p:cNvPr>
          <p:cNvSpPr>
            <a:spLocks noGrp="1"/>
          </p:cNvSpPr>
          <p:nvPr>
            <p:ph sz="quarter" idx="15" hasCustomPrompt="1"/>
          </p:nvPr>
        </p:nvSpPr>
        <p:spPr>
          <a:xfrm>
            <a:off x="480060" y="2002536"/>
            <a:ext cx="3771900" cy="4096512"/>
          </a:xfrm>
          <a:noFill/>
          <a:ln w="12700">
            <a:noFill/>
            <a:prstDash val="dash"/>
          </a:ln>
        </p:spPr>
        <p:txBody>
          <a:bodyPr lIns="91440" rIns="91440">
            <a:noAutofit/>
          </a:bodyPr>
          <a:lstStyle>
            <a:lvl1pPr>
              <a:lnSpc>
                <a:spcPct val="100000"/>
              </a:lnSpc>
              <a:defRPr sz="1350">
                <a:solidFill>
                  <a:schemeClr val="tx2"/>
                </a:solidFill>
              </a:defRPr>
            </a:lvl1pPr>
          </a:lstStyle>
          <a:p>
            <a:pPr lvl="0"/>
            <a:r>
              <a:rPr lang="en-US"/>
              <a:t>Click to add text</a:t>
            </a:r>
          </a:p>
        </p:txBody>
      </p:sp>
      <p:sp>
        <p:nvSpPr>
          <p:cNvPr id="16" name="Content Placeholder 16">
            <a:extLst>
              <a:ext uri="{FF2B5EF4-FFF2-40B4-BE49-F238E27FC236}">
                <a16:creationId xmlns:a16="http://schemas.microsoft.com/office/drawing/2014/main" id="{09C5826C-6081-DF9F-2832-3E46BA58C61C}"/>
              </a:ext>
            </a:extLst>
          </p:cNvPr>
          <p:cNvSpPr>
            <a:spLocks noGrp="1"/>
          </p:cNvSpPr>
          <p:nvPr>
            <p:ph sz="quarter" idx="16" hasCustomPrompt="1"/>
          </p:nvPr>
        </p:nvSpPr>
        <p:spPr>
          <a:xfrm>
            <a:off x="4814316" y="2002536"/>
            <a:ext cx="3771900" cy="4096512"/>
          </a:xfrm>
          <a:noFill/>
          <a:ln w="12700">
            <a:noFill/>
            <a:prstDash val="dash"/>
          </a:ln>
        </p:spPr>
        <p:txBody>
          <a:bodyPr lIns="91440" rIns="91440">
            <a:noAutofit/>
          </a:bodyPr>
          <a:lstStyle>
            <a:lvl1pPr>
              <a:lnSpc>
                <a:spcPct val="100000"/>
              </a:lnSpc>
              <a:defRPr sz="1350">
                <a:solidFill>
                  <a:schemeClr val="tx2"/>
                </a:solidFill>
              </a:defRPr>
            </a:lvl1pPr>
          </a:lstStyle>
          <a:p>
            <a:pPr lvl="0"/>
            <a:r>
              <a:rPr lang="en-US"/>
              <a:t>Click to add text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noAutofit/>
          </a:bodyPr>
          <a:lstStyle/>
          <a:p>
            <a:fld id="{D1BC2EDA-D519-4F34-BF3F-BFFF500F4B03}" type="slidenum">
              <a:rPr lang="en-US" smtClean="0"/>
              <a:t>‹#›</a:t>
            </a:fld>
            <a:endParaRPr lang="en-US"/>
          </a:p>
        </p:txBody>
      </p:sp>
      <p:pic>
        <p:nvPicPr>
          <p:cNvPr id="11" name="Graphic 10">
            <a:extLst>
              <a:ext uri="{FF2B5EF4-FFF2-40B4-BE49-F238E27FC236}">
                <a16:creationId xmlns:a16="http://schemas.microsoft.com/office/drawing/2014/main" id="{9CB50393-ACAA-59FB-EDD9-D6A45246EE5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0062" y="5824456"/>
            <a:ext cx="551281" cy="735041"/>
          </a:xfrm>
          <a:prstGeom prst="rect">
            <a:avLst/>
          </a:prstGeom>
        </p:spPr>
      </p:pic>
    </p:spTree>
    <p:extLst>
      <p:ext uri="{BB962C8B-B14F-4D97-AF65-F5344CB8AC3E}">
        <p14:creationId xmlns:p14="http://schemas.microsoft.com/office/powerpoint/2010/main" val="2536179749"/>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Freeform 17">
            <a:extLst>
              <a:ext uri="{FF2B5EF4-FFF2-40B4-BE49-F238E27FC236}">
                <a16:creationId xmlns:a16="http://schemas.microsoft.com/office/drawing/2014/main" id="{B85198C3-2E2B-8874-B190-913F6956F27F}"/>
              </a:ext>
              <a:ext uri="{C183D7F6-B498-43B3-948B-1728B52AA6E4}">
                <adec:decorative xmlns:adec="http://schemas.microsoft.com/office/drawing/2017/decorative" val="1"/>
              </a:ext>
            </a:extLst>
          </p:cNvPr>
          <p:cNvSpPr/>
          <p:nvPr userDrawn="1"/>
        </p:nvSpPr>
        <p:spPr>
          <a:xfrm>
            <a:off x="6700630" y="2087278"/>
            <a:ext cx="2447180"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 name="Freeform 21">
            <a:extLst>
              <a:ext uri="{FF2B5EF4-FFF2-40B4-BE49-F238E27FC236}">
                <a16:creationId xmlns:a16="http://schemas.microsoft.com/office/drawing/2014/main" id="{9C80863B-5076-EB08-18A2-8E31F090A5C9}"/>
              </a:ext>
              <a:ext uri="{C183D7F6-B498-43B3-948B-1728B52AA6E4}">
                <adec:decorative xmlns:adec="http://schemas.microsoft.com/office/drawing/2017/decorative" val="1"/>
              </a:ext>
            </a:extLst>
          </p:cNvPr>
          <p:cNvSpPr/>
          <p:nvPr userDrawn="1"/>
        </p:nvSpPr>
        <p:spPr>
          <a:xfrm>
            <a:off x="402768" y="3"/>
            <a:ext cx="1368449"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Freeform 23">
            <a:extLst>
              <a:ext uri="{FF2B5EF4-FFF2-40B4-BE49-F238E27FC236}">
                <a16:creationId xmlns:a16="http://schemas.microsoft.com/office/drawing/2014/main" id="{BDD0B550-942E-F4E9-B09A-16F6C4F00DE0}"/>
              </a:ext>
              <a:ext uri="{C183D7F6-B498-43B3-948B-1728B52AA6E4}">
                <adec:decorative xmlns:adec="http://schemas.microsoft.com/office/drawing/2017/decorative" val="1"/>
              </a:ext>
            </a:extLst>
          </p:cNvPr>
          <p:cNvSpPr/>
          <p:nvPr userDrawn="1"/>
        </p:nvSpPr>
        <p:spPr>
          <a:xfrm>
            <a:off x="2374250" y="5908181"/>
            <a:ext cx="2284785"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5" name="Oval 14">
            <a:extLst>
              <a:ext uri="{FF2B5EF4-FFF2-40B4-BE49-F238E27FC236}">
                <a16:creationId xmlns:a16="http://schemas.microsoft.com/office/drawing/2014/main" id="{B00450AD-469A-81EC-8D58-093490CDE6F4}"/>
              </a:ext>
              <a:ext uri="{C183D7F6-B498-43B3-948B-1728B52AA6E4}">
                <adec:decorative xmlns:adec="http://schemas.microsoft.com/office/drawing/2017/decorative" val="1"/>
              </a:ext>
            </a:extLst>
          </p:cNvPr>
          <p:cNvSpPr/>
          <p:nvPr userDrawn="1"/>
        </p:nvSpPr>
        <p:spPr>
          <a:xfrm>
            <a:off x="402771" y="948393"/>
            <a:ext cx="315467"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3">
            <a:extLst>
              <a:ext uri="{FF2B5EF4-FFF2-40B4-BE49-F238E27FC236}">
                <a16:creationId xmlns:a16="http://schemas.microsoft.com/office/drawing/2014/main" id="{B5760B73-B111-FFDC-8074-91B4C106EE14}"/>
              </a:ext>
            </a:extLst>
          </p:cNvPr>
          <p:cNvSpPr>
            <a:spLocks noGrp="1"/>
          </p:cNvSpPr>
          <p:nvPr>
            <p:ph type="title" hasCustomPrompt="1"/>
          </p:nvPr>
        </p:nvSpPr>
        <p:spPr>
          <a:xfrm>
            <a:off x="390906" y="566928"/>
            <a:ext cx="8339328" cy="640080"/>
          </a:xfrm>
        </p:spPr>
        <p:txBody>
          <a:bodyPr anchor="t" anchorCtr="0">
            <a:noAutofit/>
          </a:bodyPr>
          <a:lstStyle>
            <a:lvl1pPr algn="ctr">
              <a:defRPr sz="2400" b="1">
                <a:solidFill>
                  <a:schemeClr val="tx2"/>
                </a:solidFill>
                <a:latin typeface="+mn-lt"/>
              </a:defRPr>
            </a:lvl1pPr>
          </a:lstStyle>
          <a:p>
            <a:r>
              <a:rPr lang="en-US"/>
              <a:t>Click to add title</a:t>
            </a:r>
          </a:p>
        </p:txBody>
      </p:sp>
      <p:sp>
        <p:nvSpPr>
          <p:cNvPr id="19" name="Footer Placeholder 18">
            <a:extLst>
              <a:ext uri="{FF2B5EF4-FFF2-40B4-BE49-F238E27FC236}">
                <a16:creationId xmlns:a16="http://schemas.microsoft.com/office/drawing/2014/main" id="{7EAB2424-7563-1DC0-626C-6310A612A59B}"/>
              </a:ext>
            </a:extLst>
          </p:cNvPr>
          <p:cNvSpPr>
            <a:spLocks noGrp="1"/>
          </p:cNvSpPr>
          <p:nvPr>
            <p:ph type="ftr" sz="quarter" idx="12"/>
          </p:nvPr>
        </p:nvSpPr>
        <p:spPr/>
        <p:txBody>
          <a:bodyPr/>
          <a:lstStyle/>
          <a:p>
            <a:r>
              <a:rPr lang="en-US"/>
              <a:t>Test</a:t>
            </a:r>
          </a:p>
        </p:txBody>
      </p:sp>
      <p:sp>
        <p:nvSpPr>
          <p:cNvPr id="20" name="Slide Number Placeholder 19">
            <a:extLst>
              <a:ext uri="{FF2B5EF4-FFF2-40B4-BE49-F238E27FC236}">
                <a16:creationId xmlns:a16="http://schemas.microsoft.com/office/drawing/2014/main" id="{49C39743-B767-01E5-1998-BD844DD09624}"/>
              </a:ext>
            </a:extLst>
          </p:cNvPr>
          <p:cNvSpPr>
            <a:spLocks noGrp="1"/>
          </p:cNvSpPr>
          <p:nvPr>
            <p:ph type="sldNum" sz="quarter" idx="13"/>
          </p:nvPr>
        </p:nvSpPr>
        <p:spPr/>
        <p:txBody>
          <a:bodyPr/>
          <a:lstStyle/>
          <a:p>
            <a:fld id="{D1BC2EDA-D519-4F34-BF3F-BFFF500F4B03}" type="slidenum">
              <a:rPr lang="en-US" smtClean="0"/>
              <a:t>‹#›</a:t>
            </a:fld>
            <a:endParaRPr lang="en-US"/>
          </a:p>
        </p:txBody>
      </p:sp>
    </p:spTree>
    <p:extLst>
      <p:ext uri="{BB962C8B-B14F-4D97-AF65-F5344CB8AC3E}">
        <p14:creationId xmlns:p14="http://schemas.microsoft.com/office/powerpoint/2010/main" val="1666441622"/>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100000">
              <a:srgbClr val="FDFFFE"/>
            </a:gs>
            <a:gs pos="66020">
              <a:srgbClr val="F3FFFF"/>
            </a:gs>
            <a:gs pos="37992">
              <a:srgbClr val="FFFFFF"/>
            </a:gs>
            <a:gs pos="7000">
              <a:srgbClr val="EAFCFE"/>
            </a:gs>
          </a:gsLst>
          <a:lin ang="4200000" scaled="0"/>
        </a:gradFill>
        <a:effectLst/>
      </p:bgPr>
    </p:bg>
    <p:spTree>
      <p:nvGrpSpPr>
        <p:cNvPr id="1" name=""/>
        <p:cNvGrpSpPr/>
        <p:nvPr/>
      </p:nvGrpSpPr>
      <p:grpSpPr>
        <a:xfrm>
          <a:off x="0" y="0"/>
          <a:ext cx="0" cy="0"/>
          <a:chOff x="0" y="0"/>
          <a:chExt cx="0" cy="0"/>
        </a:xfrm>
      </p:grpSpPr>
      <p:sp>
        <p:nvSpPr>
          <p:cNvPr id="3" name="Freeform 17">
            <a:extLst>
              <a:ext uri="{FF2B5EF4-FFF2-40B4-BE49-F238E27FC236}">
                <a16:creationId xmlns:a16="http://schemas.microsoft.com/office/drawing/2014/main" id="{B85198C3-2E2B-8874-B190-913F6956F27F}"/>
              </a:ext>
              <a:ext uri="{C183D7F6-B498-43B3-948B-1728B52AA6E4}">
                <adec:decorative xmlns:adec="http://schemas.microsoft.com/office/drawing/2017/decorative" val="1"/>
              </a:ext>
            </a:extLst>
          </p:cNvPr>
          <p:cNvSpPr/>
          <p:nvPr userDrawn="1"/>
        </p:nvSpPr>
        <p:spPr>
          <a:xfrm>
            <a:off x="6700630" y="2087278"/>
            <a:ext cx="2447180" cy="4770723"/>
          </a:xfrm>
          <a:custGeom>
            <a:avLst/>
            <a:gdLst>
              <a:gd name="connsiteX0" fmla="*/ 2635767 w 3262907"/>
              <a:gd name="connsiteY0" fmla="*/ 0 h 4770723"/>
              <a:gd name="connsiteX1" fmla="*/ 3166966 w 3262907"/>
              <a:gd name="connsiteY1" fmla="*/ 53550 h 4770723"/>
              <a:gd name="connsiteX2" fmla="*/ 3262907 w 3262907"/>
              <a:gd name="connsiteY2" fmla="*/ 78219 h 4770723"/>
              <a:gd name="connsiteX3" fmla="*/ 3262907 w 3262907"/>
              <a:gd name="connsiteY3" fmla="*/ 4770723 h 4770723"/>
              <a:gd name="connsiteX4" fmla="*/ 1094334 w 3262907"/>
              <a:gd name="connsiteY4" fmla="*/ 4770723 h 4770723"/>
              <a:gd name="connsiteX5" fmla="*/ 959175 w 3262907"/>
              <a:gd name="connsiteY5" fmla="*/ 4669653 h 4770723"/>
              <a:gd name="connsiteX6" fmla="*/ 0 w 3262907"/>
              <a:gd name="connsiteY6" fmla="*/ 2635767 h 4770723"/>
              <a:gd name="connsiteX7" fmla="*/ 2635767 w 3262907"/>
              <a:gd name="connsiteY7" fmla="*/ 0 h 477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907" h="4770723">
                <a:moveTo>
                  <a:pt x="2635767" y="0"/>
                </a:moveTo>
                <a:cubicBezTo>
                  <a:pt x="2817729" y="0"/>
                  <a:pt x="2995384" y="18439"/>
                  <a:pt x="3166966" y="53550"/>
                </a:cubicBezTo>
                <a:lnTo>
                  <a:pt x="3262907" y="78219"/>
                </a:lnTo>
                <a:lnTo>
                  <a:pt x="3262907" y="4770723"/>
                </a:lnTo>
                <a:lnTo>
                  <a:pt x="1094334" y="4770723"/>
                </a:lnTo>
                <a:lnTo>
                  <a:pt x="959175" y="4669653"/>
                </a:lnTo>
                <a:cubicBezTo>
                  <a:pt x="373383" y="4186215"/>
                  <a:pt x="0" y="3454595"/>
                  <a:pt x="0" y="2635767"/>
                </a:cubicBezTo>
                <a:cubicBezTo>
                  <a:pt x="0" y="1180073"/>
                  <a:pt x="1180073" y="0"/>
                  <a:pt x="2635767" y="0"/>
                </a:cubicBezTo>
                <a:close/>
              </a:path>
            </a:pathLst>
          </a:cu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 name="Freeform 21">
            <a:extLst>
              <a:ext uri="{FF2B5EF4-FFF2-40B4-BE49-F238E27FC236}">
                <a16:creationId xmlns:a16="http://schemas.microsoft.com/office/drawing/2014/main" id="{9C80863B-5076-EB08-18A2-8E31F090A5C9}"/>
              </a:ext>
              <a:ext uri="{C183D7F6-B498-43B3-948B-1728B52AA6E4}">
                <adec:decorative xmlns:adec="http://schemas.microsoft.com/office/drawing/2017/decorative" val="1"/>
              </a:ext>
            </a:extLst>
          </p:cNvPr>
          <p:cNvSpPr/>
          <p:nvPr userDrawn="1"/>
        </p:nvSpPr>
        <p:spPr>
          <a:xfrm>
            <a:off x="402768" y="3"/>
            <a:ext cx="1368449" cy="1392971"/>
          </a:xfrm>
          <a:custGeom>
            <a:avLst/>
            <a:gdLst>
              <a:gd name="connsiteX0" fmla="*/ 139847 w 1824598"/>
              <a:gd name="connsiteY0" fmla="*/ 0 h 1392971"/>
              <a:gd name="connsiteX1" fmla="*/ 1684751 w 1824598"/>
              <a:gd name="connsiteY1" fmla="*/ 0 h 1392971"/>
              <a:gd name="connsiteX2" fmla="*/ 1752905 w 1824598"/>
              <a:gd name="connsiteY2" fmla="*/ 125564 h 1392971"/>
              <a:gd name="connsiteX3" fmla="*/ 1824598 w 1824598"/>
              <a:gd name="connsiteY3" fmla="*/ 480672 h 1392971"/>
              <a:gd name="connsiteX4" fmla="*/ 912299 w 1824598"/>
              <a:gd name="connsiteY4" fmla="*/ 1392971 h 1392971"/>
              <a:gd name="connsiteX5" fmla="*/ 0 w 1824598"/>
              <a:gd name="connsiteY5" fmla="*/ 480672 h 1392971"/>
              <a:gd name="connsiteX6" fmla="*/ 71693 w 1824598"/>
              <a:gd name="connsiteY6" fmla="*/ 125564 h 13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4598" h="1392971">
                <a:moveTo>
                  <a:pt x="139847" y="0"/>
                </a:moveTo>
                <a:lnTo>
                  <a:pt x="1684751" y="0"/>
                </a:lnTo>
                <a:lnTo>
                  <a:pt x="1752905" y="125564"/>
                </a:lnTo>
                <a:cubicBezTo>
                  <a:pt x="1799070" y="234710"/>
                  <a:pt x="1824598" y="354710"/>
                  <a:pt x="1824598" y="480672"/>
                </a:cubicBezTo>
                <a:cubicBezTo>
                  <a:pt x="1824598" y="984521"/>
                  <a:pt x="1416148" y="1392971"/>
                  <a:pt x="912299" y="1392971"/>
                </a:cubicBezTo>
                <a:cubicBezTo>
                  <a:pt x="408450" y="1392971"/>
                  <a:pt x="0" y="984521"/>
                  <a:pt x="0" y="480672"/>
                </a:cubicBezTo>
                <a:cubicBezTo>
                  <a:pt x="0" y="354710"/>
                  <a:pt x="25528" y="234710"/>
                  <a:pt x="71693" y="125564"/>
                </a:cubicBezTo>
                <a:close/>
              </a:path>
            </a:pathLst>
          </a:cu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2" name="Freeform 23">
            <a:extLst>
              <a:ext uri="{FF2B5EF4-FFF2-40B4-BE49-F238E27FC236}">
                <a16:creationId xmlns:a16="http://schemas.microsoft.com/office/drawing/2014/main" id="{BDD0B550-942E-F4E9-B09A-16F6C4F00DE0}"/>
              </a:ext>
              <a:ext uri="{C183D7F6-B498-43B3-948B-1728B52AA6E4}">
                <adec:decorative xmlns:adec="http://schemas.microsoft.com/office/drawing/2017/decorative" val="1"/>
              </a:ext>
            </a:extLst>
          </p:cNvPr>
          <p:cNvSpPr/>
          <p:nvPr userDrawn="1"/>
        </p:nvSpPr>
        <p:spPr>
          <a:xfrm>
            <a:off x="2374250" y="5908181"/>
            <a:ext cx="2284785" cy="949818"/>
          </a:xfrm>
          <a:custGeom>
            <a:avLst/>
            <a:gdLst>
              <a:gd name="connsiteX0" fmla="*/ 1523190 w 3046380"/>
              <a:gd name="connsiteY0" fmla="*/ 0 h 949818"/>
              <a:gd name="connsiteX1" fmla="*/ 3017169 w 3046380"/>
              <a:gd name="connsiteY1" fmla="*/ 889179 h 949818"/>
              <a:gd name="connsiteX2" fmla="*/ 3046380 w 3046380"/>
              <a:gd name="connsiteY2" fmla="*/ 949818 h 949818"/>
              <a:gd name="connsiteX3" fmla="*/ 0 w 3046380"/>
              <a:gd name="connsiteY3" fmla="*/ 949818 h 949818"/>
              <a:gd name="connsiteX4" fmla="*/ 29212 w 3046380"/>
              <a:gd name="connsiteY4" fmla="*/ 889179 h 949818"/>
              <a:gd name="connsiteX5" fmla="*/ 1523190 w 3046380"/>
              <a:gd name="connsiteY5" fmla="*/ 0 h 9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6380" h="949818">
                <a:moveTo>
                  <a:pt x="1523190" y="0"/>
                </a:moveTo>
                <a:cubicBezTo>
                  <a:pt x="2168310" y="0"/>
                  <a:pt x="2729454" y="359544"/>
                  <a:pt x="3017169" y="889179"/>
                </a:cubicBezTo>
                <a:lnTo>
                  <a:pt x="3046380" y="949818"/>
                </a:lnTo>
                <a:lnTo>
                  <a:pt x="0" y="949818"/>
                </a:lnTo>
                <a:lnTo>
                  <a:pt x="29212" y="889179"/>
                </a:lnTo>
                <a:cubicBezTo>
                  <a:pt x="316927" y="359544"/>
                  <a:pt x="878070" y="0"/>
                  <a:pt x="1523190" y="0"/>
                </a:cubicBez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5" name="Oval 14">
            <a:extLst>
              <a:ext uri="{FF2B5EF4-FFF2-40B4-BE49-F238E27FC236}">
                <a16:creationId xmlns:a16="http://schemas.microsoft.com/office/drawing/2014/main" id="{B00450AD-469A-81EC-8D58-093490CDE6F4}"/>
              </a:ext>
              <a:ext uri="{C183D7F6-B498-43B3-948B-1728B52AA6E4}">
                <adec:decorative xmlns:adec="http://schemas.microsoft.com/office/drawing/2017/decorative" val="1"/>
              </a:ext>
            </a:extLst>
          </p:cNvPr>
          <p:cNvSpPr/>
          <p:nvPr userDrawn="1"/>
        </p:nvSpPr>
        <p:spPr>
          <a:xfrm>
            <a:off x="402771" y="948393"/>
            <a:ext cx="315467" cy="420622"/>
          </a:xfrm>
          <a:prstGeom prst="ellipse">
            <a:avLst/>
          </a:prstGeom>
          <a:solidFill>
            <a:schemeClr val="accent1">
              <a:alpha val="3319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448933099"/>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25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userDrawn="1">
  <p:cSld name="Title + 1 column">
    <p:spTree>
      <p:nvGrpSpPr>
        <p:cNvPr id="1" name="Shape 31"/>
        <p:cNvGrpSpPr/>
        <p:nvPr/>
      </p:nvGrpSpPr>
      <p:grpSpPr>
        <a:xfrm>
          <a:off x="0" y="0"/>
          <a:ext cx="0" cy="0"/>
          <a:chOff x="0" y="0"/>
          <a:chExt cx="0" cy="0"/>
        </a:xfrm>
      </p:grpSpPr>
      <p:sp>
        <p:nvSpPr>
          <p:cNvPr id="33" name="Google Shape;33;p5"/>
          <p:cNvSpPr txBox="1">
            <a:spLocks noGrp="1"/>
          </p:cNvSpPr>
          <p:nvPr>
            <p:ph type="body" idx="1" hasCustomPrompt="1"/>
          </p:nvPr>
        </p:nvSpPr>
        <p:spPr>
          <a:xfrm>
            <a:off x="893700" y="1831451"/>
            <a:ext cx="7586875" cy="4736400"/>
          </a:xfrm>
          <a:prstGeom prst="rect">
            <a:avLst/>
          </a:prstGeom>
        </p:spPr>
        <p:txBody>
          <a:bodyPr spcFirstLastPara="1" wrap="square" lIns="90000" tIns="91425" rIns="91425" bIns="91425" anchor="t" anchorCtr="0">
            <a:noAutofit/>
          </a:bodyPr>
          <a:lstStyle>
            <a:lvl1pPr marL="457189" lvl="0" indent="-342891">
              <a:lnSpc>
                <a:spcPct val="120000"/>
              </a:lnSpc>
              <a:spcBef>
                <a:spcPts val="600"/>
              </a:spcBef>
              <a:spcAft>
                <a:spcPts val="0"/>
              </a:spcAft>
              <a:buClr>
                <a:schemeClr val="accent6"/>
              </a:buClr>
              <a:buSzPts val="1800"/>
              <a:buChar char="▷"/>
              <a:defRPr sz="1867">
                <a:solidFill>
                  <a:schemeClr val="dk1"/>
                </a:solidFill>
              </a:defRPr>
            </a:lvl1pPr>
            <a:lvl2pPr marL="914377" lvl="1" indent="-380990">
              <a:lnSpc>
                <a:spcPct val="120000"/>
              </a:lnSpc>
              <a:spcBef>
                <a:spcPts val="0"/>
              </a:spcBef>
              <a:spcAft>
                <a:spcPts val="0"/>
              </a:spcAft>
              <a:buClr>
                <a:schemeClr val="dk1"/>
              </a:buClr>
              <a:buSzPct val="120000"/>
              <a:buChar char="○"/>
              <a:defRPr sz="1600">
                <a:solidFill>
                  <a:schemeClr val="dk1"/>
                </a:solidFill>
              </a:defRPr>
            </a:lvl2pPr>
            <a:lvl3pPr marL="1371566" lvl="2" indent="-380990">
              <a:lnSpc>
                <a:spcPct val="120000"/>
              </a:lnSpc>
              <a:spcBef>
                <a:spcPts val="0"/>
              </a:spcBef>
              <a:spcAft>
                <a:spcPts val="0"/>
              </a:spcAft>
              <a:buClr>
                <a:schemeClr val="dk1"/>
              </a:buClr>
              <a:buSzPct val="120000"/>
              <a:buChar char="■"/>
              <a:defRPr sz="1600">
                <a:solidFill>
                  <a:schemeClr val="dk1"/>
                </a:solidFill>
              </a:defRPr>
            </a:lvl3pPr>
            <a:lvl4pPr marL="1828754" lvl="3" indent="-380990">
              <a:spcBef>
                <a:spcPts val="0"/>
              </a:spcBef>
              <a:spcAft>
                <a:spcPts val="0"/>
              </a:spcAft>
              <a:buClr>
                <a:schemeClr val="dk1"/>
              </a:buClr>
              <a:buSzPts val="2400"/>
              <a:buChar char="●"/>
              <a:defRPr>
                <a:solidFill>
                  <a:schemeClr val="dk1"/>
                </a:solidFill>
              </a:defRPr>
            </a:lvl4pPr>
            <a:lvl5pPr marL="2285943" lvl="4" indent="-380990">
              <a:spcBef>
                <a:spcPts val="0"/>
              </a:spcBef>
              <a:spcAft>
                <a:spcPts val="0"/>
              </a:spcAft>
              <a:buClr>
                <a:schemeClr val="dk1"/>
              </a:buClr>
              <a:buSzPts val="2400"/>
              <a:buChar char="○"/>
              <a:defRPr>
                <a:solidFill>
                  <a:schemeClr val="dk1"/>
                </a:solidFill>
              </a:defRPr>
            </a:lvl5pPr>
            <a:lvl6pPr marL="2743131" lvl="5" indent="-380990">
              <a:spcBef>
                <a:spcPts val="0"/>
              </a:spcBef>
              <a:spcAft>
                <a:spcPts val="0"/>
              </a:spcAft>
              <a:buClr>
                <a:schemeClr val="dk1"/>
              </a:buClr>
              <a:buSzPts val="2400"/>
              <a:buChar char="■"/>
              <a:defRPr>
                <a:solidFill>
                  <a:schemeClr val="dk1"/>
                </a:solidFill>
              </a:defRPr>
            </a:lvl6pPr>
            <a:lvl7pPr marL="3200320" lvl="6" indent="-380990">
              <a:spcBef>
                <a:spcPts val="0"/>
              </a:spcBef>
              <a:spcAft>
                <a:spcPts val="0"/>
              </a:spcAft>
              <a:buClr>
                <a:schemeClr val="dk1"/>
              </a:buClr>
              <a:buSzPts val="2400"/>
              <a:buChar char="●"/>
              <a:defRPr>
                <a:solidFill>
                  <a:schemeClr val="dk1"/>
                </a:solidFill>
              </a:defRPr>
            </a:lvl7pPr>
            <a:lvl8pPr marL="3657509" lvl="7" indent="-380990">
              <a:spcBef>
                <a:spcPts val="0"/>
              </a:spcBef>
              <a:spcAft>
                <a:spcPts val="0"/>
              </a:spcAft>
              <a:buClr>
                <a:schemeClr val="dk1"/>
              </a:buClr>
              <a:buSzPts val="2400"/>
              <a:buChar char="○"/>
              <a:defRPr>
                <a:solidFill>
                  <a:schemeClr val="dk1"/>
                </a:solidFill>
              </a:defRPr>
            </a:lvl8pPr>
            <a:lvl9pPr marL="4114697" lvl="8" indent="-380990">
              <a:spcBef>
                <a:spcPts val="0"/>
              </a:spcBef>
              <a:spcAft>
                <a:spcPts val="0"/>
              </a:spcAft>
              <a:buClr>
                <a:schemeClr val="dk1"/>
              </a:buClr>
              <a:buSzPts val="2400"/>
              <a:buChar char="■"/>
              <a:defRPr>
                <a:solidFill>
                  <a:schemeClr val="dk1"/>
                </a:solidFill>
              </a:defRPr>
            </a:lvl9pPr>
          </a:lstStyle>
          <a:p>
            <a:r>
              <a:rPr lang="en-US"/>
              <a:t>Title 1</a:t>
            </a:r>
          </a:p>
          <a:p>
            <a:pPr lvl="1"/>
            <a:r>
              <a:rPr lang="en-US" err="1"/>
              <a:t>Dafasdfadsf</a:t>
            </a:r>
            <a:endParaRPr lang="en-US"/>
          </a:p>
          <a:p>
            <a:pPr lvl="1"/>
            <a:r>
              <a:rPr lang="en-US" err="1"/>
              <a:t>Asdfasd</a:t>
            </a:r>
            <a:endParaRPr lang="en-US"/>
          </a:p>
          <a:p>
            <a:pPr lvl="2"/>
            <a:r>
              <a:rPr lang="en-US" err="1"/>
              <a:t>dsfa</a:t>
            </a:r>
            <a:endParaRPr lang="en-US"/>
          </a:p>
          <a:p>
            <a:endParaRPr/>
          </a:p>
        </p:txBody>
      </p:sp>
      <p:sp>
        <p:nvSpPr>
          <p:cNvPr id="34" name="Google Shape;34;p5"/>
          <p:cNvSpPr/>
          <p:nvPr/>
        </p:nvSpPr>
        <p:spPr>
          <a:xfrm>
            <a:off x="7356367" y="6755100"/>
            <a:ext cx="893700" cy="10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35;p5"/>
          <p:cNvSpPr/>
          <p:nvPr/>
        </p:nvSpPr>
        <p:spPr>
          <a:xfrm>
            <a:off x="8250314" y="6755100"/>
            <a:ext cx="893700" cy="102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36;p5"/>
          <p:cNvSpPr/>
          <p:nvPr/>
        </p:nvSpPr>
        <p:spPr>
          <a:xfrm>
            <a:off x="2" y="6755100"/>
            <a:ext cx="893700" cy="102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37;p5"/>
          <p:cNvSpPr/>
          <p:nvPr/>
        </p:nvSpPr>
        <p:spPr>
          <a:xfrm>
            <a:off x="893711" y="6755100"/>
            <a:ext cx="6462600" cy="102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38;p5"/>
          <p:cNvSpPr txBox="1">
            <a:spLocks noGrp="1"/>
          </p:cNvSpPr>
          <p:nvPr>
            <p:ph type="sldNum" idx="12"/>
          </p:nvPr>
        </p:nvSpPr>
        <p:spPr>
          <a:xfrm>
            <a:off x="8480575" y="6262577"/>
            <a:ext cx="548700" cy="418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2" name="Title 1">
            <a:extLst>
              <a:ext uri="{FF2B5EF4-FFF2-40B4-BE49-F238E27FC236}">
                <a16:creationId xmlns:a16="http://schemas.microsoft.com/office/drawing/2014/main" id="{5D3E563C-F009-2B8B-0AC6-1E72B42978BA}"/>
              </a:ext>
            </a:extLst>
          </p:cNvPr>
          <p:cNvSpPr>
            <a:spLocks noGrp="1"/>
          </p:cNvSpPr>
          <p:nvPr>
            <p:ph type="title"/>
          </p:nvPr>
        </p:nvSpPr>
        <p:spPr>
          <a:xfrm>
            <a:off x="893699" y="477851"/>
            <a:ext cx="7586873" cy="1143200"/>
          </a:xfrm>
        </p:spPr>
        <p:txBody>
          <a:bodyPr/>
          <a:lstStyle/>
          <a:p>
            <a:r>
              <a:rPr lang="en-US"/>
              <a:t>Click to edit Master title style</a:t>
            </a:r>
            <a:endParaRPr lang="en-JP"/>
          </a:p>
        </p:txBody>
      </p:sp>
    </p:spTree>
    <p:extLst>
      <p:ext uri="{BB962C8B-B14F-4D97-AF65-F5344CB8AC3E}">
        <p14:creationId xmlns:p14="http://schemas.microsoft.com/office/powerpoint/2010/main" val="639263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30"/>
        <p:cNvGrpSpPr/>
        <p:nvPr/>
      </p:nvGrpSpPr>
      <p:grpSpPr>
        <a:xfrm>
          <a:off x="0" y="0"/>
          <a:ext cx="0" cy="0"/>
          <a:chOff x="0" y="0"/>
          <a:chExt cx="0" cy="0"/>
        </a:xfrm>
      </p:grpSpPr>
      <p:sp>
        <p:nvSpPr>
          <p:cNvPr id="31" name="Google Shape;31;p46"/>
          <p:cNvSpPr txBox="1">
            <a:spLocks noGrp="1"/>
          </p:cNvSpPr>
          <p:nvPr>
            <p:ph type="title"/>
          </p:nvPr>
        </p:nvSpPr>
        <p:spPr>
          <a:xfrm>
            <a:off x="685800" y="484632"/>
            <a:ext cx="7772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6"/>
          <p:cNvSpPr txBox="1">
            <a:spLocks noGrp="1"/>
          </p:cNvSpPr>
          <p:nvPr>
            <p:ph type="body" idx="1"/>
          </p:nvPr>
        </p:nvSpPr>
        <p:spPr>
          <a:xfrm>
            <a:off x="685800" y="2121408"/>
            <a:ext cx="7772400" cy="4050792"/>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33" name="Google Shape;33;p46"/>
          <p:cNvSpPr txBox="1">
            <a:spLocks noGrp="1"/>
          </p:cNvSpPr>
          <p:nvPr>
            <p:ph type="dt" idx="10"/>
          </p:nvPr>
        </p:nvSpPr>
        <p:spPr>
          <a:xfrm>
            <a:off x="5992368" y="6272785"/>
            <a:ext cx="24551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6"/>
          <p:cNvSpPr txBox="1">
            <a:spLocks noGrp="1"/>
          </p:cNvSpPr>
          <p:nvPr>
            <p:ph type="ftr" idx="11"/>
          </p:nvPr>
        </p:nvSpPr>
        <p:spPr>
          <a:xfrm>
            <a:off x="685800" y="6272785"/>
            <a:ext cx="474573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8483346" y="6272785"/>
            <a:ext cx="48006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90631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9907-7461-434D-83FC-70EB7261798E}"/>
              </a:ext>
            </a:extLst>
          </p:cNvPr>
          <p:cNvSpPr>
            <a:spLocks noGrp="1"/>
          </p:cNvSpPr>
          <p:nvPr>
            <p:ph type="title"/>
          </p:nvPr>
        </p:nvSpPr>
        <p:spPr>
          <a:xfrm>
            <a:off x="623887" y="1709738"/>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BC21525-C660-6946-8A5F-6F07F0626B56}"/>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A435B3-07EF-0641-91C1-CCD1FF901236}"/>
              </a:ext>
            </a:extLst>
          </p:cNvPr>
          <p:cNvSpPr>
            <a:spLocks noGrp="1"/>
          </p:cNvSpPr>
          <p:nvPr>
            <p:ph type="dt" sz="half" idx="10"/>
          </p:nvPr>
        </p:nvSpPr>
        <p:spPr/>
        <p:txBody>
          <a:bodyPr/>
          <a:lstStyle/>
          <a:p>
            <a:fld id="{0311CDC1-D783-2047-9C81-865015039835}" type="datetimeFigureOut">
              <a:rPr lang="en-US" smtClean="0"/>
              <a:t>2/10/26</a:t>
            </a:fld>
            <a:endParaRPr lang="en-US"/>
          </a:p>
        </p:txBody>
      </p:sp>
      <p:sp>
        <p:nvSpPr>
          <p:cNvPr id="5" name="Footer Placeholder 4">
            <a:extLst>
              <a:ext uri="{FF2B5EF4-FFF2-40B4-BE49-F238E27FC236}">
                <a16:creationId xmlns:a16="http://schemas.microsoft.com/office/drawing/2014/main" id="{5668B56C-AFCE-774B-830D-EF1BC9CCE5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5C4809-0674-6340-854A-10C4E23C1C2C}"/>
              </a:ext>
            </a:extLst>
          </p:cNvPr>
          <p:cNvSpPr>
            <a:spLocks noGrp="1"/>
          </p:cNvSpPr>
          <p:nvPr>
            <p:ph type="sldNum" sz="quarter" idx="12"/>
          </p:nvPr>
        </p:nvSpPr>
        <p:spPr/>
        <p:txBody>
          <a:bodyPr/>
          <a:lstStyle/>
          <a:p>
            <a:fld id="{8A701AFC-A93F-7E4A-8C56-984B0794D048}" type="slidenum">
              <a:rPr lang="en-US" smtClean="0"/>
              <a:t>‹#›</a:t>
            </a:fld>
            <a:endParaRPr lang="en-US"/>
          </a:p>
        </p:txBody>
      </p:sp>
    </p:spTree>
    <p:extLst>
      <p:ext uri="{BB962C8B-B14F-4D97-AF65-F5344CB8AC3E}">
        <p14:creationId xmlns:p14="http://schemas.microsoft.com/office/powerpoint/2010/main" val="2141885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0906" y="448056"/>
            <a:ext cx="5157216" cy="640080"/>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404622" y="1435608"/>
            <a:ext cx="3312414" cy="397764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4622" y="6126491"/>
            <a:ext cx="3086100" cy="365125"/>
          </a:xfrm>
          <a:prstGeom prst="rect">
            <a:avLst/>
          </a:prstGeom>
        </p:spPr>
        <p:txBody>
          <a:bodyPr vert="horz" lIns="91440" tIns="45720" rIns="91440" bIns="45720" rtlCol="0" anchor="ctr">
            <a:noAutofit/>
          </a:bodyPr>
          <a:lstStyle>
            <a:lvl1pPr algn="l">
              <a:defRPr sz="1050" baseline="0">
                <a:solidFill>
                  <a:schemeClr val="bg2">
                    <a:lumMod val="50000"/>
                  </a:schemeClr>
                </a:solidFill>
              </a:defRPr>
            </a:lvl1pPr>
          </a:lstStyle>
          <a:p>
            <a:r>
              <a:rPr lang="en-US"/>
              <a:t>Test</a:t>
            </a:r>
          </a:p>
        </p:txBody>
      </p:sp>
      <p:sp>
        <p:nvSpPr>
          <p:cNvPr id="6" name="Slide Number Placeholder 5"/>
          <p:cNvSpPr>
            <a:spLocks noGrp="1"/>
          </p:cNvSpPr>
          <p:nvPr>
            <p:ph type="sldNum" sz="quarter" idx="4"/>
          </p:nvPr>
        </p:nvSpPr>
        <p:spPr>
          <a:xfrm>
            <a:off x="6672834" y="6190487"/>
            <a:ext cx="2057400" cy="365760"/>
          </a:xfrm>
          <a:prstGeom prst="rect">
            <a:avLst/>
          </a:prstGeom>
        </p:spPr>
        <p:txBody>
          <a:bodyPr vert="horz" lIns="91440" tIns="45720" rIns="91440" bIns="45720" rtlCol="0" anchor="ctr">
            <a:noAutofit/>
          </a:bodyPr>
          <a:lstStyle>
            <a:lvl1pPr algn="r">
              <a:defRPr sz="900" baseline="0">
                <a:solidFill>
                  <a:schemeClr val="tx1">
                    <a:lumMod val="65000"/>
                    <a:lumOff val="35000"/>
                  </a:schemeClr>
                </a:solidFill>
              </a:defRPr>
            </a:lvl1pPr>
          </a:lstStyle>
          <a:p>
            <a:fld id="{D1BC2EDA-D519-4F34-BF3F-BFFF500F4B03}" type="slidenum">
              <a:rPr lang="en-US" smtClean="0"/>
              <a:t>‹#›</a:t>
            </a:fld>
            <a:endParaRPr lang="en-US"/>
          </a:p>
        </p:txBody>
      </p:sp>
    </p:spTree>
    <p:extLst>
      <p:ext uri="{BB962C8B-B14F-4D97-AF65-F5344CB8AC3E}">
        <p14:creationId xmlns:p14="http://schemas.microsoft.com/office/powerpoint/2010/main" val="2240362562"/>
      </p:ext>
    </p:extLst>
  </p:cSld>
  <p:clrMap bg1="lt1" tx1="dk1" bg2="lt2" tx2="dk2" accent1="accent1" accent2="accent2" accent3="accent3" accent4="accent4" accent5="accent5" accent6="accent6" hlink="hlink" folHlink="folHlink"/>
  <p:sldLayoutIdLst>
    <p:sldLayoutId id="2147483663" r:id="rId1"/>
    <p:sldLayoutId id="2147483692" r:id="rId2"/>
    <p:sldLayoutId id="2147483691"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93" r:id="rId15"/>
    <p:sldLayoutId id="2147483694" r:id="rId16"/>
    <p:sldLayoutId id="2147483695" r:id="rId17"/>
  </p:sldLayoutIdLst>
  <p:hf hdr="0" ftr="0" dt="0"/>
  <p:txStyles>
    <p:titleStyle>
      <a:lvl1pPr algn="l" defTabSz="685783" rtl="0" eaLnBrk="1" latinLnBrk="0" hangingPunct="1">
        <a:spcBef>
          <a:spcPct val="0"/>
        </a:spcBef>
        <a:buNone/>
        <a:defRPr sz="2100" b="1" kern="1200">
          <a:solidFill>
            <a:schemeClr val="tx1"/>
          </a:solidFill>
          <a:latin typeface="+mn-lt"/>
          <a:ea typeface="+mj-ea"/>
          <a:cs typeface="+mj-cs"/>
        </a:defRPr>
      </a:lvl1pPr>
    </p:titleStyle>
    <p:bodyStyle>
      <a:lvl1pPr marL="0" indent="0" algn="l" defTabSz="685783" rtl="0" eaLnBrk="1" latinLnBrk="0" hangingPunct="1">
        <a:lnSpc>
          <a:spcPct val="150000"/>
        </a:lnSpc>
        <a:spcBef>
          <a:spcPts val="750"/>
        </a:spcBef>
        <a:spcAft>
          <a:spcPts val="900"/>
        </a:spcAft>
        <a:buFontTx/>
        <a:buNone/>
        <a:defRPr lang="en-US" sz="900" kern="1200" dirty="0">
          <a:solidFill>
            <a:schemeClr val="tx1"/>
          </a:solidFill>
          <a:latin typeface="+mn-lt"/>
          <a:ea typeface="+mn-ea"/>
          <a:cs typeface="+mn-cs"/>
        </a:defRPr>
      </a:lvl1pPr>
      <a:lvl2pPr marL="171446"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a:solidFill>
            <a:schemeClr val="tx1"/>
          </a:solidFill>
          <a:latin typeface="+mn-lt"/>
          <a:ea typeface="+mn-ea"/>
          <a:cs typeface="+mn-cs"/>
        </a:defRPr>
      </a:lvl2pPr>
      <a:lvl3pPr marL="514337"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a:solidFill>
            <a:schemeClr val="tx1"/>
          </a:solidFill>
          <a:latin typeface="+mn-lt"/>
          <a:ea typeface="+mn-ea"/>
          <a:cs typeface="+mn-cs"/>
        </a:defRPr>
      </a:lvl3pPr>
      <a:lvl4pPr marL="857228"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smtClean="0">
          <a:solidFill>
            <a:schemeClr val="tx1"/>
          </a:solidFill>
          <a:latin typeface="+mn-lt"/>
          <a:ea typeface="+mn-ea"/>
          <a:cs typeface="+mn-cs"/>
        </a:defRPr>
      </a:lvl4pPr>
      <a:lvl5pPr marL="1200120"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smtClean="0">
          <a:solidFill>
            <a:schemeClr val="tx1"/>
          </a:solidFill>
          <a:latin typeface="+mn-lt"/>
          <a:ea typeface="+mn-ea"/>
          <a:cs typeface="+mn-cs"/>
        </a:defRPr>
      </a:lvl5pPr>
      <a:lvl6pPr marL="1543012"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smtClean="0">
          <a:solidFill>
            <a:schemeClr val="tx1"/>
          </a:solidFill>
          <a:latin typeface="+mn-lt"/>
          <a:ea typeface="+mn-ea"/>
          <a:cs typeface="+mn-cs"/>
        </a:defRPr>
      </a:lvl6pPr>
      <a:lvl7pPr marL="1885903"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smtClean="0">
          <a:solidFill>
            <a:schemeClr val="tx1"/>
          </a:solidFill>
          <a:latin typeface="+mn-lt"/>
          <a:ea typeface="+mn-ea"/>
          <a:cs typeface="+mn-cs"/>
        </a:defRPr>
      </a:lvl7pPr>
      <a:lvl8pPr marL="2228795" indent="-171446" algn="l" defTabSz="685783" rtl="0" eaLnBrk="1" latinLnBrk="0" hangingPunct="1">
        <a:lnSpc>
          <a:spcPct val="150000"/>
        </a:lnSpc>
        <a:spcBef>
          <a:spcPts val="750"/>
        </a:spcBef>
        <a:spcAft>
          <a:spcPts val="900"/>
        </a:spcAft>
        <a:buFont typeface="Arial" panose="020B0604020202020204" pitchFamily="34" charset="0"/>
        <a:buChar char="•"/>
        <a:defRPr lang="en-US" sz="900" kern="1200" dirty="0" smtClean="0">
          <a:solidFill>
            <a:schemeClr val="tx1"/>
          </a:solidFill>
          <a:latin typeface="+mn-lt"/>
          <a:ea typeface="+mn-ea"/>
          <a:cs typeface="+mn-cs"/>
        </a:defRPr>
      </a:lvl8pPr>
      <a:lvl9pPr marL="2571686" indent="-171446" algn="l" defTabSz="685783" rtl="0" eaLnBrk="1" latinLnBrk="0" hangingPunct="1">
        <a:lnSpc>
          <a:spcPct val="90000"/>
        </a:lnSpc>
        <a:spcBef>
          <a:spcPct val="30000"/>
        </a:spcBef>
        <a:buFont typeface="Arial" panose="020B0604020202020204" pitchFamily="34" charset="0"/>
        <a:buNone/>
        <a:defRPr sz="9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ubtitle 17">
            <a:extLst>
              <a:ext uri="{FF2B5EF4-FFF2-40B4-BE49-F238E27FC236}">
                <a16:creationId xmlns:a16="http://schemas.microsoft.com/office/drawing/2014/main" id="{57D62F16-F75C-6B98-2080-BECC2DE82C16}"/>
              </a:ext>
            </a:extLst>
          </p:cNvPr>
          <p:cNvSpPr>
            <a:spLocks noGrp="1"/>
          </p:cNvSpPr>
          <p:nvPr>
            <p:ph type="subTitle" idx="1"/>
          </p:nvPr>
        </p:nvSpPr>
        <p:spPr>
          <a:xfrm>
            <a:off x="4095824" y="3252341"/>
            <a:ext cx="4812505" cy="952014"/>
          </a:xfrm>
        </p:spPr>
        <p:txBody>
          <a:bodyPr>
            <a:noAutofit/>
          </a:bodyPr>
          <a:lstStyle/>
          <a:p>
            <a:r>
              <a:rPr lang="en-US" sz="2800" dirty="0"/>
              <a:t>Tutorial 3 and Take Home Exercise Solution </a:t>
            </a:r>
          </a:p>
        </p:txBody>
      </p:sp>
      <p:sp>
        <p:nvSpPr>
          <p:cNvPr id="10" name="Title 3">
            <a:extLst>
              <a:ext uri="{FF2B5EF4-FFF2-40B4-BE49-F238E27FC236}">
                <a16:creationId xmlns:a16="http://schemas.microsoft.com/office/drawing/2014/main" id="{1BF59ED5-66B9-83A2-1FC4-283F25C57007}"/>
              </a:ext>
            </a:extLst>
          </p:cNvPr>
          <p:cNvSpPr txBox="1">
            <a:spLocks/>
          </p:cNvSpPr>
          <p:nvPr/>
        </p:nvSpPr>
        <p:spPr>
          <a:xfrm>
            <a:off x="4029837" y="2638389"/>
            <a:ext cx="5038749" cy="613952"/>
          </a:xfrm>
          <a:prstGeom prst="rect">
            <a:avLst/>
          </a:prstGeom>
        </p:spPr>
        <p:txBody>
          <a:bodyPr vert="horz" lIns="91440" tIns="45720" rIns="91440" bIns="45720" rtlCol="0" anchor="t" anchorCtr="0">
            <a:noAutofit/>
          </a:bodyPr>
          <a:lstStyle>
            <a:lvl1pPr algn="l" defTabSz="685783" rtl="0" eaLnBrk="1" latinLnBrk="0" hangingPunct="1">
              <a:spcBef>
                <a:spcPct val="0"/>
              </a:spcBef>
              <a:buNone/>
              <a:defRPr sz="3600" b="1" kern="1200">
                <a:solidFill>
                  <a:schemeClr val="tx2"/>
                </a:solidFill>
                <a:latin typeface="+mn-lt"/>
                <a:ea typeface="+mj-ea"/>
                <a:cs typeface="+mj-cs"/>
              </a:defRPr>
            </a:lvl1pPr>
          </a:lstStyle>
          <a:p>
            <a:r>
              <a:rPr lang="en-HK" sz="2800"/>
              <a:t>DSAI4205 Big Data Analytics</a:t>
            </a:r>
          </a:p>
        </p:txBody>
      </p:sp>
      <p:sp>
        <p:nvSpPr>
          <p:cNvPr id="14" name="TextBox 13">
            <a:extLst>
              <a:ext uri="{FF2B5EF4-FFF2-40B4-BE49-F238E27FC236}">
                <a16:creationId xmlns:a16="http://schemas.microsoft.com/office/drawing/2014/main" id="{DF6B39C9-547E-2299-C8E5-86B83C4C9AE0}"/>
              </a:ext>
            </a:extLst>
          </p:cNvPr>
          <p:cNvSpPr txBox="1"/>
          <p:nvPr/>
        </p:nvSpPr>
        <p:spPr>
          <a:xfrm>
            <a:off x="4095824" y="4594745"/>
            <a:ext cx="5048175" cy="738664"/>
          </a:xfrm>
          <a:prstGeom prst="rect">
            <a:avLst/>
          </a:prstGeom>
          <a:noFill/>
        </p:spPr>
        <p:txBody>
          <a:bodyPr wrap="square" rtlCol="0">
            <a:spAutoFit/>
          </a:bodyPr>
          <a:lstStyle/>
          <a:p>
            <a:r>
              <a:rPr lang="en-HK" sz="1400">
                <a:latin typeface="Raleway" pitchFamily="2" charset="77"/>
              </a:rPr>
              <a:t>Dr. Ken FONG</a:t>
            </a:r>
          </a:p>
          <a:p>
            <a:r>
              <a:rPr lang="en-HK" sz="1400">
                <a:latin typeface="Raleway" pitchFamily="2" charset="77"/>
              </a:rPr>
              <a:t>Department of Data Science and Artificial Intelligence</a:t>
            </a:r>
          </a:p>
          <a:p>
            <a:r>
              <a:rPr lang="en-HK" sz="1400" err="1">
                <a:latin typeface="Raleway" pitchFamily="2" charset="77"/>
              </a:rPr>
              <a:t>chi-kit-ken.fong@polyu.edu.hk</a:t>
            </a:r>
            <a:endParaRPr lang="en-HK" sz="1400">
              <a:latin typeface="Raleway" pitchFamily="2" charset="77"/>
            </a:endParaRPr>
          </a:p>
        </p:txBody>
      </p:sp>
      <p:pic>
        <p:nvPicPr>
          <p:cNvPr id="1028" name="Picture 4" descr="Apache Spark - Wikipedia">
            <a:extLst>
              <a:ext uri="{FF2B5EF4-FFF2-40B4-BE49-F238E27FC236}">
                <a16:creationId xmlns:a16="http://schemas.microsoft.com/office/drawing/2014/main" id="{D11DABC2-3DEC-C8E2-1D73-058A521A054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945" y="2942897"/>
            <a:ext cx="3181337" cy="1651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875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71EE89D-6782-5E47-3DA1-81354C1125DF}"/>
              </a:ext>
            </a:extLst>
          </p:cNvPr>
          <p:cNvGraphicFramePr>
            <a:graphicFrameLocks noGrp="1"/>
          </p:cNvGraphicFramePr>
          <p:nvPr>
            <p:extLst>
              <p:ext uri="{D42A27DB-BD31-4B8C-83A1-F6EECF244321}">
                <p14:modId xmlns:p14="http://schemas.microsoft.com/office/powerpoint/2010/main" val="1113049128"/>
              </p:ext>
            </p:extLst>
          </p:nvPr>
        </p:nvGraphicFramePr>
        <p:xfrm>
          <a:off x="746206" y="2660554"/>
          <a:ext cx="5676444" cy="2121653"/>
        </p:xfrm>
        <a:graphic>
          <a:graphicData uri="http://schemas.openxmlformats.org/drawingml/2006/table">
            <a:tbl>
              <a:tblPr>
                <a:tableStyleId>{5C22544A-7EE6-4342-B048-85BDC9FD1C3A}</a:tableStyleId>
              </a:tblPr>
              <a:tblGrid>
                <a:gridCol w="506694">
                  <a:extLst>
                    <a:ext uri="{9D8B030D-6E8A-4147-A177-3AD203B41FA5}">
                      <a16:colId xmlns:a16="http://schemas.microsoft.com/office/drawing/2014/main" val="1258354373"/>
                    </a:ext>
                  </a:extLst>
                </a:gridCol>
                <a:gridCol w="5169750">
                  <a:extLst>
                    <a:ext uri="{9D8B030D-6E8A-4147-A177-3AD203B41FA5}">
                      <a16:colId xmlns:a16="http://schemas.microsoft.com/office/drawing/2014/main" val="1639966391"/>
                    </a:ext>
                  </a:extLst>
                </a:gridCol>
              </a:tblGrid>
              <a:tr h="2121653">
                <a:tc>
                  <a:txBody>
                    <a:bodyPr/>
                    <a:lstStyle/>
                    <a:p>
                      <a:r>
                        <a:rPr lang="en-US" sz="1100" b="0" dirty="0"/>
                        <a:t>1</a:t>
                      </a:r>
                    </a:p>
                    <a:p>
                      <a:r>
                        <a:rPr lang="en-US" sz="1100" b="0" dirty="0"/>
                        <a:t>2</a:t>
                      </a:r>
                    </a:p>
                    <a:p>
                      <a:r>
                        <a:rPr lang="en-US" sz="1100" b="0" dirty="0"/>
                        <a:t>3</a:t>
                      </a:r>
                    </a:p>
                    <a:p>
                      <a:r>
                        <a:rPr lang="en-US" sz="1100" b="0" dirty="0"/>
                        <a:t>4</a:t>
                      </a:r>
                    </a:p>
                    <a:p>
                      <a:r>
                        <a:rPr lang="en-US" sz="1100" b="0" dirty="0"/>
                        <a:t>5</a:t>
                      </a:r>
                    </a:p>
                    <a:p>
                      <a:r>
                        <a:rPr lang="en-US" sz="1100" b="0" dirty="0"/>
                        <a:t>6</a:t>
                      </a:r>
                    </a:p>
                    <a:p>
                      <a:r>
                        <a:rPr lang="en-US" sz="1100" b="0" dirty="0"/>
                        <a:t>7</a:t>
                      </a:r>
                    </a:p>
                    <a:p>
                      <a:r>
                        <a:rPr lang="en-US" sz="1100" b="0" dirty="0"/>
                        <a:t>8</a:t>
                      </a:r>
                    </a:p>
                    <a:p>
                      <a:r>
                        <a:rPr lang="en-US" sz="1100" b="0" dirty="0"/>
                        <a:t>9</a:t>
                      </a:r>
                    </a:p>
                    <a:p>
                      <a:r>
                        <a:rPr lang="en-US" sz="1100" b="0" dirty="0"/>
                        <a:t>10</a:t>
                      </a:r>
                    </a:p>
                    <a:p>
                      <a:r>
                        <a:rPr lang="en-US" sz="1100" b="0" dirty="0"/>
                        <a:t>11</a:t>
                      </a:r>
                    </a:p>
                    <a:p>
                      <a:r>
                        <a:rPr lang="en-US" sz="1100" b="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latin typeface="Courier New" panose="02070309020205020404" pitchFamily="49" charset="0"/>
                          <a:cs typeface="Courier New" panose="02070309020205020404" pitchFamily="49" charset="0"/>
                        </a:rPr>
                        <a:t>from </a:t>
                      </a:r>
                      <a:r>
                        <a:rPr lang="en-US" sz="1100" b="0" dirty="0" err="1">
                          <a:latin typeface="Courier New" panose="02070309020205020404" pitchFamily="49" charset="0"/>
                          <a:cs typeface="Courier New" panose="02070309020205020404" pitchFamily="49" charset="0"/>
                        </a:rPr>
                        <a:t>pyspark.sql</a:t>
                      </a:r>
                      <a:r>
                        <a:rPr lang="en-US" sz="1100" b="0" dirty="0">
                          <a:latin typeface="Courier New" panose="02070309020205020404" pitchFamily="49" charset="0"/>
                          <a:cs typeface="Courier New" panose="02070309020205020404" pitchFamily="49" charset="0"/>
                        </a:rPr>
                        <a:t> import </a:t>
                      </a:r>
                      <a:r>
                        <a:rPr lang="en-US" sz="1100" b="0" dirty="0" err="1">
                          <a:latin typeface="Courier New" panose="02070309020205020404" pitchFamily="49" charset="0"/>
                          <a:cs typeface="Courier New" panose="02070309020205020404" pitchFamily="49" charset="0"/>
                        </a:rPr>
                        <a:t>SparkSession</a:t>
                      </a:r>
                      <a:endParaRPr lang="en-US" sz="1100" b="0" dirty="0">
                        <a:latin typeface="Courier New" panose="02070309020205020404" pitchFamily="49" charset="0"/>
                        <a:cs typeface="Courier New" panose="02070309020205020404" pitchFamily="49" charset="0"/>
                      </a:endParaRPr>
                    </a:p>
                    <a:p>
                      <a:r>
                        <a:rPr lang="en-US" sz="1100" b="0" dirty="0">
                          <a:latin typeface="Courier New" panose="02070309020205020404" pitchFamily="49" charset="0"/>
                          <a:cs typeface="Courier New" panose="02070309020205020404" pitchFamily="49" charset="0"/>
                        </a:rPr>
                        <a:t>from operator import add</a:t>
                      </a:r>
                    </a:p>
                    <a:p>
                      <a:r>
                        <a:rPr lang="en-US" sz="1100" b="0" dirty="0">
                          <a:latin typeface="Courier New" panose="02070309020205020404" pitchFamily="49" charset="0"/>
                          <a:cs typeface="Courier New" panose="02070309020205020404" pitchFamily="49" charset="0"/>
                        </a:rPr>
                        <a:t>ss = </a:t>
                      </a:r>
                      <a:r>
                        <a:rPr lang="en-US" sz="1100" b="0" dirty="0" err="1">
                          <a:latin typeface="Courier New" panose="02070309020205020404" pitchFamily="49" charset="0"/>
                          <a:cs typeface="Courier New" panose="02070309020205020404" pitchFamily="49" charset="0"/>
                        </a:rPr>
                        <a:t>SparkSession.builder.master</a:t>
                      </a:r>
                      <a:r>
                        <a:rPr lang="en-US" sz="1100" b="0" dirty="0">
                          <a:latin typeface="Courier New" panose="02070309020205020404" pitchFamily="49" charset="0"/>
                          <a:cs typeface="Courier New" panose="02070309020205020404" pitchFamily="49" charset="0"/>
                        </a:rPr>
                        <a:t>("local[1]")\</a:t>
                      </a:r>
                    </a:p>
                    <a:p>
                      <a:r>
                        <a:rPr lang="en-US" sz="1100" b="0" dirty="0">
                          <a:latin typeface="Courier New" panose="02070309020205020404" pitchFamily="49" charset="0"/>
                          <a:cs typeface="Courier New" panose="02070309020205020404" pitchFamily="49" charset="0"/>
                        </a:rPr>
                        <a:t>     .</a:t>
                      </a:r>
                      <a:r>
                        <a:rPr lang="en-US" sz="1100" b="0" dirty="0" err="1">
                          <a:latin typeface="Courier New" panose="02070309020205020404" pitchFamily="49" charset="0"/>
                          <a:cs typeface="Courier New" panose="02070309020205020404" pitchFamily="49" charset="0"/>
                        </a:rPr>
                        <a:t>appName</a:t>
                      </a:r>
                      <a:r>
                        <a:rPr lang="en-US" sz="1100" b="0" dirty="0">
                          <a:latin typeface="Courier New" panose="02070309020205020404" pitchFamily="49" charset="0"/>
                          <a:cs typeface="Courier New" panose="02070309020205020404" pitchFamily="49" charset="0"/>
                        </a:rPr>
                        <a:t>("T03").</a:t>
                      </a:r>
                      <a:r>
                        <a:rPr lang="en-US" sz="1100" b="0" dirty="0" err="1">
                          <a:latin typeface="Courier New" panose="02070309020205020404" pitchFamily="49" charset="0"/>
                          <a:cs typeface="Courier New" panose="02070309020205020404" pitchFamily="49" charset="0"/>
                        </a:rPr>
                        <a:t>getOrCreate</a:t>
                      </a:r>
                      <a:r>
                        <a:rPr lang="en-US" sz="1100" b="0" dirty="0">
                          <a:latin typeface="Courier New" panose="02070309020205020404" pitchFamily="49" charset="0"/>
                          <a:cs typeface="Courier New" panose="02070309020205020404" pitchFamily="49" charset="0"/>
                        </a:rPr>
                        <a:t>()</a:t>
                      </a:r>
                      <a:br>
                        <a:rPr lang="en-US" sz="1100" b="0" dirty="0">
                          <a:latin typeface="Courier New" panose="02070309020205020404" pitchFamily="49" charset="0"/>
                          <a:cs typeface="Courier New" panose="02070309020205020404" pitchFamily="49" charset="0"/>
                        </a:rPr>
                      </a:br>
                      <a:endParaRPr lang="en-US" sz="1100" b="0" dirty="0">
                        <a:latin typeface="Courier New" panose="02070309020205020404" pitchFamily="49" charset="0"/>
                        <a:cs typeface="Courier New" panose="02070309020205020404" pitchFamily="49" charset="0"/>
                      </a:endParaRPr>
                    </a:p>
                    <a:p>
                      <a:r>
                        <a:rPr lang="en-US" sz="1100" b="0" dirty="0">
                          <a:latin typeface="Courier New" panose="02070309020205020404" pitchFamily="49" charset="0"/>
                          <a:cs typeface="Courier New" panose="02070309020205020404" pitchFamily="49" charset="0"/>
                        </a:rPr>
                        <a:t>spark = </a:t>
                      </a:r>
                      <a:r>
                        <a:rPr lang="en-US" sz="1100" b="0" dirty="0" err="1">
                          <a:latin typeface="Courier New" panose="02070309020205020404" pitchFamily="49" charset="0"/>
                          <a:cs typeface="Courier New" panose="02070309020205020404" pitchFamily="49" charset="0"/>
                        </a:rPr>
                        <a:t>ss.sparkContext</a:t>
                      </a:r>
                      <a:endParaRPr lang="en-US" sz="1100" b="0" dirty="0">
                        <a:latin typeface="Courier New" panose="02070309020205020404" pitchFamily="49" charset="0"/>
                        <a:cs typeface="Courier New" panose="02070309020205020404" pitchFamily="49" charset="0"/>
                      </a:endParaRPr>
                    </a:p>
                    <a:p>
                      <a:endParaRPr lang="en-US" sz="1100" b="0" dirty="0">
                        <a:latin typeface="Courier New" panose="02070309020205020404" pitchFamily="49" charset="0"/>
                        <a:cs typeface="Courier New" panose="02070309020205020404" pitchFamily="49" charset="0"/>
                      </a:endParaRPr>
                    </a:p>
                    <a:p>
                      <a:endParaRPr lang="en-US" sz="1100" b="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
        <p:nvSpPr>
          <p:cNvPr id="2" name="Content Placeholder 1">
            <a:extLst>
              <a:ext uri="{FF2B5EF4-FFF2-40B4-BE49-F238E27FC236}">
                <a16:creationId xmlns:a16="http://schemas.microsoft.com/office/drawing/2014/main" id="{04CF541D-09A4-9F97-7E12-5F5568001610}"/>
              </a:ext>
            </a:extLst>
          </p:cNvPr>
          <p:cNvSpPr>
            <a:spLocks noGrp="1"/>
          </p:cNvSpPr>
          <p:nvPr>
            <p:ph sz="quarter" idx="14"/>
          </p:nvPr>
        </p:nvSpPr>
        <p:spPr>
          <a:xfrm>
            <a:off x="367004" y="1686757"/>
            <a:ext cx="5676444" cy="4519510"/>
          </a:xfrm>
        </p:spPr>
        <p:txBody>
          <a:bodyPr/>
          <a:lstStyle/>
          <a:p>
            <a:r>
              <a:rPr lang="en-HK" sz="1600" dirty="0"/>
              <a:t>Write a module to read the "</a:t>
            </a:r>
            <a:r>
              <a:rPr lang="en-HK" sz="1600" dirty="0" err="1"/>
              <a:t>wordCountEx.txt</a:t>
            </a:r>
            <a:r>
              <a:rPr lang="en-HK" sz="1600" dirty="0"/>
              <a:t>" file, split the word by space and do a word count and sort the result descending.</a:t>
            </a:r>
          </a:p>
          <a:p>
            <a:endParaRPr lang="en-US" sz="1600" dirty="0"/>
          </a:p>
        </p:txBody>
      </p:sp>
      <p:sp>
        <p:nvSpPr>
          <p:cNvPr id="3" name="Title 2">
            <a:extLst>
              <a:ext uri="{FF2B5EF4-FFF2-40B4-BE49-F238E27FC236}">
                <a16:creationId xmlns:a16="http://schemas.microsoft.com/office/drawing/2014/main" id="{12B599BF-6EDE-1059-2553-B342FC1F662E}"/>
              </a:ext>
            </a:extLst>
          </p:cNvPr>
          <p:cNvSpPr>
            <a:spLocks noGrp="1"/>
          </p:cNvSpPr>
          <p:nvPr>
            <p:ph type="title"/>
          </p:nvPr>
        </p:nvSpPr>
        <p:spPr/>
        <p:txBody>
          <a:bodyPr/>
          <a:lstStyle/>
          <a:p>
            <a:r>
              <a:rPr lang="en-US" dirty="0"/>
              <a:t>Tutorial 3 – TODO #2</a:t>
            </a:r>
          </a:p>
        </p:txBody>
      </p:sp>
      <p:sp>
        <p:nvSpPr>
          <p:cNvPr id="6" name="TextBox 5">
            <a:extLst>
              <a:ext uri="{FF2B5EF4-FFF2-40B4-BE49-F238E27FC236}">
                <a16:creationId xmlns:a16="http://schemas.microsoft.com/office/drawing/2014/main" id="{041BE50B-D53E-8834-6AE8-EFDFDB9A9407}"/>
              </a:ext>
            </a:extLst>
          </p:cNvPr>
          <p:cNvSpPr txBox="1"/>
          <p:nvPr/>
        </p:nvSpPr>
        <p:spPr>
          <a:xfrm>
            <a:off x="1241652" y="3653372"/>
            <a:ext cx="4572000" cy="261610"/>
          </a:xfrm>
          <a:prstGeom prst="rect">
            <a:avLst/>
          </a:prstGeom>
          <a:noFill/>
        </p:spPr>
        <p:txBody>
          <a:bodyPr wrap="square">
            <a:spAutoFit/>
          </a:bodyPr>
          <a:lstStyle/>
          <a:p>
            <a:r>
              <a:rPr lang="en-US" sz="1100" dirty="0" err="1">
                <a:latin typeface="Courier New" panose="02070309020205020404" pitchFamily="49" charset="0"/>
                <a:cs typeface="Courier New" panose="02070309020205020404" pitchFamily="49" charset="0"/>
              </a:rPr>
              <a:t>textRDD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wordCountEx.txt</a:t>
            </a:r>
            <a:r>
              <a:rPr lang="en-US" sz="1100" dirty="0">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EA0026F4-00C4-DF62-6CB3-692CD32856C4}"/>
              </a:ext>
            </a:extLst>
          </p:cNvPr>
          <p:cNvSpPr txBox="1"/>
          <p:nvPr/>
        </p:nvSpPr>
        <p:spPr>
          <a:xfrm>
            <a:off x="6583557" y="2660554"/>
            <a:ext cx="2152067" cy="1754326"/>
          </a:xfrm>
          <a:prstGeom prst="rect">
            <a:avLst/>
          </a:prstGeom>
          <a:noFill/>
          <a:ln>
            <a:solidFill>
              <a:schemeClr val="tx1"/>
            </a:solidFill>
            <a:prstDash val="dash"/>
          </a:ln>
        </p:spPr>
        <p:txBody>
          <a:bodyPr wrap="square" rtlCol="0">
            <a:spAutoFit/>
          </a:bodyPr>
          <a:lstStyle/>
          <a:p>
            <a:r>
              <a:rPr lang="en-HK" sz="1200" dirty="0"/>
              <a:t>['The quick brown fox jumps over the lazy dog. This sentence is often used to test typing skills. It contains every letter of the alphabet. Students can use this text to practice counting words or </a:t>
            </a:r>
            <a:r>
              <a:rPr lang="en-HK" sz="1200" dirty="0" err="1"/>
              <a:t>analyzing</a:t>
            </a:r>
            <a:r>
              <a:rPr lang="en-HK" sz="1200" dirty="0"/>
              <a:t> letter frequency. Have fun learning!']</a:t>
            </a:r>
          </a:p>
        </p:txBody>
      </p:sp>
      <p:sp>
        <p:nvSpPr>
          <p:cNvPr id="9" name="TextBox 8">
            <a:extLst>
              <a:ext uri="{FF2B5EF4-FFF2-40B4-BE49-F238E27FC236}">
                <a16:creationId xmlns:a16="http://schemas.microsoft.com/office/drawing/2014/main" id="{07990BE8-299D-2C67-12A8-9A4DA3B4E5E9}"/>
              </a:ext>
            </a:extLst>
          </p:cNvPr>
          <p:cNvSpPr txBox="1"/>
          <p:nvPr/>
        </p:nvSpPr>
        <p:spPr>
          <a:xfrm>
            <a:off x="746206" y="4907800"/>
            <a:ext cx="3616873" cy="1477328"/>
          </a:xfrm>
          <a:prstGeom prst="rect">
            <a:avLst/>
          </a:prstGeom>
          <a:noFill/>
          <a:ln>
            <a:solidFill>
              <a:schemeClr val="tx1"/>
            </a:solidFill>
            <a:prstDash val="sysDash"/>
          </a:ln>
        </p:spPr>
        <p:txBody>
          <a:bodyPr wrap="square">
            <a:spAutoFit/>
          </a:bodyPr>
          <a:lstStyle/>
          <a:p>
            <a:pPr algn="l">
              <a:buNone/>
            </a:pPr>
            <a:r>
              <a:rPr lang="en-HK" sz="1000" b="0" i="0" dirty="0">
                <a:solidFill>
                  <a:srgbClr val="1F1F1F"/>
                </a:solidFill>
                <a:effectLst/>
                <a:latin typeface="Courier New" panose="02070309020205020404" pitchFamily="49" charset="0"/>
              </a:rPr>
              <a:t>['</a:t>
            </a:r>
            <a:r>
              <a:rPr lang="en-HK" sz="1000" b="0" i="0" dirty="0" err="1">
                <a:solidFill>
                  <a:srgbClr val="1F1F1F"/>
                </a:solidFill>
                <a:effectLst/>
                <a:latin typeface="Courier New" panose="02070309020205020404" pitchFamily="49" charset="0"/>
              </a:rPr>
              <a:t>The','quick</a:t>
            </a:r>
            <a:r>
              <a:rPr lang="en-HK" sz="1000" b="0" i="0" dirty="0">
                <a:solidFill>
                  <a:srgbClr val="1F1F1F"/>
                </a:solidFill>
                <a:effectLst/>
                <a:latin typeface="Courier New" panose="02070309020205020404" pitchFamily="49" charset="0"/>
              </a:rPr>
              <a:t>', 'brown', 'fox', 'jumps', 'over', 'the', 'lazy', 'dog.', 'This', 'sentence', 'is', 'often’, 'used', 'to',</a:t>
            </a:r>
          </a:p>
          <a:p>
            <a:pPr algn="l">
              <a:buNone/>
            </a:pPr>
            <a:r>
              <a:rPr lang="en-HK" sz="1000" b="0" i="0" dirty="0">
                <a:solidFill>
                  <a:srgbClr val="1F1F1F"/>
                </a:solidFill>
                <a:effectLst/>
                <a:latin typeface="Courier New" panose="02070309020205020404" pitchFamily="49" charset="0"/>
              </a:rPr>
              <a:t> 'test', 'typing', 'skills.', 'It’, 'contains', 'every’, 'letter', 'of', 'the', 'alphabet.', 'Students', 'can', 'use', 'this', 'text', 'to', 'practice', 'counting', 'words', 'or', '</a:t>
            </a:r>
            <a:r>
              <a:rPr lang="en-HK" sz="1000" b="0" i="0" dirty="0" err="1">
                <a:solidFill>
                  <a:srgbClr val="1F1F1F"/>
                </a:solidFill>
                <a:effectLst/>
                <a:latin typeface="Courier New" panose="02070309020205020404" pitchFamily="49" charset="0"/>
              </a:rPr>
              <a:t>analyzing</a:t>
            </a:r>
            <a:r>
              <a:rPr lang="en-HK" sz="1000" b="0" i="0" dirty="0">
                <a:solidFill>
                  <a:srgbClr val="1F1F1F"/>
                </a:solidFill>
                <a:effectLst/>
                <a:latin typeface="Courier New" panose="02070309020205020404" pitchFamily="49" charset="0"/>
              </a:rPr>
              <a:t>', 'letter', 'frequency.', 'Have', 'fun', 'learning!']</a:t>
            </a:r>
          </a:p>
        </p:txBody>
      </p:sp>
      <p:sp>
        <p:nvSpPr>
          <p:cNvPr id="11" name="TextBox 10">
            <a:extLst>
              <a:ext uri="{FF2B5EF4-FFF2-40B4-BE49-F238E27FC236}">
                <a16:creationId xmlns:a16="http://schemas.microsoft.com/office/drawing/2014/main" id="{80214752-A2A2-2C92-38DA-1EEEC5783C67}"/>
              </a:ext>
            </a:extLst>
          </p:cNvPr>
          <p:cNvSpPr txBox="1"/>
          <p:nvPr/>
        </p:nvSpPr>
        <p:spPr>
          <a:xfrm>
            <a:off x="4468183" y="4917127"/>
            <a:ext cx="3172905" cy="400110"/>
          </a:xfrm>
          <a:prstGeom prst="rect">
            <a:avLst/>
          </a:prstGeom>
          <a:noFill/>
          <a:ln>
            <a:solidFill>
              <a:schemeClr val="tx1"/>
            </a:solidFill>
            <a:prstDash val="sysDash"/>
          </a:ln>
        </p:spPr>
        <p:txBody>
          <a:bodyPr wrap="square">
            <a:spAutoFit/>
          </a:bodyPr>
          <a:lstStyle>
            <a:defPPr>
              <a:defRPr lang="en-US"/>
            </a:defPPr>
            <a:lvl1pPr>
              <a:buNone/>
              <a:defRPr sz="1000" b="0" i="0">
                <a:solidFill>
                  <a:srgbClr val="1F1F1F"/>
                </a:solidFill>
                <a:effectLst/>
                <a:latin typeface="Courier New" panose="02070309020205020404" pitchFamily="49" charset="0"/>
              </a:defRPr>
            </a:lvl1pPr>
          </a:lstStyle>
          <a:p>
            <a:r>
              <a:rPr lang="en-HK" dirty="0"/>
              <a:t>[('the', 1),('quick', 1), ('brown', 1),</a:t>
            </a:r>
          </a:p>
          <a:p>
            <a:r>
              <a:rPr lang="en-HK" dirty="0"/>
              <a:t>..., ('fun', 1), ('learning!', 1)]</a:t>
            </a:r>
          </a:p>
        </p:txBody>
      </p:sp>
      <p:sp>
        <p:nvSpPr>
          <p:cNvPr id="13" name="TextBox 12">
            <a:extLst>
              <a:ext uri="{FF2B5EF4-FFF2-40B4-BE49-F238E27FC236}">
                <a16:creationId xmlns:a16="http://schemas.microsoft.com/office/drawing/2014/main" id="{962AF308-9677-8232-A479-09704FC528EE}"/>
              </a:ext>
            </a:extLst>
          </p:cNvPr>
          <p:cNvSpPr txBox="1"/>
          <p:nvPr/>
        </p:nvSpPr>
        <p:spPr>
          <a:xfrm>
            <a:off x="4468183" y="5443240"/>
            <a:ext cx="3172905" cy="707886"/>
          </a:xfrm>
          <a:prstGeom prst="rect">
            <a:avLst/>
          </a:prstGeom>
          <a:noFill/>
          <a:ln>
            <a:solidFill>
              <a:schemeClr val="tx1"/>
            </a:solidFill>
            <a:prstDash val="sysDash"/>
          </a:ln>
        </p:spPr>
        <p:txBody>
          <a:bodyPr wrap="square">
            <a:spAutoFit/>
          </a:bodyPr>
          <a:lstStyle>
            <a:defPPr>
              <a:defRPr lang="en-US"/>
            </a:defPPr>
            <a:lvl1pPr>
              <a:buNone/>
              <a:defRPr sz="1000" b="0" i="0">
                <a:solidFill>
                  <a:srgbClr val="1F1F1F"/>
                </a:solidFill>
                <a:effectLst/>
                <a:latin typeface="Courier New" panose="02070309020205020404" pitchFamily="49" charset="0"/>
              </a:defRPr>
            </a:lvl1pPr>
          </a:lstStyle>
          <a:p>
            <a:r>
              <a:rPr lang="en-HK" dirty="0"/>
              <a:t>[('the', 3),('quick', 1), ('brown', 1),</a:t>
            </a:r>
          </a:p>
          <a:p>
            <a:r>
              <a:rPr lang="en-HK" dirty="0"/>
              <a:t>…, ('this', 2),… ,('to', 2),… ,('letter', 2),…, ('fun', 1),('learning!', 1)]</a:t>
            </a:r>
          </a:p>
        </p:txBody>
      </p:sp>
      <p:sp>
        <p:nvSpPr>
          <p:cNvPr id="15" name="TextBox 14">
            <a:extLst>
              <a:ext uri="{FF2B5EF4-FFF2-40B4-BE49-F238E27FC236}">
                <a16:creationId xmlns:a16="http://schemas.microsoft.com/office/drawing/2014/main" id="{C0B8B13E-6A8D-2764-3A5B-775750E78AAF}"/>
              </a:ext>
            </a:extLst>
          </p:cNvPr>
          <p:cNvSpPr txBox="1"/>
          <p:nvPr/>
        </p:nvSpPr>
        <p:spPr>
          <a:xfrm>
            <a:off x="1241652" y="3822451"/>
            <a:ext cx="4572000" cy="261610"/>
          </a:xfrm>
          <a:prstGeom prst="rect">
            <a:avLst/>
          </a:prstGeom>
          <a:noFill/>
        </p:spPr>
        <p:txBody>
          <a:bodyPr wrap="square">
            <a:spAutoFit/>
          </a:bodyPr>
          <a:lstStyle/>
          <a:p>
            <a:r>
              <a:rPr lang="en-US" sz="1100" dirty="0" err="1">
                <a:latin typeface="Courier New" panose="02070309020205020404" pitchFamily="49" charset="0"/>
                <a:cs typeface="Courier New" panose="02070309020205020404" pitchFamily="49" charset="0"/>
              </a:rPr>
              <a:t>textRDD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textRDD.flatMap</a:t>
            </a:r>
            <a:r>
              <a:rPr lang="en-US" sz="1100" dirty="0">
                <a:latin typeface="Courier New" panose="02070309020205020404" pitchFamily="49" charset="0"/>
                <a:cs typeface="Courier New" panose="02070309020205020404" pitchFamily="49" charset="0"/>
              </a:rPr>
              <a:t>(lambda x: </a:t>
            </a:r>
            <a:r>
              <a:rPr lang="en-US" sz="1100" dirty="0" err="1">
                <a:latin typeface="Courier New" panose="02070309020205020404" pitchFamily="49" charset="0"/>
                <a:cs typeface="Courier New" panose="02070309020205020404" pitchFamily="49" charset="0"/>
              </a:rPr>
              <a:t>x.split</a:t>
            </a:r>
            <a:r>
              <a:rPr lang="en-US" sz="1100" dirty="0">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EAE0A808-5D8D-1379-C1EC-B4F64F5A028F}"/>
              </a:ext>
            </a:extLst>
          </p:cNvPr>
          <p:cNvSpPr txBox="1"/>
          <p:nvPr/>
        </p:nvSpPr>
        <p:spPr>
          <a:xfrm>
            <a:off x="1241652" y="4001691"/>
            <a:ext cx="4572000" cy="261610"/>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 </a:t>
            </a: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textRDD.map</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(lambda x: (</a:t>
            </a: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x.lower</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1))</a:t>
            </a:r>
          </a:p>
        </p:txBody>
      </p:sp>
      <p:sp>
        <p:nvSpPr>
          <p:cNvPr id="21" name="TextBox 20">
            <a:extLst>
              <a:ext uri="{FF2B5EF4-FFF2-40B4-BE49-F238E27FC236}">
                <a16:creationId xmlns:a16="http://schemas.microsoft.com/office/drawing/2014/main" id="{65749803-EB1A-FD40-4214-7668345E2ACE}"/>
              </a:ext>
            </a:extLst>
          </p:cNvPr>
          <p:cNvSpPr txBox="1"/>
          <p:nvPr/>
        </p:nvSpPr>
        <p:spPr>
          <a:xfrm>
            <a:off x="1241652" y="4166655"/>
            <a:ext cx="5096086" cy="430887"/>
          </a:xfrm>
          <a:prstGeom prst="rect">
            <a:avLst/>
          </a:prstGeom>
          <a:noFill/>
        </p:spPr>
        <p:txBody>
          <a:bodyPr wrap="square">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 </a:t>
            </a: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textRDD.reduceByKey</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(add)</a:t>
            </a:r>
          </a:p>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 </a:t>
            </a:r>
            <a:r>
              <a:rPr kumimoji="0" lang="en-US" sz="11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textRDD.sortBy</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(lambda x: x[1], ascending=False)</a:t>
            </a:r>
          </a:p>
        </p:txBody>
      </p:sp>
    </p:spTree>
    <p:extLst>
      <p:ext uri="{BB962C8B-B14F-4D97-AF65-F5344CB8AC3E}">
        <p14:creationId xmlns:p14="http://schemas.microsoft.com/office/powerpoint/2010/main" val="321237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animEffect transition="in" filter="dissolve">
                                      <p:cBhvr>
                                        <p:cTn id="37" dur="500"/>
                                        <p:tgtEl>
                                          <p:spTgt spid="2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1">
                                            <p:txEl>
                                              <p:pRg st="1" end="1"/>
                                            </p:txEl>
                                          </p:spTgt>
                                        </p:tgtEl>
                                        <p:attrNameLst>
                                          <p:attrName>style.visibility</p:attrName>
                                        </p:attrNameLst>
                                      </p:cBhvr>
                                      <p:to>
                                        <p:strVal val="visible"/>
                                      </p:to>
                                    </p:set>
                                    <p:animEffect transition="in" filter="dissolve">
                                      <p:cBhvr>
                                        <p:cTn id="47" dur="5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P spid="11" grpId="0" animBg="1"/>
      <p:bldP spid="13" grpId="0" animBg="1"/>
      <p:bldP spid="15"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6E330B-534D-DB4F-C71F-0F5464C1FCBF}"/>
              </a:ext>
            </a:extLst>
          </p:cNvPr>
          <p:cNvSpPr>
            <a:spLocks noGrp="1"/>
          </p:cNvSpPr>
          <p:nvPr>
            <p:ph sz="quarter" idx="14"/>
          </p:nvPr>
        </p:nvSpPr>
        <p:spPr/>
        <p:txBody>
          <a:bodyPr/>
          <a:lstStyle/>
          <a:p>
            <a:r>
              <a:rPr lang="en-HK" sz="1600" dirty="0"/>
              <a:t>Given a small DNA file named </a:t>
            </a:r>
            <a:r>
              <a:rPr lang="en-HK" sz="1600" dirty="0" err="1"/>
              <a:t>dna_small.txt</a:t>
            </a:r>
            <a:r>
              <a:rPr lang="en-HK" sz="1600" dirty="0"/>
              <a:t>, create a module that count continuous patterns of size k in a DNA string. For instance, if k = 5 and the DNA string: </a:t>
            </a:r>
            <a:r>
              <a:rPr lang="en-HK" sz="1600" dirty="0" err="1"/>
              <a:t>dna_str</a:t>
            </a:r>
            <a:r>
              <a:rPr lang="en-HK" sz="1600" dirty="0"/>
              <a:t> = '</a:t>
            </a:r>
            <a:r>
              <a:rPr lang="en-HK" sz="1600" dirty="0" err="1"/>
              <a:t>gcctaagccta</a:t>
            </a:r>
            <a:r>
              <a:rPr lang="en-HK" sz="1600" dirty="0"/>
              <a:t>', the continuous patters are: '</a:t>
            </a:r>
            <a:r>
              <a:rPr lang="en-HK" sz="1600" dirty="0" err="1"/>
              <a:t>gccta</a:t>
            </a:r>
            <a:r>
              <a:rPr lang="en-HK" sz="1600" dirty="0"/>
              <a:t>', '</a:t>
            </a:r>
            <a:r>
              <a:rPr lang="en-HK" sz="1600" dirty="0" err="1"/>
              <a:t>cctaa</a:t>
            </a:r>
            <a:r>
              <a:rPr lang="en-HK" sz="1600" dirty="0"/>
              <a:t>', '</a:t>
            </a:r>
            <a:r>
              <a:rPr lang="en-HK" sz="1600" dirty="0" err="1"/>
              <a:t>ctaag</a:t>
            </a:r>
            <a:r>
              <a:rPr lang="en-HK" sz="1600" dirty="0"/>
              <a:t>', '</a:t>
            </a:r>
            <a:r>
              <a:rPr lang="en-HK" sz="1600" dirty="0" err="1"/>
              <a:t>taagc</a:t>
            </a:r>
            <a:r>
              <a:rPr lang="en-HK" sz="1600" dirty="0"/>
              <a:t>', '</a:t>
            </a:r>
            <a:r>
              <a:rPr lang="en-HK" sz="1600" dirty="0" err="1"/>
              <a:t>aagcc</a:t>
            </a:r>
            <a:r>
              <a:rPr lang="en-HK" sz="1600" dirty="0"/>
              <a:t>', '</a:t>
            </a:r>
            <a:r>
              <a:rPr lang="en-HK" sz="1600" dirty="0" err="1"/>
              <a:t>agcct</a:t>
            </a:r>
            <a:r>
              <a:rPr lang="en-HK" sz="1600" dirty="0"/>
              <a:t>', '</a:t>
            </a:r>
            <a:r>
              <a:rPr lang="en-HK" sz="1600" dirty="0" err="1"/>
              <a:t>gccta</a:t>
            </a:r>
            <a:r>
              <a:rPr lang="en-HK" sz="1600" dirty="0"/>
              <a:t>'</a:t>
            </a:r>
            <a:endParaRPr lang="en-US" sz="1600" dirty="0"/>
          </a:p>
        </p:txBody>
      </p:sp>
      <p:sp>
        <p:nvSpPr>
          <p:cNvPr id="3" name="Title 2">
            <a:extLst>
              <a:ext uri="{FF2B5EF4-FFF2-40B4-BE49-F238E27FC236}">
                <a16:creationId xmlns:a16="http://schemas.microsoft.com/office/drawing/2014/main" id="{D64D7A30-BC4A-5056-4E31-E6E7E1583953}"/>
              </a:ext>
            </a:extLst>
          </p:cNvPr>
          <p:cNvSpPr>
            <a:spLocks noGrp="1"/>
          </p:cNvSpPr>
          <p:nvPr>
            <p:ph type="title"/>
          </p:nvPr>
        </p:nvSpPr>
        <p:spPr/>
        <p:txBody>
          <a:bodyPr/>
          <a:lstStyle/>
          <a:p>
            <a:r>
              <a:rPr lang="en-US" dirty="0"/>
              <a:t>Tutorial 3 – TODO #3</a:t>
            </a:r>
          </a:p>
        </p:txBody>
      </p:sp>
      <p:graphicFrame>
        <p:nvGraphicFramePr>
          <p:cNvPr id="4" name="Table 3">
            <a:extLst>
              <a:ext uri="{FF2B5EF4-FFF2-40B4-BE49-F238E27FC236}">
                <a16:creationId xmlns:a16="http://schemas.microsoft.com/office/drawing/2014/main" id="{FFF6B6A9-D70A-AA81-5F31-B6BDA9F0E16E}"/>
              </a:ext>
            </a:extLst>
          </p:cNvPr>
          <p:cNvGraphicFramePr>
            <a:graphicFrameLocks noGrp="1"/>
          </p:cNvGraphicFramePr>
          <p:nvPr>
            <p:extLst>
              <p:ext uri="{D42A27DB-BD31-4B8C-83A1-F6EECF244321}">
                <p14:modId xmlns:p14="http://schemas.microsoft.com/office/powerpoint/2010/main" val="3020738238"/>
              </p:ext>
            </p:extLst>
          </p:nvPr>
        </p:nvGraphicFramePr>
        <p:xfrm>
          <a:off x="840799" y="2885685"/>
          <a:ext cx="7493904" cy="2121653"/>
        </p:xfrm>
        <a:graphic>
          <a:graphicData uri="http://schemas.openxmlformats.org/drawingml/2006/table">
            <a:tbl>
              <a:tblPr>
                <a:tableStyleId>{5C22544A-7EE6-4342-B048-85BDC9FD1C3A}</a:tableStyleId>
              </a:tblPr>
              <a:tblGrid>
                <a:gridCol w="668925">
                  <a:extLst>
                    <a:ext uri="{9D8B030D-6E8A-4147-A177-3AD203B41FA5}">
                      <a16:colId xmlns:a16="http://schemas.microsoft.com/office/drawing/2014/main" val="1258354373"/>
                    </a:ext>
                  </a:extLst>
                </a:gridCol>
                <a:gridCol w="6824979">
                  <a:extLst>
                    <a:ext uri="{9D8B030D-6E8A-4147-A177-3AD203B41FA5}">
                      <a16:colId xmlns:a16="http://schemas.microsoft.com/office/drawing/2014/main" val="1639966391"/>
                    </a:ext>
                  </a:extLst>
                </a:gridCol>
              </a:tblGrid>
              <a:tr h="2121653">
                <a:tc>
                  <a:txBody>
                    <a:bodyPr/>
                    <a:lstStyle/>
                    <a:p>
                      <a:r>
                        <a:rPr lang="en-US" sz="1100" b="0" dirty="0"/>
                        <a:t>1</a:t>
                      </a:r>
                    </a:p>
                    <a:p>
                      <a:r>
                        <a:rPr lang="en-US" sz="1100" b="0" dirty="0"/>
                        <a:t>2</a:t>
                      </a:r>
                    </a:p>
                    <a:p>
                      <a:r>
                        <a:rPr lang="en-US" sz="1100" b="0" dirty="0"/>
                        <a:t>3</a:t>
                      </a:r>
                    </a:p>
                    <a:p>
                      <a:r>
                        <a:rPr lang="en-US" sz="1100" b="0" dirty="0"/>
                        <a:t>4</a:t>
                      </a:r>
                    </a:p>
                    <a:p>
                      <a:r>
                        <a:rPr lang="en-US" sz="1100" b="0" dirty="0"/>
                        <a:t>5</a:t>
                      </a:r>
                    </a:p>
                    <a:p>
                      <a:r>
                        <a:rPr lang="en-US" sz="1100" b="0" dirty="0"/>
                        <a:t>6</a:t>
                      </a:r>
                    </a:p>
                    <a:p>
                      <a:r>
                        <a:rPr lang="en-US" sz="1100" b="0" dirty="0"/>
                        <a:t>7</a:t>
                      </a:r>
                    </a:p>
                    <a:p>
                      <a:r>
                        <a:rPr lang="en-US" sz="1100" b="0" dirty="0"/>
                        <a:t>8</a:t>
                      </a:r>
                    </a:p>
                    <a:p>
                      <a:r>
                        <a:rPr lang="en-US" sz="1100" b="0" dirty="0"/>
                        <a:t>9</a:t>
                      </a:r>
                    </a:p>
                    <a:p>
                      <a:r>
                        <a:rPr lang="en-US" sz="1100" b="0" dirty="0"/>
                        <a:t>10</a:t>
                      </a:r>
                    </a:p>
                    <a:p>
                      <a:r>
                        <a:rPr lang="en-US" sz="1100" b="0" dirty="0"/>
                        <a:t>11</a:t>
                      </a:r>
                    </a:p>
                    <a:p>
                      <a:r>
                        <a:rPr lang="en-US" sz="1100" b="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latin typeface="Courier New" panose="02070309020205020404" pitchFamily="49" charset="0"/>
                          <a:cs typeface="Courier New" panose="02070309020205020404" pitchFamily="49" charset="0"/>
                        </a:rPr>
                        <a:t>…</a:t>
                      </a:r>
                    </a:p>
                    <a:p>
                      <a:r>
                        <a:rPr lang="en-US" sz="1100" b="0" dirty="0">
                          <a:latin typeface="Courier New" panose="02070309020205020404" pitchFamily="49" charset="0"/>
                          <a:cs typeface="Courier New" panose="02070309020205020404" pitchFamily="49" charset="0"/>
                        </a:rPr>
                        <a:t>spark = </a:t>
                      </a:r>
                      <a:r>
                        <a:rPr lang="en-US" sz="1100" b="0" dirty="0" err="1">
                          <a:latin typeface="Courier New" panose="02070309020205020404" pitchFamily="49" charset="0"/>
                          <a:cs typeface="Courier New" panose="02070309020205020404" pitchFamily="49" charset="0"/>
                        </a:rPr>
                        <a:t>ss.sparkContext</a:t>
                      </a:r>
                      <a:endParaRPr lang="en-US" sz="1100" b="0" dirty="0">
                        <a:latin typeface="Courier New" panose="02070309020205020404" pitchFamily="49" charset="0"/>
                        <a:cs typeface="Courier New" panose="02070309020205020404" pitchFamily="49" charset="0"/>
                      </a:endParaRPr>
                    </a:p>
                    <a:p>
                      <a:endParaRPr lang="en-US" sz="1100" b="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textRDD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dna_small.txt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def </a:t>
                      </a:r>
                      <a:r>
                        <a:rPr lang="en-US" sz="1100" dirty="0" err="1">
                          <a:latin typeface="Courier New" panose="02070309020205020404" pitchFamily="49" charset="0"/>
                          <a:cs typeface="Courier New" panose="02070309020205020404" pitchFamily="49" charset="0"/>
                        </a:rPr>
                        <a:t>generatePattern</a:t>
                      </a:r>
                      <a:r>
                        <a:rPr lang="en-US" sz="1100" dirty="0">
                          <a:latin typeface="Courier New" panose="02070309020205020404" pitchFamily="49" charset="0"/>
                          <a:cs typeface="Courier New" panose="02070309020205020404" pitchFamily="49" charset="0"/>
                        </a:rPr>
                        <a:t>(line, length):</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sequence = [(line[</a:t>
                      </a:r>
                      <a:r>
                        <a:rPr lang="en-US" sz="1100" dirty="0" err="1">
                          <a:latin typeface="Courier New" panose="02070309020205020404" pitchFamily="49" charset="0"/>
                          <a:cs typeface="Courier New" panose="02070309020205020404" pitchFamily="49" charset="0"/>
                        </a:rPr>
                        <a:t>i:i+length</a:t>
                      </a:r>
                      <a:r>
                        <a:rPr lang="en-US" sz="1100" dirty="0">
                          <a:latin typeface="Courier New" panose="02070309020205020404" pitchFamily="49" charset="0"/>
                          <a:cs typeface="Courier New" panose="02070309020205020404" pitchFamily="49" charset="0"/>
                        </a:rPr>
                        <a:t>], 1) for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in range(</a:t>
                      </a:r>
                      <a:r>
                        <a:rPr lang="en-US" sz="1100" dirty="0" err="1">
                          <a:latin typeface="Courier New" panose="02070309020205020404" pitchFamily="49" charset="0"/>
                          <a:cs typeface="Courier New" panose="02070309020205020404" pitchFamily="49" charset="0"/>
                        </a:rPr>
                        <a:t>len</a:t>
                      </a:r>
                      <a:r>
                        <a:rPr lang="en-US" sz="1100" dirty="0">
                          <a:latin typeface="Courier New" panose="02070309020205020404" pitchFamily="49" charset="0"/>
                          <a:cs typeface="Courier New" panose="02070309020205020404" pitchFamily="49" charset="0"/>
                        </a:rPr>
                        <a:t>(line) - length + 1)]</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return sequence</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seqRDD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dnaRDD.flatMap</a:t>
                      </a:r>
                      <a:r>
                        <a:rPr lang="en-US" sz="1100" dirty="0">
                          <a:latin typeface="Courier New" panose="02070309020205020404" pitchFamily="49" charset="0"/>
                          <a:cs typeface="Courier New" panose="02070309020205020404" pitchFamily="49" charset="0"/>
                        </a:rPr>
                        <a:t>(lambda line: </a:t>
                      </a:r>
                      <a:r>
                        <a:rPr lang="en-US" sz="1100" dirty="0" err="1">
                          <a:latin typeface="Courier New" panose="02070309020205020404" pitchFamily="49" charset="0"/>
                          <a:cs typeface="Courier New" panose="02070309020205020404" pitchFamily="49" charset="0"/>
                        </a:rPr>
                        <a:t>generatePattern</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line,k</a:t>
                      </a:r>
                      <a:r>
                        <a:rPr lang="en-US" sz="1100" dirty="0">
                          <a:latin typeface="Courier New" panose="02070309020205020404" pitchFamily="49" charset="0"/>
                          <a:cs typeface="Courier New" panose="02070309020205020404" pitchFamily="49" charset="0"/>
                        </a:rPr>
                        <a:t>)) \</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reduceByKey</a:t>
                      </a:r>
                      <a:r>
                        <a:rPr lang="en-US" sz="1100" dirty="0">
                          <a:latin typeface="Courier New" panose="02070309020205020404" pitchFamily="49" charset="0"/>
                          <a:cs typeface="Courier New" panose="02070309020205020404" pitchFamily="49" charset="0"/>
                        </a:rPr>
                        <a:t>(add).</a:t>
                      </a:r>
                      <a:r>
                        <a:rPr lang="en-US" sz="1100" dirty="0" err="1">
                          <a:latin typeface="Courier New" panose="02070309020205020404" pitchFamily="49" charset="0"/>
                          <a:cs typeface="Courier New" panose="02070309020205020404" pitchFamily="49" charset="0"/>
                        </a:rPr>
                        <a:t>sortBy</a:t>
                      </a:r>
                      <a:r>
                        <a:rPr lang="en-US" sz="1100" dirty="0">
                          <a:latin typeface="Courier New" panose="02070309020205020404" pitchFamily="49" charset="0"/>
                          <a:cs typeface="Courier New" panose="02070309020205020404" pitchFamily="49" charset="0"/>
                        </a:rPr>
                        <a:t>(lambda x: x[1], ascending=False)</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
        <p:nvSpPr>
          <p:cNvPr id="6" name="TextBox 5">
            <a:extLst>
              <a:ext uri="{FF2B5EF4-FFF2-40B4-BE49-F238E27FC236}">
                <a16:creationId xmlns:a16="http://schemas.microsoft.com/office/drawing/2014/main" id="{43EDFB2A-961D-30F0-9D01-A50C8182BE2A}"/>
              </a:ext>
            </a:extLst>
          </p:cNvPr>
          <p:cNvSpPr txBox="1"/>
          <p:nvPr/>
        </p:nvSpPr>
        <p:spPr>
          <a:xfrm>
            <a:off x="1435062" y="5052804"/>
            <a:ext cx="4572000" cy="553998"/>
          </a:xfrm>
          <a:prstGeom prst="rect">
            <a:avLst/>
          </a:prstGeom>
          <a:noFill/>
          <a:ln>
            <a:solidFill>
              <a:schemeClr val="tx1"/>
            </a:solidFill>
            <a:prstDash val="sysDash"/>
          </a:ln>
        </p:spPr>
        <p:txBody>
          <a:bodyPr wrap="square">
            <a:spAutoFit/>
          </a:bodyPr>
          <a:lstStyle>
            <a:defPPr>
              <a:defRPr lang="en-US"/>
            </a:defPPr>
            <a:lvl1pPr>
              <a:buNone/>
              <a:defRPr sz="1000" b="0" i="0">
                <a:solidFill>
                  <a:srgbClr val="1F1F1F"/>
                </a:solidFill>
                <a:effectLst/>
                <a:latin typeface="Courier New" panose="02070309020205020404" pitchFamily="49" charset="0"/>
              </a:defRPr>
            </a:lvl1pPr>
          </a:lstStyle>
          <a:p>
            <a:r>
              <a:rPr lang="en-HK" dirty="0"/>
              <a:t>['gcctaagcctaagcctaagcctaagcctaagcctaagcctaagcctaagcctaagcctaagcctaagcctaagcctaagc','ctaagcctaagcctaagcctaagcctaagcctaagcctaagcctaagcctaagcctaagcctaagcctaagcctaagcct’,… ]</a:t>
            </a:r>
          </a:p>
        </p:txBody>
      </p:sp>
      <p:sp>
        <p:nvSpPr>
          <p:cNvPr id="7" name="Rounded Rectangle 6">
            <a:extLst>
              <a:ext uri="{FF2B5EF4-FFF2-40B4-BE49-F238E27FC236}">
                <a16:creationId xmlns:a16="http://schemas.microsoft.com/office/drawing/2014/main" id="{73EFD02D-2721-58F0-156D-7101CD6A1D2A}"/>
              </a:ext>
            </a:extLst>
          </p:cNvPr>
          <p:cNvSpPr/>
          <p:nvPr/>
        </p:nvSpPr>
        <p:spPr>
          <a:xfrm>
            <a:off x="2806262" y="3872936"/>
            <a:ext cx="1439917" cy="273269"/>
          </a:xfrm>
          <a:prstGeom prst="roundRect">
            <a:avLst/>
          </a:prstGeom>
          <a:noFill/>
          <a:ln w="28575">
            <a:solidFill>
              <a:srgbClr val="C40C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A847761-0016-5B1A-B407-D09FA560E971}"/>
              </a:ext>
            </a:extLst>
          </p:cNvPr>
          <p:cNvSpPr txBox="1"/>
          <p:nvPr/>
        </p:nvSpPr>
        <p:spPr>
          <a:xfrm>
            <a:off x="2722175" y="2563220"/>
            <a:ext cx="5856090" cy="276999"/>
          </a:xfrm>
          <a:prstGeom prst="rect">
            <a:avLst/>
          </a:prstGeom>
          <a:noFill/>
        </p:spPr>
        <p:txBody>
          <a:bodyPr wrap="none" rtlCol="0">
            <a:spAutoFit/>
          </a:bodyPr>
          <a:lstStyle/>
          <a:p>
            <a:r>
              <a:rPr lang="en-US" sz="1200" b="1" dirty="0">
                <a:solidFill>
                  <a:srgbClr val="C40C67"/>
                </a:solidFill>
                <a:latin typeface="Courier New" panose="02070309020205020404" pitchFamily="49" charset="0"/>
                <a:cs typeface="Courier New" panose="02070309020205020404" pitchFamily="49" charset="0"/>
              </a:rPr>
              <a:t>line[0:5], line[1:6], … line[</a:t>
            </a:r>
            <a:r>
              <a:rPr lang="en-US" sz="1200" b="1" dirty="0" err="1">
                <a:solidFill>
                  <a:srgbClr val="C40C67"/>
                </a:solidFill>
                <a:latin typeface="Courier New" panose="02070309020205020404" pitchFamily="49" charset="0"/>
                <a:cs typeface="Courier New" panose="02070309020205020404" pitchFamily="49" charset="0"/>
              </a:rPr>
              <a:t>len</a:t>
            </a:r>
            <a:r>
              <a:rPr lang="en-US" sz="1200" b="1" dirty="0">
                <a:solidFill>
                  <a:srgbClr val="C40C67"/>
                </a:solidFill>
                <a:latin typeface="Courier New" panose="02070309020205020404" pitchFamily="49" charset="0"/>
                <a:cs typeface="Courier New" panose="02070309020205020404" pitchFamily="49" charset="0"/>
              </a:rPr>
              <a:t>(line)-length+1, </a:t>
            </a:r>
            <a:r>
              <a:rPr lang="en-US" sz="1200" b="1" dirty="0" err="1">
                <a:solidFill>
                  <a:srgbClr val="C40C67"/>
                </a:solidFill>
                <a:latin typeface="Courier New" panose="02070309020205020404" pitchFamily="49" charset="0"/>
                <a:cs typeface="Courier New" panose="02070309020205020404" pitchFamily="49" charset="0"/>
              </a:rPr>
              <a:t>len</a:t>
            </a:r>
            <a:r>
              <a:rPr lang="en-US" sz="1200" b="1" dirty="0">
                <a:solidFill>
                  <a:srgbClr val="C40C67"/>
                </a:solidFill>
                <a:latin typeface="Courier New" panose="02070309020205020404" pitchFamily="49" charset="0"/>
                <a:cs typeface="Courier New" panose="02070309020205020404" pitchFamily="49" charset="0"/>
              </a:rPr>
              <a:t>(line)+1]</a:t>
            </a:r>
          </a:p>
        </p:txBody>
      </p:sp>
      <p:cxnSp>
        <p:nvCxnSpPr>
          <p:cNvPr id="10" name="Straight Arrow Connector 9">
            <a:extLst>
              <a:ext uri="{FF2B5EF4-FFF2-40B4-BE49-F238E27FC236}">
                <a16:creationId xmlns:a16="http://schemas.microsoft.com/office/drawing/2014/main" id="{D3DEB087-E6A6-ED68-0C90-B7FB61596338}"/>
              </a:ext>
            </a:extLst>
          </p:cNvPr>
          <p:cNvCxnSpPr>
            <a:cxnSpLocks/>
            <a:stCxn id="7" idx="0"/>
          </p:cNvCxnSpPr>
          <p:nvPr/>
        </p:nvCxnSpPr>
        <p:spPr>
          <a:xfrm flipV="1">
            <a:off x="3526221" y="2770276"/>
            <a:ext cx="719958" cy="1102660"/>
          </a:xfrm>
          <a:prstGeom prst="straightConnector1">
            <a:avLst/>
          </a:prstGeom>
          <a:ln w="28575">
            <a:solidFill>
              <a:srgbClr val="C40C67"/>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94BC353-4408-DADD-E6E9-21FF9C35B6F4}"/>
              </a:ext>
            </a:extLst>
          </p:cNvPr>
          <p:cNvSpPr txBox="1"/>
          <p:nvPr/>
        </p:nvSpPr>
        <p:spPr>
          <a:xfrm>
            <a:off x="1435062" y="5715328"/>
            <a:ext cx="5039311" cy="861774"/>
          </a:xfrm>
          <a:prstGeom prst="rect">
            <a:avLst/>
          </a:prstGeom>
          <a:noFill/>
          <a:ln>
            <a:solidFill>
              <a:schemeClr val="tx1"/>
            </a:solidFill>
            <a:prstDash val="sysDash"/>
          </a:ln>
        </p:spPr>
        <p:txBody>
          <a:bodyPr wrap="square">
            <a:spAutoFit/>
          </a:bodyPr>
          <a:lstStyle>
            <a:defPPr>
              <a:defRPr lang="en-US"/>
            </a:defPPr>
            <a:lvl1pPr>
              <a:buNone/>
              <a:defRPr sz="1000" b="0" i="0">
                <a:solidFill>
                  <a:srgbClr val="1F1F1F"/>
                </a:solidFill>
                <a:effectLst/>
                <a:latin typeface="Courier New" panose="02070309020205020404" pitchFamily="49" charset="0"/>
              </a:defRPr>
            </a:lvl1pPr>
          </a:lstStyle>
          <a:p>
            <a:r>
              <a:rPr lang="en-HK" dirty="0"/>
              <a:t>[('</a:t>
            </a:r>
            <a:r>
              <a:rPr lang="en-HK" dirty="0" err="1"/>
              <a:t>ctaag</a:t>
            </a:r>
            <a:r>
              <a:rPr lang="en-HK" dirty="0"/>
              <a:t>', 103),('</a:t>
            </a:r>
            <a:r>
              <a:rPr lang="en-HK" dirty="0" err="1"/>
              <a:t>gccta</a:t>
            </a:r>
            <a:r>
              <a:rPr lang="en-HK" dirty="0"/>
              <a:t>', 96), ('</a:t>
            </a:r>
            <a:r>
              <a:rPr lang="en-HK" dirty="0" err="1"/>
              <a:t>aagcc</a:t>
            </a:r>
            <a:r>
              <a:rPr lang="en-HK" dirty="0"/>
              <a:t>', 94), ('</a:t>
            </a:r>
            <a:r>
              <a:rPr lang="en-HK" dirty="0" err="1"/>
              <a:t>cctaa</a:t>
            </a:r>
            <a:r>
              <a:rPr lang="en-HK" dirty="0"/>
              <a:t>', 93),</a:t>
            </a:r>
          </a:p>
          <a:p>
            <a:r>
              <a:rPr lang="en-HK" dirty="0"/>
              <a:t> ('</a:t>
            </a:r>
            <a:r>
              <a:rPr lang="en-HK" dirty="0" err="1"/>
              <a:t>agcct</a:t>
            </a:r>
            <a:r>
              <a:rPr lang="en-HK" dirty="0"/>
              <a:t>', 92), ('</a:t>
            </a:r>
            <a:r>
              <a:rPr lang="en-HK" dirty="0" err="1"/>
              <a:t>taagc</a:t>
            </a:r>
            <a:r>
              <a:rPr lang="en-HK" dirty="0"/>
              <a:t>', 91), ('</a:t>
            </a:r>
            <a:r>
              <a:rPr lang="en-HK" dirty="0" err="1"/>
              <a:t>ttttt</a:t>
            </a:r>
            <a:r>
              <a:rPr lang="en-HK" dirty="0"/>
              <a:t>', 30), ('</a:t>
            </a:r>
            <a:r>
              <a:rPr lang="en-HK" dirty="0" err="1"/>
              <a:t>aaaaa</a:t>
            </a:r>
            <a:r>
              <a:rPr lang="en-HK" dirty="0"/>
              <a:t>', 20),</a:t>
            </a:r>
          </a:p>
          <a:p>
            <a:r>
              <a:rPr lang="en-HK" dirty="0"/>
              <a:t> ('</a:t>
            </a:r>
            <a:r>
              <a:rPr lang="en-HK" dirty="0" err="1"/>
              <a:t>aaaat</a:t>
            </a:r>
            <a:r>
              <a:rPr lang="en-HK" dirty="0"/>
              <a:t>', 20), ('</a:t>
            </a:r>
            <a:r>
              <a:rPr lang="en-HK" dirty="0" err="1"/>
              <a:t>atttt</a:t>
            </a:r>
            <a:r>
              <a:rPr lang="en-HK" dirty="0"/>
              <a:t>', 18), ('</a:t>
            </a:r>
            <a:r>
              <a:rPr lang="en-HK" dirty="0" err="1"/>
              <a:t>aaatt</a:t>
            </a:r>
            <a:r>
              <a:rPr lang="en-HK" dirty="0"/>
              <a:t>', 16), ('</a:t>
            </a:r>
            <a:r>
              <a:rPr lang="en-HK" dirty="0" err="1"/>
              <a:t>actaa</a:t>
            </a:r>
            <a:r>
              <a:rPr lang="en-HK" dirty="0"/>
              <a:t>', 15),</a:t>
            </a:r>
          </a:p>
          <a:p>
            <a:r>
              <a:rPr lang="en-HK" dirty="0"/>
              <a:t> ('</a:t>
            </a:r>
            <a:r>
              <a:rPr lang="en-HK" dirty="0" err="1"/>
              <a:t>ttttc</a:t>
            </a:r>
            <a:r>
              <a:rPr lang="en-HK" dirty="0"/>
              <a:t>', 13), ('</a:t>
            </a:r>
            <a:r>
              <a:rPr lang="en-HK" dirty="0" err="1"/>
              <a:t>aattt</a:t>
            </a:r>
            <a:r>
              <a:rPr lang="en-HK" dirty="0"/>
              <a:t>', 13), ('</a:t>
            </a:r>
            <a:r>
              <a:rPr lang="en-HK" dirty="0" err="1"/>
              <a:t>taaga</a:t>
            </a:r>
            <a:r>
              <a:rPr lang="en-HK" dirty="0"/>
              <a:t>', 12), ('</a:t>
            </a:r>
            <a:r>
              <a:rPr lang="en-HK" dirty="0" err="1"/>
              <a:t>tttta</a:t>
            </a:r>
            <a:r>
              <a:rPr lang="en-HK" dirty="0"/>
              <a:t>', 12),</a:t>
            </a:r>
          </a:p>
          <a:p>
            <a:r>
              <a:rPr lang="en-HK" dirty="0"/>
              <a:t> ('</a:t>
            </a:r>
            <a:r>
              <a:rPr lang="en-HK" dirty="0" err="1"/>
              <a:t>gtttt</a:t>
            </a:r>
            <a:r>
              <a:rPr lang="en-HK" dirty="0"/>
              <a:t>', 11), ('</a:t>
            </a:r>
            <a:r>
              <a:rPr lang="en-HK" dirty="0" err="1"/>
              <a:t>gaaaa</a:t>
            </a:r>
            <a:r>
              <a:rPr lang="en-HK" dirty="0"/>
              <a:t>', 10), ('</a:t>
            </a:r>
            <a:r>
              <a:rPr lang="en-HK" dirty="0" err="1"/>
              <a:t>caaaa</a:t>
            </a:r>
            <a:r>
              <a:rPr lang="en-HK" dirty="0"/>
              <a:t>', 10), ('</a:t>
            </a:r>
            <a:r>
              <a:rPr lang="en-HK" dirty="0" err="1"/>
              <a:t>aagac</a:t>
            </a:r>
            <a:r>
              <a:rPr lang="en-HK" dirty="0"/>
              <a:t>', 9), … ]</a:t>
            </a:r>
          </a:p>
        </p:txBody>
      </p:sp>
    </p:spTree>
    <p:extLst>
      <p:ext uri="{BB962C8B-B14F-4D97-AF65-F5344CB8AC3E}">
        <p14:creationId xmlns:p14="http://schemas.microsoft.com/office/powerpoint/2010/main" val="132177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par>
                                <p:cTn id="13" presetID="9"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E2C5A-6829-CE86-C052-6107DEC29A4F}"/>
              </a:ext>
            </a:extLst>
          </p:cNvPr>
          <p:cNvSpPr>
            <a:spLocks noGrp="1"/>
          </p:cNvSpPr>
          <p:nvPr>
            <p:ph sz="quarter" idx="14"/>
          </p:nvPr>
        </p:nvSpPr>
        <p:spPr/>
        <p:txBody>
          <a:bodyPr/>
          <a:lstStyle/>
          <a:p>
            <a:r>
              <a:rPr lang="en-HK" sz="1600" dirty="0"/>
              <a:t>Improve the solution from TODO 3 to filter for palindrome patterns that occur more than once. Palindrome patterns are sequences that read the same forwards and backwards.</a:t>
            </a:r>
          </a:p>
          <a:p>
            <a:endParaRPr lang="en-US" dirty="0"/>
          </a:p>
        </p:txBody>
      </p:sp>
      <p:sp>
        <p:nvSpPr>
          <p:cNvPr id="3" name="Title 2">
            <a:extLst>
              <a:ext uri="{FF2B5EF4-FFF2-40B4-BE49-F238E27FC236}">
                <a16:creationId xmlns:a16="http://schemas.microsoft.com/office/drawing/2014/main" id="{30ED9E10-ADC5-6041-7E69-9DFE141F6F96}"/>
              </a:ext>
            </a:extLst>
          </p:cNvPr>
          <p:cNvSpPr>
            <a:spLocks noGrp="1"/>
          </p:cNvSpPr>
          <p:nvPr>
            <p:ph type="title"/>
          </p:nvPr>
        </p:nvSpPr>
        <p:spPr/>
        <p:txBody>
          <a:bodyPr/>
          <a:lstStyle/>
          <a:p>
            <a:r>
              <a:rPr lang="en-US" dirty="0"/>
              <a:t>Tutorial 3 – TODO #4</a:t>
            </a:r>
          </a:p>
        </p:txBody>
      </p:sp>
      <p:graphicFrame>
        <p:nvGraphicFramePr>
          <p:cNvPr id="6" name="Table 5">
            <a:extLst>
              <a:ext uri="{FF2B5EF4-FFF2-40B4-BE49-F238E27FC236}">
                <a16:creationId xmlns:a16="http://schemas.microsoft.com/office/drawing/2014/main" id="{E52C429E-40B1-DBE1-D039-0918BF6FBCB6}"/>
              </a:ext>
            </a:extLst>
          </p:cNvPr>
          <p:cNvGraphicFramePr>
            <a:graphicFrameLocks noGrp="1"/>
          </p:cNvGraphicFramePr>
          <p:nvPr>
            <p:extLst>
              <p:ext uri="{D42A27DB-BD31-4B8C-83A1-F6EECF244321}">
                <p14:modId xmlns:p14="http://schemas.microsoft.com/office/powerpoint/2010/main" val="410300457"/>
              </p:ext>
            </p:extLst>
          </p:nvPr>
        </p:nvGraphicFramePr>
        <p:xfrm>
          <a:off x="183913" y="2549354"/>
          <a:ext cx="4451149" cy="2171700"/>
        </p:xfrm>
        <a:graphic>
          <a:graphicData uri="http://schemas.openxmlformats.org/drawingml/2006/table">
            <a:tbl>
              <a:tblPr>
                <a:tableStyleId>{5C22544A-7EE6-4342-B048-85BDC9FD1C3A}</a:tableStyleId>
              </a:tblPr>
              <a:tblGrid>
                <a:gridCol w="397321">
                  <a:extLst>
                    <a:ext uri="{9D8B030D-6E8A-4147-A177-3AD203B41FA5}">
                      <a16:colId xmlns:a16="http://schemas.microsoft.com/office/drawing/2014/main" val="1258354373"/>
                    </a:ext>
                  </a:extLst>
                </a:gridCol>
                <a:gridCol w="4053828">
                  <a:extLst>
                    <a:ext uri="{9D8B030D-6E8A-4147-A177-3AD203B41FA5}">
                      <a16:colId xmlns:a16="http://schemas.microsoft.com/office/drawing/2014/main" val="1639966391"/>
                    </a:ext>
                  </a:extLst>
                </a:gridCol>
              </a:tblGrid>
              <a:tr h="2121653">
                <a:tc>
                  <a:txBody>
                    <a:bodyPr/>
                    <a:lstStyle/>
                    <a:p>
                      <a:r>
                        <a:rPr lang="en-US" sz="1050" b="0" dirty="0"/>
                        <a:t>1</a:t>
                      </a:r>
                    </a:p>
                    <a:p>
                      <a:r>
                        <a:rPr lang="en-US" sz="1050" b="0" dirty="0"/>
                        <a:t>2</a:t>
                      </a:r>
                    </a:p>
                    <a:p>
                      <a:r>
                        <a:rPr lang="en-US" sz="1050" b="0" dirty="0"/>
                        <a:t>3</a:t>
                      </a:r>
                    </a:p>
                    <a:p>
                      <a:r>
                        <a:rPr lang="en-US" sz="1050" b="0" dirty="0"/>
                        <a:t>4</a:t>
                      </a:r>
                    </a:p>
                    <a:p>
                      <a:r>
                        <a:rPr lang="en-US" sz="1050" b="0" dirty="0"/>
                        <a:t>5</a:t>
                      </a:r>
                    </a:p>
                    <a:p>
                      <a:r>
                        <a:rPr lang="en-US" sz="1050" b="0" dirty="0"/>
                        <a:t>6</a:t>
                      </a:r>
                    </a:p>
                    <a:p>
                      <a:r>
                        <a:rPr lang="en-US" sz="1050" b="0" dirty="0"/>
                        <a:t>7</a:t>
                      </a:r>
                    </a:p>
                    <a:p>
                      <a:r>
                        <a:rPr lang="en-US" sz="1050" b="0" dirty="0"/>
                        <a:t>8</a:t>
                      </a:r>
                    </a:p>
                    <a:p>
                      <a:r>
                        <a:rPr lang="en-US" sz="1050" b="0" dirty="0"/>
                        <a:t>9</a:t>
                      </a:r>
                    </a:p>
                    <a:p>
                      <a:r>
                        <a:rPr lang="en-US" sz="1050" b="0" dirty="0"/>
                        <a:t>10</a:t>
                      </a:r>
                    </a:p>
                    <a:p>
                      <a:r>
                        <a:rPr lang="en-US" sz="1050" b="0" dirty="0"/>
                        <a:t>11</a:t>
                      </a:r>
                    </a:p>
                    <a:p>
                      <a:r>
                        <a:rPr lang="en-US" sz="1050" b="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0" dirty="0">
                          <a:latin typeface="Courier New" panose="02070309020205020404" pitchFamily="49" charset="0"/>
                          <a:cs typeface="Courier New" panose="02070309020205020404" pitchFamily="49" charset="0"/>
                        </a:rPr>
                        <a:t>…</a:t>
                      </a:r>
                    </a:p>
                    <a:p>
                      <a:r>
                        <a:rPr lang="en-US" sz="1050" b="0" dirty="0">
                          <a:latin typeface="Courier New" panose="02070309020205020404" pitchFamily="49" charset="0"/>
                          <a:cs typeface="Courier New" panose="02070309020205020404" pitchFamily="49" charset="0"/>
                        </a:rPr>
                        <a:t>spark = </a:t>
                      </a:r>
                      <a:r>
                        <a:rPr lang="en-US" sz="1050" b="0" dirty="0" err="1">
                          <a:latin typeface="Courier New" panose="02070309020205020404" pitchFamily="49" charset="0"/>
                          <a:cs typeface="Courier New" panose="02070309020205020404" pitchFamily="49" charset="0"/>
                        </a:rPr>
                        <a:t>ss.sparkContext</a:t>
                      </a:r>
                      <a:endParaRPr lang="en-US" sz="1050" b="0" dirty="0">
                        <a:latin typeface="Courier New" panose="02070309020205020404" pitchFamily="49" charset="0"/>
                        <a:cs typeface="Courier New" panose="02070309020205020404" pitchFamily="49" charset="0"/>
                      </a:endParaRPr>
                    </a:p>
                    <a:p>
                      <a:endParaRPr lang="en-US" sz="1050" b="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050" dirty="0" err="1">
                          <a:latin typeface="Courier New" panose="02070309020205020404" pitchFamily="49" charset="0"/>
                          <a:cs typeface="Courier New" panose="02070309020205020404" pitchFamily="49" charset="0"/>
                        </a:rPr>
                        <a:t>textRDD</a:t>
                      </a:r>
                      <a:r>
                        <a:rPr lang="en-US" sz="1050" dirty="0">
                          <a:latin typeface="Courier New" panose="02070309020205020404" pitchFamily="49" charset="0"/>
                          <a:cs typeface="Courier New" panose="02070309020205020404" pitchFamily="49" charset="0"/>
                        </a:rPr>
                        <a:t> = </a:t>
                      </a:r>
                      <a:r>
                        <a:rPr lang="en-US" sz="1050" dirty="0" err="1">
                          <a:latin typeface="Courier New" panose="02070309020205020404" pitchFamily="49" charset="0"/>
                          <a:cs typeface="Courier New" panose="02070309020205020404" pitchFamily="49" charset="0"/>
                        </a:rPr>
                        <a:t>spark.textFile</a:t>
                      </a:r>
                      <a:r>
                        <a:rPr lang="en-US" sz="1050" dirty="0">
                          <a:latin typeface="Courier New" panose="02070309020205020404" pitchFamily="49" charset="0"/>
                          <a:cs typeface="Courier New" panose="02070309020205020404" pitchFamily="49" charset="0"/>
                        </a:rPr>
                        <a:t>('</a:t>
                      </a:r>
                      <a:r>
                        <a:rPr lang="en-US" sz="1050" dirty="0" err="1">
                          <a:latin typeface="Courier New" panose="02070309020205020404" pitchFamily="49" charset="0"/>
                          <a:cs typeface="Courier New" panose="02070309020205020404" pitchFamily="49" charset="0"/>
                        </a:rPr>
                        <a:t>dna_small.txt</a:t>
                      </a:r>
                      <a:r>
                        <a:rPr lang="en-US" sz="105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05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050" dirty="0" err="1">
                          <a:latin typeface="Courier New" panose="02070309020205020404" pitchFamily="49" charset="0"/>
                          <a:cs typeface="Courier New" panose="02070309020205020404" pitchFamily="49" charset="0"/>
                        </a:rPr>
                        <a:t>seqRDD</a:t>
                      </a:r>
                      <a:r>
                        <a:rPr lang="en-US" sz="1050" dirty="0">
                          <a:latin typeface="Courier New" panose="02070309020205020404" pitchFamily="49" charset="0"/>
                          <a:cs typeface="Courier New" panose="02070309020205020404" pitchFamily="49" charset="0"/>
                        </a:rPr>
                        <a:t> = </a:t>
                      </a:r>
                      <a:r>
                        <a:rPr lang="en-US" sz="1050" dirty="0" err="1">
                          <a:latin typeface="Courier New" panose="02070309020205020404" pitchFamily="49" charset="0"/>
                          <a:cs typeface="Courier New" panose="02070309020205020404" pitchFamily="49" charset="0"/>
                        </a:rPr>
                        <a:t>seqRDD.filter</a:t>
                      </a:r>
                      <a:r>
                        <a:rPr lang="en-US" sz="1050" dirty="0">
                          <a:latin typeface="Courier New" panose="02070309020205020404" pitchFamily="49" charset="0"/>
                          <a:cs typeface="Courier New" panose="02070309020205020404" pitchFamily="49" charset="0"/>
                        </a:rPr>
                        <a:t>(lambda x: x[1] &gt; 1)</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050" dirty="0">
                          <a:latin typeface="Courier New" panose="02070309020205020404" pitchFamily="49" charset="0"/>
                          <a:cs typeface="Courier New" panose="02070309020205020404" pitchFamily="49" charset="0"/>
                        </a:rPr>
                        <a:t>         .map(lambda x: </a:t>
                      </a:r>
                      <a:r>
                        <a:rPr lang="en-US" sz="1050" dirty="0" err="1">
                          <a:solidFill>
                            <a:srgbClr val="C40C67"/>
                          </a:solidFill>
                          <a:latin typeface="Courier New" panose="02070309020205020404" pitchFamily="49" charset="0"/>
                          <a:cs typeface="Courier New" panose="02070309020205020404" pitchFamily="49" charset="0"/>
                        </a:rPr>
                        <a:t>palindromesPattern</a:t>
                      </a:r>
                      <a:r>
                        <a:rPr lang="en-US" sz="1050" dirty="0">
                          <a:solidFill>
                            <a:srgbClr val="C40C67"/>
                          </a:solidFill>
                          <a:latin typeface="Courier New" panose="02070309020205020404" pitchFamily="49" charset="0"/>
                          <a:cs typeface="Courier New" panose="02070309020205020404" pitchFamily="49" charset="0"/>
                        </a:rPr>
                        <a:t>(x)</a:t>
                      </a:r>
                      <a:r>
                        <a:rPr lang="en-US" sz="1050" dirty="0">
                          <a:latin typeface="Courier New" panose="02070309020205020404" pitchFamily="49" charset="0"/>
                          <a:cs typeface="Courier New" panose="02070309020205020404" pitchFamily="49" charset="0"/>
                        </a:rPr>
                        <a:t>)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050" dirty="0">
                          <a:latin typeface="Courier New" panose="02070309020205020404" pitchFamily="49" charset="0"/>
                          <a:cs typeface="Courier New" panose="02070309020205020404" pitchFamily="49" charset="0"/>
                        </a:rPr>
                        <a:t>         .filter(lambda x: x[1] == True) \</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graphicFrame>
        <p:nvGraphicFramePr>
          <p:cNvPr id="7" name="Table 6">
            <a:extLst>
              <a:ext uri="{FF2B5EF4-FFF2-40B4-BE49-F238E27FC236}">
                <a16:creationId xmlns:a16="http://schemas.microsoft.com/office/drawing/2014/main" id="{B4B43AC9-0F33-D3E6-8EC3-EEEA266F8218}"/>
              </a:ext>
            </a:extLst>
          </p:cNvPr>
          <p:cNvGraphicFramePr>
            <a:graphicFrameLocks noGrp="1"/>
          </p:cNvGraphicFramePr>
          <p:nvPr>
            <p:extLst>
              <p:ext uri="{D42A27DB-BD31-4B8C-83A1-F6EECF244321}">
                <p14:modId xmlns:p14="http://schemas.microsoft.com/office/powerpoint/2010/main" val="2787834143"/>
              </p:ext>
            </p:extLst>
          </p:nvPr>
        </p:nvGraphicFramePr>
        <p:xfrm>
          <a:off x="4755091" y="2549354"/>
          <a:ext cx="4156851" cy="3108960"/>
        </p:xfrm>
        <a:graphic>
          <a:graphicData uri="http://schemas.openxmlformats.org/drawingml/2006/table">
            <a:tbl>
              <a:tblPr>
                <a:tableStyleId>{5C22544A-7EE6-4342-B048-85BDC9FD1C3A}</a:tableStyleId>
              </a:tblPr>
              <a:tblGrid>
                <a:gridCol w="371051">
                  <a:extLst>
                    <a:ext uri="{9D8B030D-6E8A-4147-A177-3AD203B41FA5}">
                      <a16:colId xmlns:a16="http://schemas.microsoft.com/office/drawing/2014/main" val="1258354373"/>
                    </a:ext>
                  </a:extLst>
                </a:gridCol>
                <a:gridCol w="3785800">
                  <a:extLst>
                    <a:ext uri="{9D8B030D-6E8A-4147-A177-3AD203B41FA5}">
                      <a16:colId xmlns:a16="http://schemas.microsoft.com/office/drawing/2014/main" val="1639966391"/>
                    </a:ext>
                  </a:extLst>
                </a:gridCol>
              </a:tblGrid>
              <a:tr h="2095973">
                <a:tc>
                  <a:txBody>
                    <a:bodyPr/>
                    <a:lstStyle/>
                    <a:p>
                      <a:r>
                        <a:rPr lang="en-US" sz="1100" b="0" dirty="0"/>
                        <a:t>1</a:t>
                      </a:r>
                    </a:p>
                    <a:p>
                      <a:r>
                        <a:rPr lang="en-US" sz="1100" b="0" dirty="0"/>
                        <a:t>2</a:t>
                      </a:r>
                    </a:p>
                    <a:p>
                      <a:r>
                        <a:rPr lang="en-US" sz="1100" b="0" dirty="0"/>
                        <a:t>3</a:t>
                      </a:r>
                    </a:p>
                    <a:p>
                      <a:r>
                        <a:rPr lang="en-US" sz="1100" b="0" dirty="0"/>
                        <a:t>4</a:t>
                      </a:r>
                    </a:p>
                    <a:p>
                      <a:r>
                        <a:rPr lang="en-US" sz="1100" b="0" dirty="0"/>
                        <a:t>5</a:t>
                      </a:r>
                    </a:p>
                    <a:p>
                      <a:r>
                        <a:rPr lang="en-US" sz="1100" b="0" dirty="0"/>
                        <a:t>6</a:t>
                      </a:r>
                    </a:p>
                    <a:p>
                      <a:r>
                        <a:rPr lang="en-US" sz="1100" b="0" dirty="0"/>
                        <a:t>7</a:t>
                      </a:r>
                    </a:p>
                    <a:p>
                      <a:r>
                        <a:rPr lang="en-US" sz="1100" b="0" dirty="0"/>
                        <a:t>8</a:t>
                      </a:r>
                    </a:p>
                    <a:p>
                      <a:r>
                        <a:rPr lang="en-US" sz="1100" b="0" dirty="0"/>
                        <a:t>9</a:t>
                      </a:r>
                    </a:p>
                    <a:p>
                      <a:r>
                        <a:rPr lang="en-US" sz="1100" b="0" dirty="0"/>
                        <a:t>10</a:t>
                      </a:r>
                    </a:p>
                    <a:p>
                      <a:r>
                        <a:rPr lang="en-US" sz="1100" b="0" dirty="0"/>
                        <a:t>11</a:t>
                      </a:r>
                    </a:p>
                    <a:p>
                      <a:r>
                        <a:rPr lang="en-US" sz="1100" b="0" dirty="0"/>
                        <a:t>12</a:t>
                      </a:r>
                    </a:p>
                    <a:p>
                      <a:r>
                        <a:rPr lang="en-US" sz="1100" b="0" dirty="0"/>
                        <a:t>13</a:t>
                      </a:r>
                    </a:p>
                    <a:p>
                      <a:r>
                        <a:rPr lang="en-US" sz="1100" b="0" dirty="0"/>
                        <a:t>14</a:t>
                      </a:r>
                    </a:p>
                    <a:p>
                      <a:r>
                        <a:rPr lang="en-US" sz="1100" b="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def </a:t>
                      </a:r>
                      <a:r>
                        <a:rPr lang="en-US" sz="1100" dirty="0" err="1">
                          <a:latin typeface="Courier New" panose="02070309020205020404" pitchFamily="49" charset="0"/>
                          <a:cs typeface="Courier New" panose="02070309020205020404" pitchFamily="49" charset="0"/>
                        </a:rPr>
                        <a:t>palindromesPattern</a:t>
                      </a:r>
                      <a:r>
                        <a:rPr lang="en-US" sz="1100" dirty="0">
                          <a:latin typeface="Courier New" panose="02070309020205020404" pitchFamily="49" charset="0"/>
                          <a:cs typeface="Courier New" panose="02070309020205020404" pitchFamily="49" charset="0"/>
                        </a:rPr>
                        <a:t>(item):</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l = r =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key = item[0]</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for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in range(</a:t>
                      </a:r>
                      <a:r>
                        <a:rPr lang="en-US" sz="1100" dirty="0" err="1">
                          <a:latin typeface="Courier New" panose="02070309020205020404" pitchFamily="49" charset="0"/>
                          <a:cs typeface="Courier New" panose="02070309020205020404" pitchFamily="49" charset="0"/>
                        </a:rPr>
                        <a:t>len</a:t>
                      </a:r>
                      <a:r>
                        <a:rPr lang="en-US" sz="1100" dirty="0">
                          <a:latin typeface="Courier New" panose="02070309020205020404" pitchFamily="49" charset="0"/>
                          <a:cs typeface="Courier New" panose="02070309020205020404" pitchFamily="49" charset="0"/>
                        </a:rPr>
                        <a:t>(key)):</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l += key[</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for </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 in range(-1, -1*</a:t>
                      </a:r>
                      <a:r>
                        <a:rPr lang="en-US" sz="1100" dirty="0" err="1">
                          <a:latin typeface="Courier New" panose="02070309020205020404" pitchFamily="49" charset="0"/>
                          <a:cs typeface="Courier New" panose="02070309020205020404" pitchFamily="49" charset="0"/>
                        </a:rPr>
                        <a:t>len</a:t>
                      </a:r>
                      <a:r>
                        <a:rPr lang="en-US" sz="1100" dirty="0">
                          <a:latin typeface="Courier New" panose="02070309020205020404" pitchFamily="49" charset="0"/>
                          <a:cs typeface="Courier New" panose="02070309020205020404" pitchFamily="49" charset="0"/>
                        </a:rPr>
                        <a:t>(key)-1, -1):</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r += key[</a:t>
                      </a:r>
                      <a:r>
                        <a:rPr lang="en-US" sz="1100" dirty="0" err="1">
                          <a:latin typeface="Courier New" panose="02070309020205020404" pitchFamily="49" charset="0"/>
                          <a:cs typeface="Courier New" panose="02070309020205020404" pitchFamily="49" charset="0"/>
                        </a:rPr>
                        <a:t>i</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if l == r:</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palindromesPattern</a:t>
                      </a:r>
                      <a:r>
                        <a:rPr lang="en-US" sz="1100" dirty="0">
                          <a:latin typeface="Courier New" panose="02070309020205020404" pitchFamily="49" charset="0"/>
                          <a:cs typeface="Courier New" panose="02070309020205020404" pitchFamily="49" charset="0"/>
                        </a:rPr>
                        <a:t> = (</a:t>
                      </a:r>
                      <a:r>
                        <a:rPr lang="en-US" sz="1100" dirty="0">
                          <a:solidFill>
                            <a:srgbClr val="C40C67"/>
                          </a:solidFill>
                          <a:latin typeface="Courier New" panose="02070309020205020404" pitchFamily="49" charset="0"/>
                          <a:cs typeface="Courier New" panose="02070309020205020404" pitchFamily="49" charset="0"/>
                        </a:rPr>
                        <a:t>key, True</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else:</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palindromesPattern</a:t>
                      </a:r>
                      <a:r>
                        <a:rPr lang="en-US" sz="1100" dirty="0">
                          <a:latin typeface="Courier New" panose="02070309020205020404" pitchFamily="49" charset="0"/>
                          <a:cs typeface="Courier New" panose="02070309020205020404" pitchFamily="49" charset="0"/>
                        </a:rPr>
                        <a:t> = (</a:t>
                      </a:r>
                      <a:r>
                        <a:rPr lang="en-US" sz="1100" dirty="0">
                          <a:solidFill>
                            <a:srgbClr val="C40C67"/>
                          </a:solidFill>
                          <a:latin typeface="Courier New" panose="02070309020205020404" pitchFamily="49" charset="0"/>
                          <a:cs typeface="Courier New" panose="02070309020205020404" pitchFamily="49" charset="0"/>
                        </a:rPr>
                        <a:t>key, False</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return </a:t>
                      </a:r>
                      <a:r>
                        <a:rPr lang="en-US" sz="1100" dirty="0" err="1">
                          <a:latin typeface="Courier New" panose="02070309020205020404" pitchFamily="49" charset="0"/>
                          <a:cs typeface="Courier New" panose="02070309020205020404" pitchFamily="49" charset="0"/>
                        </a:rPr>
                        <a:t>palindromesPattern</a:t>
                      </a: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Tree>
    <p:extLst>
      <p:ext uri="{BB962C8B-B14F-4D97-AF65-F5344CB8AC3E}">
        <p14:creationId xmlns:p14="http://schemas.microsoft.com/office/powerpoint/2010/main" val="3528256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661C94-E0E8-265D-4FAC-487C547148B2}"/>
              </a:ext>
            </a:extLst>
          </p:cNvPr>
          <p:cNvSpPr>
            <a:spLocks noGrp="1"/>
          </p:cNvSpPr>
          <p:nvPr>
            <p:ph sz="quarter" idx="14"/>
          </p:nvPr>
        </p:nvSpPr>
        <p:spPr/>
        <p:txBody>
          <a:bodyPr/>
          <a:lstStyle/>
          <a:p>
            <a:r>
              <a:rPr lang="en-US" sz="1600" dirty="0"/>
              <a:t>Please implement the inverted index using </a:t>
            </a:r>
            <a:r>
              <a:rPr lang="en-US" sz="1600" dirty="0" err="1"/>
              <a:t>PySpark</a:t>
            </a:r>
            <a:r>
              <a:rPr lang="en-US" sz="1600" dirty="0"/>
              <a:t> RDDs</a:t>
            </a:r>
          </a:p>
          <a:p>
            <a:r>
              <a:rPr lang="en-US" sz="1600" dirty="0"/>
              <a:t>You may assume that the input is stored in the file </a:t>
            </a:r>
            <a:r>
              <a:rPr lang="en-US" sz="1600" dirty="0" err="1"/>
              <a:t>documents.txt</a:t>
            </a:r>
            <a:r>
              <a:rPr lang="en-US" sz="1600" dirty="0"/>
              <a:t>. </a:t>
            </a:r>
          </a:p>
        </p:txBody>
      </p:sp>
      <p:sp>
        <p:nvSpPr>
          <p:cNvPr id="3" name="Title 2">
            <a:extLst>
              <a:ext uri="{FF2B5EF4-FFF2-40B4-BE49-F238E27FC236}">
                <a16:creationId xmlns:a16="http://schemas.microsoft.com/office/drawing/2014/main" id="{5A185661-0975-3B3A-BBFA-8CBD358FAAB9}"/>
              </a:ext>
            </a:extLst>
          </p:cNvPr>
          <p:cNvSpPr>
            <a:spLocks noGrp="1"/>
          </p:cNvSpPr>
          <p:nvPr>
            <p:ph type="title"/>
          </p:nvPr>
        </p:nvSpPr>
        <p:spPr/>
        <p:txBody>
          <a:bodyPr/>
          <a:lstStyle/>
          <a:p>
            <a:r>
              <a:rPr lang="en-US" dirty="0"/>
              <a:t>Take Home Exercise</a:t>
            </a:r>
          </a:p>
        </p:txBody>
      </p:sp>
      <p:graphicFrame>
        <p:nvGraphicFramePr>
          <p:cNvPr id="4" name="Table 3">
            <a:extLst>
              <a:ext uri="{FF2B5EF4-FFF2-40B4-BE49-F238E27FC236}">
                <a16:creationId xmlns:a16="http://schemas.microsoft.com/office/drawing/2014/main" id="{23D01E57-B520-28EF-594F-30D4A703CE56}"/>
              </a:ext>
            </a:extLst>
          </p:cNvPr>
          <p:cNvGraphicFramePr>
            <a:graphicFrameLocks noGrp="1"/>
          </p:cNvGraphicFramePr>
          <p:nvPr>
            <p:extLst>
              <p:ext uri="{D42A27DB-BD31-4B8C-83A1-F6EECF244321}">
                <p14:modId xmlns:p14="http://schemas.microsoft.com/office/powerpoint/2010/main" val="121312825"/>
              </p:ext>
            </p:extLst>
          </p:nvPr>
        </p:nvGraphicFramePr>
        <p:xfrm>
          <a:off x="725214" y="2385848"/>
          <a:ext cx="6526924" cy="3794760"/>
        </p:xfrm>
        <a:graphic>
          <a:graphicData uri="http://schemas.openxmlformats.org/drawingml/2006/table">
            <a:tbl>
              <a:tblPr bandRow="1">
                <a:tableStyleId>{5C22544A-7EE6-4342-B048-85BDC9FD1C3A}</a:tableStyleId>
              </a:tblPr>
              <a:tblGrid>
                <a:gridCol w="6526924">
                  <a:extLst>
                    <a:ext uri="{9D8B030D-6E8A-4147-A177-3AD203B41FA5}">
                      <a16:colId xmlns:a16="http://schemas.microsoft.com/office/drawing/2014/main" val="461250395"/>
                    </a:ext>
                  </a:extLst>
                </a:gridCol>
              </a:tblGrid>
              <a:tr h="3736131">
                <a:tc>
                  <a:txBody>
                    <a:bodyPr/>
                    <a:lstStyle/>
                    <a:p>
                      <a:r>
                        <a:rPr lang="en-HK" sz="1350" kern="1200" dirty="0">
                          <a:solidFill>
                            <a:schemeClr val="dk1"/>
                          </a:solidFill>
                          <a:effectLst/>
                          <a:latin typeface="Courier New" panose="02070309020205020404" pitchFamily="49" charset="0"/>
                          <a:ea typeface="+mn-ea"/>
                          <a:cs typeface="Courier New" panose="02070309020205020404" pitchFamily="49" charset="0"/>
                        </a:rPr>
                        <a:t>from </a:t>
                      </a:r>
                      <a:r>
                        <a:rPr lang="en-HK" sz="1350" kern="1200" dirty="0" err="1">
                          <a:solidFill>
                            <a:schemeClr val="dk1"/>
                          </a:solidFill>
                          <a:effectLst/>
                          <a:latin typeface="Courier New" panose="02070309020205020404" pitchFamily="49" charset="0"/>
                          <a:ea typeface="+mn-ea"/>
                          <a:cs typeface="Courier New" panose="02070309020205020404" pitchFamily="49" charset="0"/>
                        </a:rPr>
                        <a:t>pyspark.sql</a:t>
                      </a:r>
                      <a:r>
                        <a:rPr lang="en-HK" sz="1350" kern="1200" dirty="0">
                          <a:solidFill>
                            <a:schemeClr val="dk1"/>
                          </a:solidFill>
                          <a:effectLst/>
                          <a:latin typeface="Courier New" panose="02070309020205020404" pitchFamily="49" charset="0"/>
                          <a:ea typeface="+mn-ea"/>
                          <a:cs typeface="Courier New" panose="02070309020205020404" pitchFamily="49" charset="0"/>
                        </a:rPr>
                        <a:t> import </a:t>
                      </a:r>
                      <a:r>
                        <a:rPr lang="en-HK" sz="1350" kern="1200" dirty="0" err="1">
                          <a:solidFill>
                            <a:schemeClr val="dk1"/>
                          </a:solidFill>
                          <a:effectLst/>
                          <a:latin typeface="Courier New" panose="02070309020205020404" pitchFamily="49" charset="0"/>
                          <a:ea typeface="+mn-ea"/>
                          <a:cs typeface="Courier New" panose="02070309020205020404" pitchFamily="49" charset="0"/>
                        </a:rPr>
                        <a:t>SparkSession</a:t>
                      </a:r>
                      <a:endParaRPr lang="en-HK" sz="1350" kern="1200" dirty="0">
                        <a:solidFill>
                          <a:schemeClr val="dk1"/>
                        </a:solidFill>
                        <a:effectLst/>
                        <a:latin typeface="Courier New" panose="02070309020205020404" pitchFamily="49" charset="0"/>
                        <a:ea typeface="+mn-ea"/>
                        <a:cs typeface="Courier New" panose="02070309020205020404" pitchFamily="49" charset="0"/>
                      </a:endParaRPr>
                    </a:p>
                    <a:p>
                      <a:r>
                        <a:rPr lang="en-HK" sz="1350" kern="1200" dirty="0">
                          <a:solidFill>
                            <a:schemeClr val="dk1"/>
                          </a:solidFill>
                          <a:effectLst/>
                          <a:latin typeface="Courier New" panose="02070309020205020404" pitchFamily="49" charset="0"/>
                          <a:ea typeface="+mn-ea"/>
                          <a:cs typeface="Courier New" panose="02070309020205020404" pitchFamily="49" charset="0"/>
                        </a:rPr>
                        <a:t>from operator import add</a:t>
                      </a:r>
                    </a:p>
                    <a:p>
                      <a:r>
                        <a:rPr lang="en-US" sz="1350" kern="1200" dirty="0">
                          <a:solidFill>
                            <a:schemeClr val="dk1"/>
                          </a:solidFill>
                          <a:effectLst/>
                          <a:latin typeface="Courier New" panose="02070309020205020404" pitchFamily="49" charset="0"/>
                          <a:ea typeface="+mn-ea"/>
                          <a:cs typeface="Courier New" panose="02070309020205020404" pitchFamily="49" charset="0"/>
                        </a:rPr>
                        <a:t> </a:t>
                      </a:r>
                      <a:endParaRPr lang="en-HK" sz="1350" kern="1200" dirty="0">
                        <a:solidFill>
                          <a:schemeClr val="dk1"/>
                        </a:solidFill>
                        <a:effectLst/>
                        <a:latin typeface="Courier New" panose="02070309020205020404" pitchFamily="49" charset="0"/>
                        <a:ea typeface="+mn-ea"/>
                        <a:cs typeface="Courier New" panose="02070309020205020404" pitchFamily="49" charset="0"/>
                      </a:endParaRPr>
                    </a:p>
                    <a:p>
                      <a:r>
                        <a:rPr lang="en-HK" sz="1350" kern="1200" dirty="0">
                          <a:solidFill>
                            <a:schemeClr val="dk1"/>
                          </a:solidFill>
                          <a:effectLst/>
                          <a:latin typeface="Courier New" panose="02070309020205020404" pitchFamily="49" charset="0"/>
                          <a:ea typeface="+mn-ea"/>
                          <a:cs typeface="Courier New" panose="02070309020205020404" pitchFamily="49" charset="0"/>
                        </a:rPr>
                        <a:t>ss  = </a:t>
                      </a:r>
                      <a:r>
                        <a:rPr lang="en-HK" sz="1350" kern="1200" dirty="0" err="1">
                          <a:solidFill>
                            <a:schemeClr val="dk1"/>
                          </a:solidFill>
                          <a:effectLst/>
                          <a:latin typeface="Courier New" panose="02070309020205020404" pitchFamily="49" charset="0"/>
                          <a:ea typeface="+mn-ea"/>
                          <a:cs typeface="Courier New" panose="02070309020205020404" pitchFamily="49" charset="0"/>
                        </a:rPr>
                        <a:t>SparkSession.builder</a:t>
                      </a:r>
                      <a:r>
                        <a:rPr lang="en-HK" sz="1350" kern="1200" dirty="0">
                          <a:solidFill>
                            <a:schemeClr val="dk1"/>
                          </a:solidFill>
                          <a:effectLst/>
                          <a:latin typeface="Courier New" panose="02070309020205020404" pitchFamily="49" charset="0"/>
                          <a:ea typeface="+mn-ea"/>
                          <a:cs typeface="Courier New" panose="02070309020205020404" pitchFamily="49" charset="0"/>
                        </a:rPr>
                        <a:t> \</a:t>
                      </a:r>
                    </a:p>
                    <a:p>
                      <a:r>
                        <a:rPr lang="en-HK" sz="1350" kern="1200" dirty="0">
                          <a:solidFill>
                            <a:schemeClr val="dk1"/>
                          </a:solidFill>
                          <a:effectLst/>
                          <a:latin typeface="Courier New" panose="02070309020205020404" pitchFamily="49" charset="0"/>
                          <a:ea typeface="+mn-ea"/>
                          <a:cs typeface="Courier New" panose="02070309020205020404" pitchFamily="49" charset="0"/>
                        </a:rPr>
                        <a:t>        .</a:t>
                      </a:r>
                      <a:r>
                        <a:rPr lang="en-HK" sz="1350" kern="1200" dirty="0" err="1">
                          <a:solidFill>
                            <a:schemeClr val="dk1"/>
                          </a:solidFill>
                          <a:effectLst/>
                          <a:latin typeface="Courier New" panose="02070309020205020404" pitchFamily="49" charset="0"/>
                          <a:ea typeface="+mn-ea"/>
                          <a:cs typeface="Courier New" panose="02070309020205020404" pitchFamily="49" charset="0"/>
                        </a:rPr>
                        <a:t>appName</a:t>
                      </a:r>
                      <a:r>
                        <a:rPr lang="en-HK" sz="1350" kern="1200" dirty="0">
                          <a:solidFill>
                            <a:schemeClr val="dk1"/>
                          </a:solidFill>
                          <a:effectLst/>
                          <a:latin typeface="Courier New" panose="02070309020205020404" pitchFamily="49" charset="0"/>
                          <a:ea typeface="+mn-ea"/>
                          <a:cs typeface="Courier New" panose="02070309020205020404" pitchFamily="49" charset="0"/>
                        </a:rPr>
                        <a:t>("Spark PageRank") \</a:t>
                      </a:r>
                    </a:p>
                    <a:p>
                      <a:r>
                        <a:rPr lang="en-HK" sz="1350" kern="1200" dirty="0">
                          <a:solidFill>
                            <a:schemeClr val="dk1"/>
                          </a:solidFill>
                          <a:effectLst/>
                          <a:latin typeface="Courier New" panose="02070309020205020404" pitchFamily="49" charset="0"/>
                          <a:ea typeface="+mn-ea"/>
                          <a:cs typeface="Courier New" panose="02070309020205020404" pitchFamily="49" charset="0"/>
                        </a:rPr>
                        <a:t>        .master("local[4]")\</a:t>
                      </a:r>
                    </a:p>
                    <a:p>
                      <a:r>
                        <a:rPr lang="en-HK" sz="1350" kern="1200" dirty="0">
                          <a:solidFill>
                            <a:schemeClr val="dk1"/>
                          </a:solidFill>
                          <a:effectLst/>
                          <a:latin typeface="Courier New" panose="02070309020205020404" pitchFamily="49" charset="0"/>
                          <a:ea typeface="+mn-ea"/>
                          <a:cs typeface="Courier New" panose="02070309020205020404" pitchFamily="49" charset="0"/>
                        </a:rPr>
                        <a:t>        .</a:t>
                      </a:r>
                      <a:r>
                        <a:rPr lang="en-HK" sz="1350" kern="1200" dirty="0" err="1">
                          <a:solidFill>
                            <a:schemeClr val="dk1"/>
                          </a:solidFill>
                          <a:effectLst/>
                          <a:latin typeface="Courier New" panose="02070309020205020404" pitchFamily="49" charset="0"/>
                          <a:ea typeface="+mn-ea"/>
                          <a:cs typeface="Courier New" panose="02070309020205020404" pitchFamily="49" charset="0"/>
                        </a:rPr>
                        <a:t>getOrCreate</a:t>
                      </a:r>
                      <a:r>
                        <a:rPr lang="en-HK" sz="1350" kern="1200" dirty="0">
                          <a:solidFill>
                            <a:schemeClr val="dk1"/>
                          </a:solidFill>
                          <a:effectLst/>
                          <a:latin typeface="Courier New" panose="02070309020205020404" pitchFamily="49" charset="0"/>
                          <a:ea typeface="+mn-ea"/>
                          <a:cs typeface="Courier New" panose="02070309020205020404" pitchFamily="49" charset="0"/>
                        </a:rPr>
                        <a:t>()</a:t>
                      </a:r>
                    </a:p>
                    <a:p>
                      <a:r>
                        <a:rPr lang="en-HK" sz="1350" kern="1200" dirty="0">
                          <a:solidFill>
                            <a:schemeClr val="dk1"/>
                          </a:solidFill>
                          <a:effectLst/>
                          <a:latin typeface="Courier New" panose="02070309020205020404" pitchFamily="49" charset="0"/>
                          <a:ea typeface="+mn-ea"/>
                          <a:cs typeface="Courier New" panose="02070309020205020404" pitchFamily="49" charset="0"/>
                        </a:rPr>
                        <a:t>spark = </a:t>
                      </a:r>
                      <a:r>
                        <a:rPr lang="en-HK" sz="1350" kern="1200" dirty="0" err="1">
                          <a:solidFill>
                            <a:schemeClr val="dk1"/>
                          </a:solidFill>
                          <a:effectLst/>
                          <a:latin typeface="Courier New" panose="02070309020205020404" pitchFamily="49" charset="0"/>
                          <a:ea typeface="+mn-ea"/>
                          <a:cs typeface="Courier New" panose="02070309020205020404" pitchFamily="49" charset="0"/>
                        </a:rPr>
                        <a:t>ss.sparkContext</a:t>
                      </a:r>
                      <a:endParaRPr lang="en-HK" sz="1350" kern="1200" dirty="0">
                        <a:solidFill>
                          <a:schemeClr val="dk1"/>
                        </a:solidFill>
                        <a:effectLst/>
                        <a:latin typeface="Courier New" panose="02070309020205020404" pitchFamily="49" charset="0"/>
                        <a:ea typeface="+mn-ea"/>
                        <a:cs typeface="Courier New" panose="02070309020205020404" pitchFamily="49" charset="0"/>
                      </a:endParaRPr>
                    </a:p>
                    <a:p>
                      <a:endParaRPr lang="en-US" dirty="0">
                        <a:solidFill>
                          <a:srgbClr val="C00000"/>
                        </a:solidFill>
                        <a:latin typeface="Raleway" pitchFamily="2" charset="77"/>
                      </a:endParaRPr>
                    </a:p>
                    <a:p>
                      <a:r>
                        <a:rPr lang="en-US" dirty="0">
                          <a:solidFill>
                            <a:srgbClr val="C00000"/>
                          </a:solidFill>
                          <a:latin typeface="Raleway" pitchFamily="2" charset="77"/>
                        </a:rPr>
                        <a:t># TODO 1: read and convert the </a:t>
                      </a:r>
                      <a:r>
                        <a:rPr lang="en-US" dirty="0" err="1">
                          <a:solidFill>
                            <a:srgbClr val="C00000"/>
                          </a:solidFill>
                          <a:latin typeface="Raleway" pitchFamily="2" charset="77"/>
                        </a:rPr>
                        <a:t>documents.txt</a:t>
                      </a:r>
                      <a:r>
                        <a:rPr lang="en-US" dirty="0">
                          <a:solidFill>
                            <a:srgbClr val="C00000"/>
                          </a:solidFill>
                          <a:latin typeface="Raleway" pitchFamily="2" charset="77"/>
                        </a:rPr>
                        <a:t> to RDD</a:t>
                      </a:r>
                    </a:p>
                    <a:p>
                      <a:endParaRPr lang="en-US" dirty="0">
                        <a:solidFill>
                          <a:srgbClr val="C00000"/>
                        </a:solidFill>
                        <a:latin typeface="Raleway" pitchFamily="2" charset="77"/>
                      </a:endParaRPr>
                    </a:p>
                    <a:p>
                      <a:r>
                        <a:rPr lang="en-US" dirty="0">
                          <a:solidFill>
                            <a:srgbClr val="C00000"/>
                          </a:solidFill>
                          <a:latin typeface="Raleway" pitchFamily="2" charset="77"/>
                        </a:rPr>
                        <a:t>#TODO 2: split the data into two parts (document Id, words)</a:t>
                      </a:r>
                    </a:p>
                    <a:p>
                      <a:endParaRPr lang="en-US" dirty="0">
                        <a:solidFill>
                          <a:srgbClr val="C00000"/>
                        </a:solidFill>
                        <a:latin typeface="Raleway" pitchFamily="2" charset="77"/>
                      </a:endParaRPr>
                    </a:p>
                    <a:p>
                      <a:r>
                        <a:rPr lang="en-US" dirty="0">
                          <a:solidFill>
                            <a:srgbClr val="C00000"/>
                          </a:solidFill>
                          <a:latin typeface="Raleway" pitchFamily="2" charset="77"/>
                        </a:rPr>
                        <a:t>#TODO 3: Form a pair for each distinct word (e.g. (brown, D2), (brown, D3), …)</a:t>
                      </a:r>
                    </a:p>
                    <a:p>
                      <a:endParaRPr lang="en-US" dirty="0">
                        <a:solidFill>
                          <a:srgbClr val="C00000"/>
                        </a:solidFill>
                        <a:latin typeface="Raleway" pitchFamily="2" charset="77"/>
                      </a:endParaRPr>
                    </a:p>
                    <a:p>
                      <a:r>
                        <a:rPr lang="en-US" dirty="0">
                          <a:solidFill>
                            <a:srgbClr val="C00000"/>
                          </a:solidFill>
                          <a:latin typeface="Raleway" pitchFamily="2" charset="77"/>
                        </a:rPr>
                        <a:t>#TODO 4: Group the results in TODO3</a:t>
                      </a:r>
                    </a:p>
                    <a:p>
                      <a:endParaRPr lang="en-US" dirty="0">
                        <a:solidFill>
                          <a:srgbClr val="C00000"/>
                        </a:solidFill>
                        <a:latin typeface="Raleway" pitchFamily="2" charset="77"/>
                      </a:endParaRPr>
                    </a:p>
                    <a:p>
                      <a:r>
                        <a:rPr lang="en-US" dirty="0">
                          <a:solidFill>
                            <a:srgbClr val="C00000"/>
                          </a:solidFill>
                          <a:latin typeface="Raleway" pitchFamily="2" charset="77"/>
                        </a:rPr>
                        <a:t>#TODO 5: Perform sorting</a:t>
                      </a:r>
                    </a:p>
                  </a:txBody>
                  <a:tcPr>
                    <a:noFill/>
                  </a:tcPr>
                </a:tc>
                <a:extLst>
                  <a:ext uri="{0D108BD9-81ED-4DB2-BD59-A6C34878D82A}">
                    <a16:rowId xmlns:a16="http://schemas.microsoft.com/office/drawing/2014/main" val="2026054220"/>
                  </a:ext>
                </a:extLst>
              </a:tr>
            </a:tbl>
          </a:graphicData>
        </a:graphic>
      </p:graphicFrame>
      <p:sp>
        <p:nvSpPr>
          <p:cNvPr id="5" name="TextBox 4">
            <a:extLst>
              <a:ext uri="{FF2B5EF4-FFF2-40B4-BE49-F238E27FC236}">
                <a16:creationId xmlns:a16="http://schemas.microsoft.com/office/drawing/2014/main" id="{A938E60F-CDEA-E74A-2735-1DDDD02F8113}"/>
              </a:ext>
            </a:extLst>
          </p:cNvPr>
          <p:cNvSpPr txBox="1"/>
          <p:nvPr/>
        </p:nvSpPr>
        <p:spPr>
          <a:xfrm>
            <a:off x="5455728" y="2496824"/>
            <a:ext cx="3321268" cy="20313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HK" sz="1400" dirty="0">
                <a:latin typeface="Raleway" pitchFamily="2" charset="77"/>
              </a:rPr>
              <a:t>Here are some functions you might need:</a:t>
            </a:r>
          </a:p>
          <a:p>
            <a:pPr marL="285750" indent="-285750">
              <a:buFont typeface="Arial" panose="020B0604020202020204" pitchFamily="34" charset="0"/>
              <a:buChar char="•"/>
            </a:pPr>
            <a:r>
              <a:rPr lang="en-HK" sz="1400" dirty="0" err="1">
                <a:latin typeface="Raleway" pitchFamily="2" charset="77"/>
              </a:rPr>
              <a:t>textFile</a:t>
            </a:r>
            <a:r>
              <a:rPr lang="en-HK" sz="1400" dirty="0">
                <a:latin typeface="Raleway" pitchFamily="2" charset="77"/>
              </a:rPr>
              <a:t>()</a:t>
            </a:r>
          </a:p>
          <a:p>
            <a:pPr marL="285750" indent="-285750">
              <a:buFont typeface="Arial" panose="020B0604020202020204" pitchFamily="34" charset="0"/>
              <a:buChar char="•"/>
            </a:pPr>
            <a:r>
              <a:rPr lang="en-HK" sz="1400" dirty="0">
                <a:latin typeface="Raleway" pitchFamily="2" charset="77"/>
              </a:rPr>
              <a:t>map()</a:t>
            </a:r>
          </a:p>
          <a:p>
            <a:pPr marL="285750" indent="-285750">
              <a:buFont typeface="Arial" panose="020B0604020202020204" pitchFamily="34" charset="0"/>
              <a:buChar char="•"/>
            </a:pPr>
            <a:r>
              <a:rPr lang="en-HK" sz="1400" dirty="0" err="1">
                <a:latin typeface="Raleway" pitchFamily="2" charset="77"/>
              </a:rPr>
              <a:t>flatMap</a:t>
            </a:r>
            <a:r>
              <a:rPr lang="en-HK" sz="1400" dirty="0">
                <a:latin typeface="Raleway" pitchFamily="2" charset="77"/>
              </a:rPr>
              <a:t>()</a:t>
            </a:r>
          </a:p>
          <a:p>
            <a:pPr marL="285750" indent="-285750">
              <a:buFont typeface="Arial" panose="020B0604020202020204" pitchFamily="34" charset="0"/>
              <a:buChar char="•"/>
            </a:pPr>
            <a:r>
              <a:rPr lang="en-HK" sz="1400" dirty="0">
                <a:latin typeface="Raleway" pitchFamily="2" charset="77"/>
              </a:rPr>
              <a:t>distinct()</a:t>
            </a:r>
          </a:p>
          <a:p>
            <a:pPr marL="285750" indent="-285750">
              <a:buFont typeface="Arial" panose="020B0604020202020204" pitchFamily="34" charset="0"/>
              <a:buChar char="•"/>
            </a:pPr>
            <a:r>
              <a:rPr lang="en-HK" sz="1400" dirty="0" err="1">
                <a:latin typeface="Raleway" pitchFamily="2" charset="77"/>
              </a:rPr>
              <a:t>groupByKey</a:t>
            </a:r>
            <a:r>
              <a:rPr lang="en-HK" sz="1400" dirty="0">
                <a:latin typeface="Raleway" pitchFamily="2" charset="77"/>
              </a:rPr>
              <a:t>()</a:t>
            </a:r>
          </a:p>
          <a:p>
            <a:pPr marL="285750" indent="-285750">
              <a:buFont typeface="Arial" panose="020B0604020202020204" pitchFamily="34" charset="0"/>
              <a:buChar char="•"/>
            </a:pPr>
            <a:r>
              <a:rPr lang="en-HK" sz="1400" dirty="0" err="1">
                <a:latin typeface="Raleway" pitchFamily="2" charset="77"/>
              </a:rPr>
              <a:t>sortByKey</a:t>
            </a:r>
            <a:r>
              <a:rPr lang="en-HK" sz="1400" dirty="0">
                <a:latin typeface="Raleway" pitchFamily="2" charset="77"/>
              </a:rPr>
              <a:t>()</a:t>
            </a:r>
          </a:p>
          <a:p>
            <a:pPr marL="285750" indent="-285750">
              <a:buFont typeface="Arial" panose="020B0604020202020204" pitchFamily="34" charset="0"/>
              <a:buChar char="•"/>
            </a:pPr>
            <a:r>
              <a:rPr lang="en-HK" sz="1400" dirty="0">
                <a:latin typeface="Raleway" pitchFamily="2" charset="77"/>
              </a:rPr>
              <a:t>collect()</a:t>
            </a:r>
            <a:endParaRPr lang="en-US" sz="1400" dirty="0">
              <a:latin typeface="Raleway" pitchFamily="2" charset="77"/>
            </a:endParaRPr>
          </a:p>
        </p:txBody>
      </p:sp>
    </p:spTree>
    <p:extLst>
      <p:ext uri="{BB962C8B-B14F-4D97-AF65-F5344CB8AC3E}">
        <p14:creationId xmlns:p14="http://schemas.microsoft.com/office/powerpoint/2010/main" val="4222880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8BB0C9-C052-3D52-0265-8CEE91E088A7}"/>
              </a:ext>
            </a:extLst>
          </p:cNvPr>
          <p:cNvSpPr>
            <a:spLocks noGrp="1"/>
          </p:cNvSpPr>
          <p:nvPr>
            <p:ph sz="quarter" idx="14"/>
          </p:nvPr>
        </p:nvSpPr>
        <p:spPr/>
        <p:txBody>
          <a:bodyPr>
            <a:norm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 TODO 1: read and convert the </a:t>
            </a:r>
            <a:r>
              <a:rPr kumimoji="0" lang="en-US" sz="1350" b="0" i="0" u="none" strike="noStrike" kern="1200" cap="none" spc="0" normalizeH="0" baseline="0" noProof="0" dirty="0" err="1">
                <a:ln>
                  <a:noFill/>
                </a:ln>
                <a:solidFill>
                  <a:srgbClr val="C00000"/>
                </a:solidFill>
                <a:effectLst/>
                <a:uLnTx/>
                <a:uFillTx/>
                <a:latin typeface="Raleway" pitchFamily="2" charset="77"/>
                <a:ea typeface="+mn-ea"/>
                <a:cs typeface="+mn-cs"/>
              </a:rPr>
              <a:t>documents.txt</a:t>
            </a: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 to RDD</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#TODO 2: split the data into two parts (document Id, words)</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p:txBody>
      </p:sp>
      <p:sp>
        <p:nvSpPr>
          <p:cNvPr id="3" name="Title 2">
            <a:extLst>
              <a:ext uri="{FF2B5EF4-FFF2-40B4-BE49-F238E27FC236}">
                <a16:creationId xmlns:a16="http://schemas.microsoft.com/office/drawing/2014/main" id="{B48A83C9-8888-31A7-0914-9FFEA1B25300}"/>
              </a:ext>
            </a:extLst>
          </p:cNvPr>
          <p:cNvSpPr>
            <a:spLocks noGrp="1"/>
          </p:cNvSpPr>
          <p:nvPr>
            <p:ph type="title"/>
          </p:nvPr>
        </p:nvSpPr>
        <p:spPr/>
        <p:txBody>
          <a:bodyPr/>
          <a:lstStyle/>
          <a:p>
            <a:r>
              <a:rPr lang="en-US" dirty="0"/>
              <a:t>Take Home Exercise (Solution)</a:t>
            </a:r>
          </a:p>
        </p:txBody>
      </p:sp>
      <p:graphicFrame>
        <p:nvGraphicFramePr>
          <p:cNvPr id="4" name="Table 3">
            <a:extLst>
              <a:ext uri="{FF2B5EF4-FFF2-40B4-BE49-F238E27FC236}">
                <a16:creationId xmlns:a16="http://schemas.microsoft.com/office/drawing/2014/main" id="{9F49B146-7A01-A7B2-83CD-5CDB7ABD5D40}"/>
              </a:ext>
            </a:extLst>
          </p:cNvPr>
          <p:cNvGraphicFramePr>
            <a:graphicFrameLocks noGrp="1"/>
          </p:cNvGraphicFramePr>
          <p:nvPr>
            <p:extLst>
              <p:ext uri="{D42A27DB-BD31-4B8C-83A1-F6EECF244321}">
                <p14:modId xmlns:p14="http://schemas.microsoft.com/office/powerpoint/2010/main" val="3446129769"/>
              </p:ext>
            </p:extLst>
          </p:nvPr>
        </p:nvGraphicFramePr>
        <p:xfrm>
          <a:off x="624525" y="2076389"/>
          <a:ext cx="4156851" cy="426720"/>
        </p:xfrm>
        <a:graphic>
          <a:graphicData uri="http://schemas.openxmlformats.org/drawingml/2006/table">
            <a:tbl>
              <a:tblPr>
                <a:tableStyleId>{5C22544A-7EE6-4342-B048-85BDC9FD1C3A}</a:tableStyleId>
              </a:tblPr>
              <a:tblGrid>
                <a:gridCol w="371051">
                  <a:extLst>
                    <a:ext uri="{9D8B030D-6E8A-4147-A177-3AD203B41FA5}">
                      <a16:colId xmlns:a16="http://schemas.microsoft.com/office/drawing/2014/main" val="1258354373"/>
                    </a:ext>
                  </a:extLst>
                </a:gridCol>
                <a:gridCol w="3785800">
                  <a:extLst>
                    <a:ext uri="{9D8B030D-6E8A-4147-A177-3AD203B41FA5}">
                      <a16:colId xmlns:a16="http://schemas.microsoft.com/office/drawing/2014/main" val="1639966391"/>
                    </a:ext>
                  </a:extLst>
                </a:gridCol>
              </a:tblGrid>
              <a:tr h="351501">
                <a:tc>
                  <a:txBody>
                    <a:bodyPr/>
                    <a:lstStyle/>
                    <a:p>
                      <a:r>
                        <a:rPr lang="en-US" sz="1100" b="0" dirty="0"/>
                        <a:t>1</a:t>
                      </a:r>
                    </a:p>
                    <a:p>
                      <a:r>
                        <a:rPr lang="en-US" sz="1100" b="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solidFill>
                            <a:srgbClr val="C40C67"/>
                          </a:solidFill>
                          <a:latin typeface="Courier New" panose="02070309020205020404" pitchFamily="49" charset="0"/>
                          <a:cs typeface="Courier New" panose="02070309020205020404" pitchFamily="49" charset="0"/>
                        </a:rPr>
                        <a:t>rdd</a:t>
                      </a:r>
                      <a:r>
                        <a:rPr lang="en-US" sz="1100" dirty="0">
                          <a:solidFill>
                            <a:srgbClr val="C40C67"/>
                          </a:solidFill>
                          <a:latin typeface="Courier New" panose="02070309020205020404" pitchFamily="49" charset="0"/>
                          <a:cs typeface="Courier New" panose="02070309020205020404" pitchFamily="49" charset="0"/>
                        </a:rPr>
                        <a:t> = </a:t>
                      </a:r>
                      <a:r>
                        <a:rPr lang="en-US" sz="1100" dirty="0" err="1">
                          <a:solidFill>
                            <a:srgbClr val="C40C67"/>
                          </a:solidFill>
                          <a:latin typeface="Courier New" panose="02070309020205020404" pitchFamily="49" charset="0"/>
                          <a:cs typeface="Courier New" panose="02070309020205020404" pitchFamily="49" charset="0"/>
                        </a:rPr>
                        <a:t>spark.textFile</a:t>
                      </a:r>
                      <a:r>
                        <a:rPr lang="en-US" sz="1100" dirty="0">
                          <a:solidFill>
                            <a:srgbClr val="C40C67"/>
                          </a:solidFill>
                          <a:latin typeface="Courier New" panose="02070309020205020404" pitchFamily="49" charset="0"/>
                          <a:cs typeface="Courier New" panose="02070309020205020404" pitchFamily="49" charset="0"/>
                        </a:rPr>
                        <a:t>('</a:t>
                      </a:r>
                      <a:r>
                        <a:rPr lang="en-US" sz="1100" dirty="0" err="1">
                          <a:solidFill>
                            <a:srgbClr val="C40C67"/>
                          </a:solidFill>
                          <a:latin typeface="Courier New" panose="02070309020205020404" pitchFamily="49" charset="0"/>
                          <a:cs typeface="Courier New" panose="02070309020205020404" pitchFamily="49" charset="0"/>
                        </a:rPr>
                        <a:t>documents.txt</a:t>
                      </a:r>
                      <a:r>
                        <a:rPr lang="en-US" sz="1100" dirty="0">
                          <a:solidFill>
                            <a:srgbClr val="C40C67"/>
                          </a:solidFill>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graphicFrame>
        <p:nvGraphicFramePr>
          <p:cNvPr id="5" name="Table 4">
            <a:extLst>
              <a:ext uri="{FF2B5EF4-FFF2-40B4-BE49-F238E27FC236}">
                <a16:creationId xmlns:a16="http://schemas.microsoft.com/office/drawing/2014/main" id="{FB96CEDF-E287-593D-7D96-78544E77904E}"/>
              </a:ext>
            </a:extLst>
          </p:cNvPr>
          <p:cNvGraphicFramePr>
            <a:graphicFrameLocks noGrp="1"/>
          </p:cNvGraphicFramePr>
          <p:nvPr>
            <p:extLst>
              <p:ext uri="{D42A27DB-BD31-4B8C-83A1-F6EECF244321}">
                <p14:modId xmlns:p14="http://schemas.microsoft.com/office/powerpoint/2010/main" val="2517851553"/>
              </p:ext>
            </p:extLst>
          </p:nvPr>
        </p:nvGraphicFramePr>
        <p:xfrm>
          <a:off x="624525" y="3649332"/>
          <a:ext cx="6175669" cy="594360"/>
        </p:xfrm>
        <a:graphic>
          <a:graphicData uri="http://schemas.openxmlformats.org/drawingml/2006/table">
            <a:tbl>
              <a:tblPr>
                <a:tableStyleId>{5C22544A-7EE6-4342-B048-85BDC9FD1C3A}</a:tableStyleId>
              </a:tblPr>
              <a:tblGrid>
                <a:gridCol w="551255">
                  <a:extLst>
                    <a:ext uri="{9D8B030D-6E8A-4147-A177-3AD203B41FA5}">
                      <a16:colId xmlns:a16="http://schemas.microsoft.com/office/drawing/2014/main" val="1258354373"/>
                    </a:ext>
                  </a:extLst>
                </a:gridCol>
                <a:gridCol w="5624414">
                  <a:extLst>
                    <a:ext uri="{9D8B030D-6E8A-4147-A177-3AD203B41FA5}">
                      <a16:colId xmlns:a16="http://schemas.microsoft.com/office/drawing/2014/main" val="1639966391"/>
                    </a:ext>
                  </a:extLst>
                </a:gridCol>
              </a:tblGrid>
              <a:tr h="351501">
                <a:tc>
                  <a:txBody>
                    <a:bodyPr/>
                    <a:lstStyle/>
                    <a:p>
                      <a:r>
                        <a:rPr lang="en-US" sz="1100" b="0" dirty="0"/>
                        <a:t>1</a:t>
                      </a:r>
                    </a:p>
                    <a:p>
                      <a:r>
                        <a:rPr lang="en-US" sz="1100" b="0" dirty="0"/>
                        <a:t>2</a:t>
                      </a:r>
                    </a:p>
                    <a:p>
                      <a:r>
                        <a:rPr lang="en-US" sz="11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documents.txt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solidFill>
                            <a:srgbClr val="C40C67"/>
                          </a:solidFill>
                          <a:latin typeface="Courier New" panose="02070309020205020404" pitchFamily="49" charset="0"/>
                          <a:cs typeface="Courier New" panose="02070309020205020404" pitchFamily="49" charset="0"/>
                        </a:rPr>
                        <a:t>rdd</a:t>
                      </a:r>
                      <a:r>
                        <a:rPr lang="en-US" sz="1100" dirty="0">
                          <a:solidFill>
                            <a:srgbClr val="C40C67"/>
                          </a:solidFill>
                          <a:latin typeface="Courier New" panose="02070309020205020404" pitchFamily="49" charset="0"/>
                          <a:cs typeface="Courier New" panose="02070309020205020404" pitchFamily="49" charset="0"/>
                        </a:rPr>
                        <a:t> = </a:t>
                      </a:r>
                      <a:r>
                        <a:rPr lang="en-US" sz="1100" dirty="0" err="1">
                          <a:solidFill>
                            <a:srgbClr val="C40C67"/>
                          </a:solidFill>
                          <a:latin typeface="Courier New" panose="02070309020205020404" pitchFamily="49" charset="0"/>
                          <a:cs typeface="Courier New" panose="02070309020205020404" pitchFamily="49" charset="0"/>
                        </a:rPr>
                        <a:t>rdd.map</a:t>
                      </a:r>
                      <a:r>
                        <a:rPr lang="en-US" sz="1100" dirty="0">
                          <a:solidFill>
                            <a:srgbClr val="C40C67"/>
                          </a:solidFill>
                          <a:latin typeface="Courier New" panose="02070309020205020404" pitchFamily="49" charset="0"/>
                          <a:cs typeface="Courier New" panose="02070309020205020404" pitchFamily="49" charset="0"/>
                        </a:rPr>
                        <a:t>(lambda x: </a:t>
                      </a:r>
                      <a:r>
                        <a:rPr lang="en-US" sz="1100" dirty="0" err="1">
                          <a:solidFill>
                            <a:srgbClr val="C40C67"/>
                          </a:solidFill>
                          <a:latin typeface="Courier New" panose="02070309020205020404" pitchFamily="49" charset="0"/>
                          <a:cs typeface="Courier New" panose="02070309020205020404" pitchFamily="49" charset="0"/>
                        </a:rPr>
                        <a:t>x.split</a:t>
                      </a:r>
                      <a:r>
                        <a:rPr lang="en-US" sz="1100" dirty="0">
                          <a:solidFill>
                            <a:srgbClr val="C40C67"/>
                          </a:solidFill>
                          <a:latin typeface="Courier New" panose="02070309020205020404" pitchFamily="49" charset="0"/>
                          <a:cs typeface="Courier New" panose="02070309020205020404" pitchFamily="49" charset="0"/>
                        </a:rPr>
                        <a:t>('||’))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solidFill>
                            <a:srgbClr val="C40C67"/>
                          </a:solidFill>
                          <a:latin typeface="Courier New" panose="02070309020205020404" pitchFamily="49" charset="0"/>
                          <a:cs typeface="Courier New" panose="02070309020205020404" pitchFamily="49" charset="0"/>
                        </a:rPr>
                        <a:t>      .map(lambda parts: (parts[0].strip(), parts[1].strip()))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
        <p:nvSpPr>
          <p:cNvPr id="7" name="TextBox 6">
            <a:extLst>
              <a:ext uri="{FF2B5EF4-FFF2-40B4-BE49-F238E27FC236}">
                <a16:creationId xmlns:a16="http://schemas.microsoft.com/office/drawing/2014/main" id="{F3990C64-B128-8831-9B7A-4EBC668E354A}"/>
              </a:ext>
            </a:extLst>
          </p:cNvPr>
          <p:cNvSpPr txBox="1"/>
          <p:nvPr/>
        </p:nvSpPr>
        <p:spPr>
          <a:xfrm>
            <a:off x="503666" y="4319762"/>
            <a:ext cx="2943727" cy="707886"/>
          </a:xfrm>
          <a:prstGeom prst="rect">
            <a:avLst/>
          </a:prstGeom>
          <a:noFill/>
        </p:spPr>
        <p:txBody>
          <a:bodyPr wrap="square">
            <a:spAutoFit/>
          </a:bodyPr>
          <a:lstStyle/>
          <a:p>
            <a:pPr algn="l">
              <a:buNone/>
            </a:pPr>
            <a:r>
              <a:rPr lang="en-HK" sz="1000" b="0" i="0" dirty="0">
                <a:solidFill>
                  <a:srgbClr val="1F1F1F"/>
                </a:solidFill>
                <a:effectLst/>
                <a:latin typeface="Courier New" panose="02070309020205020404" pitchFamily="49" charset="0"/>
              </a:rPr>
              <a:t>[('D1', 'the cat sat on the mat'),</a:t>
            </a:r>
          </a:p>
          <a:p>
            <a:pPr algn="l">
              <a:buNone/>
            </a:pPr>
            <a:r>
              <a:rPr lang="en-HK" sz="1000" b="0" i="0" dirty="0">
                <a:solidFill>
                  <a:srgbClr val="1F1F1F"/>
                </a:solidFill>
                <a:effectLst/>
                <a:latin typeface="Courier New" panose="02070309020205020404" pitchFamily="49" charset="0"/>
              </a:rPr>
              <a:t> ('D2', 'a quick brown fox jumps'),</a:t>
            </a:r>
          </a:p>
          <a:p>
            <a:pPr algn="l">
              <a:buNone/>
            </a:pPr>
            <a:r>
              <a:rPr lang="en-HK" sz="1000" b="0" i="0" dirty="0">
                <a:solidFill>
                  <a:srgbClr val="1F1F1F"/>
                </a:solidFill>
                <a:effectLst/>
                <a:latin typeface="Courier New" panose="02070309020205020404" pitchFamily="49" charset="0"/>
              </a:rPr>
              <a:t> ('D3', 'the quick brown fox'),</a:t>
            </a:r>
          </a:p>
          <a:p>
            <a:pPr algn="l">
              <a:buNone/>
            </a:pPr>
            <a:r>
              <a:rPr lang="en-HK" sz="1000" b="0" i="0" dirty="0">
                <a:solidFill>
                  <a:srgbClr val="1F1F1F"/>
                </a:solidFill>
                <a:effectLst/>
                <a:latin typeface="Courier New" panose="02070309020205020404" pitchFamily="49" charset="0"/>
              </a:rPr>
              <a:t> ('D4', 'sat on the brown mat')]</a:t>
            </a:r>
          </a:p>
        </p:txBody>
      </p:sp>
      <p:sp>
        <p:nvSpPr>
          <p:cNvPr id="9" name="TextBox 8">
            <a:extLst>
              <a:ext uri="{FF2B5EF4-FFF2-40B4-BE49-F238E27FC236}">
                <a16:creationId xmlns:a16="http://schemas.microsoft.com/office/drawing/2014/main" id="{107B65FB-95A7-75C9-0CCD-6F24A0395E59}"/>
              </a:ext>
            </a:extLst>
          </p:cNvPr>
          <p:cNvSpPr txBox="1"/>
          <p:nvPr/>
        </p:nvSpPr>
        <p:spPr>
          <a:xfrm>
            <a:off x="503666" y="2511433"/>
            <a:ext cx="4572000" cy="707886"/>
          </a:xfrm>
          <a:prstGeom prst="rect">
            <a:avLst/>
          </a:prstGeom>
          <a:noFill/>
        </p:spPr>
        <p:txBody>
          <a:bodyPr wrap="square">
            <a:spAutoFit/>
          </a:bodyPr>
          <a:lstStyle>
            <a:defPPr>
              <a:defRPr lang="en-US"/>
            </a:defPPr>
            <a:lvl1pPr>
              <a:buNone/>
              <a:defRPr sz="1000" b="0" i="0">
                <a:solidFill>
                  <a:srgbClr val="1F1F1F"/>
                </a:solidFill>
                <a:effectLst/>
                <a:latin typeface="Courier New" panose="02070309020205020404" pitchFamily="49" charset="0"/>
              </a:defRPr>
            </a:lvl1pPr>
          </a:lstStyle>
          <a:p>
            <a:r>
              <a:rPr lang="en-HK" dirty="0"/>
              <a:t>['D1 || the cat sat on the mat  ',</a:t>
            </a:r>
          </a:p>
          <a:p>
            <a:r>
              <a:rPr lang="en-HK" dirty="0"/>
              <a:t> 'D2 || a quick brown fox jumps  ',</a:t>
            </a:r>
          </a:p>
          <a:p>
            <a:r>
              <a:rPr lang="en-HK" dirty="0"/>
              <a:t> 'D3 || the quick brown fox  ',</a:t>
            </a:r>
          </a:p>
          <a:p>
            <a:r>
              <a:rPr lang="en-HK" dirty="0"/>
              <a:t> 'D4 || sat on the brown mat']</a:t>
            </a:r>
          </a:p>
        </p:txBody>
      </p:sp>
    </p:spTree>
    <p:extLst>
      <p:ext uri="{BB962C8B-B14F-4D97-AF65-F5344CB8AC3E}">
        <p14:creationId xmlns:p14="http://schemas.microsoft.com/office/powerpoint/2010/main" val="5441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8" end="8"/>
                                            </p:txEl>
                                          </p:spTgt>
                                        </p:tgtEl>
                                        <p:attrNameLst>
                                          <p:attrName>style.visibility</p:attrName>
                                        </p:attrNameLst>
                                      </p:cBhvr>
                                      <p:to>
                                        <p:strVal val="visible"/>
                                      </p:to>
                                    </p:set>
                                    <p:animEffect transition="in" filter="dissolve">
                                      <p:cBhvr>
                                        <p:cTn id="20" dur="500"/>
                                        <p:tgtEl>
                                          <p:spTgt spid="2">
                                            <p:txEl>
                                              <p:pRg st="8" end="8"/>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E4C1C-F46B-6027-FCB9-93FD4A263190}"/>
              </a:ext>
            </a:extLst>
          </p:cNvPr>
          <p:cNvSpPr>
            <a:spLocks noGrp="1"/>
          </p:cNvSpPr>
          <p:nvPr>
            <p:ph sz="quarter" idx="14"/>
          </p:nvPr>
        </p:nvSpPr>
        <p:spPr/>
        <p: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#TODO 3: Form a pair for each distinct word (e.g. (brown, D2), (brown, D3), …)</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#TODO 4: Group the results in TODO3</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350" dirty="0">
              <a:solidFill>
                <a:srgbClr val="C00000"/>
              </a:solidFill>
              <a:latin typeface="Raleway" pitchFamily="2" charset="77"/>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endParaRPr>
          </a:p>
          <a:p>
            <a:endParaRPr lang="en-US" dirty="0"/>
          </a:p>
        </p:txBody>
      </p:sp>
      <p:sp>
        <p:nvSpPr>
          <p:cNvPr id="3" name="Title 2">
            <a:extLst>
              <a:ext uri="{FF2B5EF4-FFF2-40B4-BE49-F238E27FC236}">
                <a16:creationId xmlns:a16="http://schemas.microsoft.com/office/drawing/2014/main" id="{1AA3E52A-D524-088A-CCE6-80C5D8DA7E18}"/>
              </a:ext>
            </a:extLst>
          </p:cNvPr>
          <p:cNvSpPr>
            <a:spLocks noGrp="1"/>
          </p:cNvSpPr>
          <p:nvPr>
            <p:ph type="title"/>
          </p:nvPr>
        </p:nvSpPr>
        <p:spPr/>
        <p:txBody>
          <a:bodyPr/>
          <a:lstStyle/>
          <a:p>
            <a:r>
              <a:rPr lang="en-US" dirty="0"/>
              <a:t>Take Home Exercise (Solution)</a:t>
            </a:r>
          </a:p>
        </p:txBody>
      </p:sp>
      <p:graphicFrame>
        <p:nvGraphicFramePr>
          <p:cNvPr id="4" name="Table 3">
            <a:extLst>
              <a:ext uri="{FF2B5EF4-FFF2-40B4-BE49-F238E27FC236}">
                <a16:creationId xmlns:a16="http://schemas.microsoft.com/office/drawing/2014/main" id="{AAFEE953-78F3-12B5-D704-0C1B748E797E}"/>
              </a:ext>
            </a:extLst>
          </p:cNvPr>
          <p:cNvGraphicFramePr>
            <a:graphicFrameLocks noGrp="1"/>
          </p:cNvGraphicFramePr>
          <p:nvPr>
            <p:extLst>
              <p:ext uri="{D42A27DB-BD31-4B8C-83A1-F6EECF244321}">
                <p14:modId xmlns:p14="http://schemas.microsoft.com/office/powerpoint/2010/main" val="4060233147"/>
              </p:ext>
            </p:extLst>
          </p:nvPr>
        </p:nvGraphicFramePr>
        <p:xfrm>
          <a:off x="409054" y="2030739"/>
          <a:ext cx="8434624" cy="929640"/>
        </p:xfrm>
        <a:graphic>
          <a:graphicData uri="http://schemas.openxmlformats.org/drawingml/2006/table">
            <a:tbl>
              <a:tblPr>
                <a:tableStyleId>{5C22544A-7EE6-4342-B048-85BDC9FD1C3A}</a:tableStyleId>
              </a:tblPr>
              <a:tblGrid>
                <a:gridCol w="295593">
                  <a:extLst>
                    <a:ext uri="{9D8B030D-6E8A-4147-A177-3AD203B41FA5}">
                      <a16:colId xmlns:a16="http://schemas.microsoft.com/office/drawing/2014/main" val="1258354373"/>
                    </a:ext>
                  </a:extLst>
                </a:gridCol>
                <a:gridCol w="8139031">
                  <a:extLst>
                    <a:ext uri="{9D8B030D-6E8A-4147-A177-3AD203B41FA5}">
                      <a16:colId xmlns:a16="http://schemas.microsoft.com/office/drawing/2014/main" val="1639966391"/>
                    </a:ext>
                  </a:extLst>
                </a:gridCol>
              </a:tblGrid>
              <a:tr h="351501">
                <a:tc>
                  <a:txBody>
                    <a:bodyPr/>
                    <a:lstStyle/>
                    <a:p>
                      <a:r>
                        <a:rPr lang="en-US" sz="1100" b="0" dirty="0"/>
                        <a:t>1</a:t>
                      </a:r>
                    </a:p>
                    <a:p>
                      <a:r>
                        <a:rPr lang="en-US" sz="1100" b="0" dirty="0"/>
                        <a:t>2</a:t>
                      </a:r>
                    </a:p>
                    <a:p>
                      <a:r>
                        <a:rPr lang="en-US" sz="1100" b="0" dirty="0"/>
                        <a:t>3</a:t>
                      </a:r>
                    </a:p>
                    <a:p>
                      <a:r>
                        <a:rPr lang="en-US" sz="1100" b="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documents.txt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rdd.map</a:t>
                      </a:r>
                      <a:r>
                        <a:rPr lang="en-US" sz="1100" dirty="0">
                          <a:latin typeface="Courier New" panose="02070309020205020404" pitchFamily="49" charset="0"/>
                          <a:cs typeface="Courier New" panose="02070309020205020404" pitchFamily="49" charset="0"/>
                        </a:rPr>
                        <a:t>(lambda x: </a:t>
                      </a:r>
                      <a:r>
                        <a:rPr lang="en-US" sz="1100" dirty="0" err="1">
                          <a:latin typeface="Courier New" panose="02070309020205020404" pitchFamily="49" charset="0"/>
                          <a:cs typeface="Courier New" panose="02070309020205020404" pitchFamily="49" charset="0"/>
                        </a:rPr>
                        <a:t>x.split</a:t>
                      </a:r>
                      <a:r>
                        <a:rPr lang="en-US" sz="1100" dirty="0">
                          <a:latin typeface="Courier New" panose="02070309020205020404" pitchFamily="49" charset="0"/>
                          <a:cs typeface="Courier New" panose="02070309020205020404" pitchFamily="49" charset="0"/>
                        </a:rPr>
                        <a:t>('||’))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.map(lambda parts: (parts[0].strip(), parts[1].strip()))</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solidFill>
                            <a:srgbClr val="C40C67"/>
                          </a:solidFill>
                          <a:latin typeface="Courier New" panose="02070309020205020404" pitchFamily="49" charset="0"/>
                          <a:cs typeface="Courier New" panose="02070309020205020404" pitchFamily="49" charset="0"/>
                        </a:rPr>
                        <a:t>rdd</a:t>
                      </a:r>
                      <a:r>
                        <a:rPr lang="en-US" sz="1100" dirty="0">
                          <a:solidFill>
                            <a:srgbClr val="C40C67"/>
                          </a:solidFill>
                          <a:latin typeface="Courier New" panose="02070309020205020404" pitchFamily="49" charset="0"/>
                          <a:cs typeface="Courier New" panose="02070309020205020404" pitchFamily="49" charset="0"/>
                        </a:rPr>
                        <a:t> = </a:t>
                      </a:r>
                      <a:r>
                        <a:rPr lang="en-US" sz="1100" dirty="0" err="1">
                          <a:solidFill>
                            <a:srgbClr val="C40C67"/>
                          </a:solidFill>
                          <a:latin typeface="Courier New" panose="02070309020205020404" pitchFamily="49" charset="0"/>
                          <a:cs typeface="Courier New" panose="02070309020205020404" pitchFamily="49" charset="0"/>
                        </a:rPr>
                        <a:t>rdd.flatMap</a:t>
                      </a:r>
                      <a:r>
                        <a:rPr lang="en-US" sz="1100" dirty="0">
                          <a:solidFill>
                            <a:srgbClr val="C40C67"/>
                          </a:solidFill>
                          <a:latin typeface="Courier New" panose="02070309020205020404" pitchFamily="49" charset="0"/>
                          <a:cs typeface="Courier New" panose="02070309020205020404" pitchFamily="49" charset="0"/>
                        </a:rPr>
                        <a:t>(lambda pair: [(</a:t>
                      </a:r>
                      <a:r>
                        <a:rPr lang="en-US" sz="1100" dirty="0" err="1">
                          <a:solidFill>
                            <a:srgbClr val="C40C67"/>
                          </a:solidFill>
                          <a:latin typeface="Courier New" panose="02070309020205020404" pitchFamily="49" charset="0"/>
                          <a:cs typeface="Courier New" panose="02070309020205020404" pitchFamily="49" charset="0"/>
                        </a:rPr>
                        <a:t>word.strip</a:t>
                      </a:r>
                      <a:r>
                        <a:rPr lang="en-US" sz="1100" dirty="0">
                          <a:solidFill>
                            <a:srgbClr val="C40C67"/>
                          </a:solidFill>
                          <a:latin typeface="Courier New" panose="02070309020205020404" pitchFamily="49" charset="0"/>
                          <a:cs typeface="Courier New" panose="02070309020205020404" pitchFamily="49" charset="0"/>
                        </a:rPr>
                        <a:t>().lower(), pair[0]) for word in pair[1].split()])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
        <p:nvSpPr>
          <p:cNvPr id="6" name="TextBox 5">
            <a:extLst>
              <a:ext uri="{FF2B5EF4-FFF2-40B4-BE49-F238E27FC236}">
                <a16:creationId xmlns:a16="http://schemas.microsoft.com/office/drawing/2014/main" id="{E678E3FA-A164-0385-E00D-EE71A54AF5A4}"/>
              </a:ext>
            </a:extLst>
          </p:cNvPr>
          <p:cNvSpPr txBox="1"/>
          <p:nvPr/>
        </p:nvSpPr>
        <p:spPr>
          <a:xfrm>
            <a:off x="572815" y="2988883"/>
            <a:ext cx="5145662" cy="861774"/>
          </a:xfrm>
          <a:prstGeom prst="rect">
            <a:avLst/>
          </a:prstGeom>
          <a:noFill/>
        </p:spPr>
        <p:txBody>
          <a:bodyPr wrap="square">
            <a:spAutoFit/>
          </a:bodyPr>
          <a:lstStyle/>
          <a:p>
            <a:pPr algn="l">
              <a:buNone/>
            </a:pPr>
            <a:r>
              <a:rPr lang="en-HK" sz="1000" b="0" i="0" dirty="0">
                <a:solidFill>
                  <a:srgbClr val="1F1F1F"/>
                </a:solidFill>
                <a:effectLst/>
                <a:latin typeface="Courier New" panose="02070309020205020404" pitchFamily="49" charset="0"/>
              </a:rPr>
              <a:t>[('the', 'D1'), ('cat', 'D1'), ('sat', 'D1'), ('on', 'D1'),</a:t>
            </a:r>
          </a:p>
          <a:p>
            <a:pPr algn="l">
              <a:buNone/>
            </a:pPr>
            <a:r>
              <a:rPr lang="en-HK" sz="1000" b="0" i="0" dirty="0">
                <a:solidFill>
                  <a:srgbClr val="1F1F1F"/>
                </a:solidFill>
                <a:effectLst/>
                <a:latin typeface="Courier New" panose="02070309020205020404" pitchFamily="49" charset="0"/>
              </a:rPr>
              <a:t> ('the', 'D1'), ('mat', 'D1'), ('a', 'D2'), ('quick', 'D2'),</a:t>
            </a:r>
          </a:p>
          <a:p>
            <a:pPr algn="l">
              <a:buNone/>
            </a:pPr>
            <a:r>
              <a:rPr lang="en-HK" sz="1000" b="0" i="0" dirty="0">
                <a:solidFill>
                  <a:srgbClr val="1F1F1F"/>
                </a:solidFill>
                <a:effectLst/>
                <a:latin typeface="Courier New" panose="02070309020205020404" pitchFamily="49" charset="0"/>
              </a:rPr>
              <a:t> ('brown', 'D2'), ('fox', 'D2'), ('jumps', 'D2'), ('the', 'D3'),</a:t>
            </a:r>
          </a:p>
          <a:p>
            <a:pPr algn="l">
              <a:buNone/>
            </a:pPr>
            <a:r>
              <a:rPr lang="en-HK" sz="1000" b="0" i="0" dirty="0">
                <a:solidFill>
                  <a:srgbClr val="1F1F1F"/>
                </a:solidFill>
                <a:effectLst/>
                <a:latin typeface="Courier New" panose="02070309020205020404" pitchFamily="49" charset="0"/>
              </a:rPr>
              <a:t> ('quick', 'D3'), ('brown', 'D3'), ('fox', 'D3'), ('sat', 'D4'),</a:t>
            </a:r>
          </a:p>
          <a:p>
            <a:pPr algn="l">
              <a:buNone/>
            </a:pPr>
            <a:r>
              <a:rPr lang="en-HK" sz="1000" b="0" i="0" dirty="0">
                <a:solidFill>
                  <a:srgbClr val="1F1F1F"/>
                </a:solidFill>
                <a:effectLst/>
                <a:latin typeface="Courier New" panose="02070309020205020404" pitchFamily="49" charset="0"/>
              </a:rPr>
              <a:t> ('on', 'D4'), ('the', 'D4'), ('brown', 'D4'), ('mat', 'D4')]</a:t>
            </a:r>
          </a:p>
        </p:txBody>
      </p:sp>
      <p:graphicFrame>
        <p:nvGraphicFramePr>
          <p:cNvPr id="7" name="Table 6">
            <a:extLst>
              <a:ext uri="{FF2B5EF4-FFF2-40B4-BE49-F238E27FC236}">
                <a16:creationId xmlns:a16="http://schemas.microsoft.com/office/drawing/2014/main" id="{3C32A04B-53EE-3DD4-9750-8BE246CD7A8B}"/>
              </a:ext>
            </a:extLst>
          </p:cNvPr>
          <p:cNvGraphicFramePr>
            <a:graphicFrameLocks noGrp="1"/>
          </p:cNvGraphicFramePr>
          <p:nvPr>
            <p:extLst>
              <p:ext uri="{D42A27DB-BD31-4B8C-83A1-F6EECF244321}">
                <p14:modId xmlns:p14="http://schemas.microsoft.com/office/powerpoint/2010/main" val="1543726524"/>
              </p:ext>
            </p:extLst>
          </p:nvPr>
        </p:nvGraphicFramePr>
        <p:xfrm>
          <a:off x="409054" y="4241603"/>
          <a:ext cx="8434624" cy="1097280"/>
        </p:xfrm>
        <a:graphic>
          <a:graphicData uri="http://schemas.openxmlformats.org/drawingml/2006/table">
            <a:tbl>
              <a:tblPr>
                <a:tableStyleId>{5C22544A-7EE6-4342-B048-85BDC9FD1C3A}</a:tableStyleId>
              </a:tblPr>
              <a:tblGrid>
                <a:gridCol w="295593">
                  <a:extLst>
                    <a:ext uri="{9D8B030D-6E8A-4147-A177-3AD203B41FA5}">
                      <a16:colId xmlns:a16="http://schemas.microsoft.com/office/drawing/2014/main" val="1258354373"/>
                    </a:ext>
                  </a:extLst>
                </a:gridCol>
                <a:gridCol w="8139031">
                  <a:extLst>
                    <a:ext uri="{9D8B030D-6E8A-4147-A177-3AD203B41FA5}">
                      <a16:colId xmlns:a16="http://schemas.microsoft.com/office/drawing/2014/main" val="1639966391"/>
                    </a:ext>
                  </a:extLst>
                </a:gridCol>
              </a:tblGrid>
              <a:tr h="351501">
                <a:tc>
                  <a:txBody>
                    <a:bodyPr/>
                    <a:lstStyle/>
                    <a:p>
                      <a:r>
                        <a:rPr lang="en-US" sz="1100" b="0" dirty="0"/>
                        <a:t>1</a:t>
                      </a:r>
                    </a:p>
                    <a:p>
                      <a:r>
                        <a:rPr lang="en-US" sz="1100" b="0" dirty="0"/>
                        <a:t>2</a:t>
                      </a:r>
                    </a:p>
                    <a:p>
                      <a:r>
                        <a:rPr lang="en-US" sz="1100" b="0" dirty="0"/>
                        <a:t>3</a:t>
                      </a:r>
                    </a:p>
                    <a:p>
                      <a:r>
                        <a:rPr lang="en-US" sz="1100" b="0" dirty="0"/>
                        <a:t>4</a:t>
                      </a:r>
                    </a:p>
                    <a:p>
                      <a:r>
                        <a:rPr lang="en-US" sz="1100" b="0" dirty="0"/>
                        <a:t>5</a:t>
                      </a:r>
                    </a:p>
                    <a:p>
                      <a:r>
                        <a:rPr lang="en-US" sz="1100" b="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documents.txt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rdd.map</a:t>
                      </a:r>
                      <a:r>
                        <a:rPr lang="en-US" sz="1100" dirty="0">
                          <a:latin typeface="Courier New" panose="02070309020205020404" pitchFamily="49" charset="0"/>
                          <a:cs typeface="Courier New" panose="02070309020205020404" pitchFamily="49" charset="0"/>
                        </a:rPr>
                        <a:t>(lambda x: </a:t>
                      </a:r>
                      <a:r>
                        <a:rPr lang="en-US" sz="1100" dirty="0" err="1">
                          <a:latin typeface="Courier New" panose="02070309020205020404" pitchFamily="49" charset="0"/>
                          <a:cs typeface="Courier New" panose="02070309020205020404" pitchFamily="49" charset="0"/>
                        </a:rPr>
                        <a:t>x.split</a:t>
                      </a:r>
                      <a:r>
                        <a:rPr lang="en-US" sz="1100" dirty="0">
                          <a:latin typeface="Courier New" panose="02070309020205020404" pitchFamily="49" charset="0"/>
                          <a:cs typeface="Courier New" panose="02070309020205020404" pitchFamily="49" charset="0"/>
                        </a:rPr>
                        <a:t>('||’))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.map(lambda parts: (parts[0].strip(), parts[1].strip()))</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rdd.flatMap</a:t>
                      </a:r>
                      <a:r>
                        <a:rPr lang="en-US" sz="1100" dirty="0">
                          <a:latin typeface="Courier New" panose="02070309020205020404" pitchFamily="49" charset="0"/>
                          <a:cs typeface="Courier New" panose="02070309020205020404" pitchFamily="49" charset="0"/>
                        </a:rPr>
                        <a:t>(lambda pair: [(</a:t>
                      </a:r>
                      <a:r>
                        <a:rPr lang="en-US" sz="1100" dirty="0" err="1">
                          <a:latin typeface="Courier New" panose="02070309020205020404" pitchFamily="49" charset="0"/>
                          <a:cs typeface="Courier New" panose="02070309020205020404" pitchFamily="49" charset="0"/>
                        </a:rPr>
                        <a:t>word.strip</a:t>
                      </a:r>
                      <a:r>
                        <a:rPr lang="en-US" sz="1100" dirty="0">
                          <a:latin typeface="Courier New" panose="02070309020205020404" pitchFamily="49" charset="0"/>
                          <a:cs typeface="Courier New" panose="02070309020205020404" pitchFamily="49" charset="0"/>
                        </a:rPr>
                        <a:t>().lower(), pair[0]) for word in pair[1].split()])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rdd.distinct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rdd.groupByKey</a:t>
                      </a:r>
                      <a:r>
                        <a:rPr lang="en-US" sz="1100" dirty="0">
                          <a:latin typeface="Courier New" panose="02070309020205020404" pitchFamily="49" charset="0"/>
                          <a:cs typeface="Courier New" panose="020703090202050204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
        <p:nvSpPr>
          <p:cNvPr id="9" name="TextBox 8">
            <a:extLst>
              <a:ext uri="{FF2B5EF4-FFF2-40B4-BE49-F238E27FC236}">
                <a16:creationId xmlns:a16="http://schemas.microsoft.com/office/drawing/2014/main" id="{604904BC-B04B-FAEA-EDA2-A44393130E91}"/>
              </a:ext>
            </a:extLst>
          </p:cNvPr>
          <p:cNvSpPr txBox="1"/>
          <p:nvPr/>
        </p:nvSpPr>
        <p:spPr>
          <a:xfrm>
            <a:off x="572815" y="5372997"/>
            <a:ext cx="6279931" cy="861774"/>
          </a:xfrm>
          <a:prstGeom prst="rect">
            <a:avLst/>
          </a:prstGeom>
          <a:noFill/>
        </p:spPr>
        <p:txBody>
          <a:bodyPr wrap="square">
            <a:spAutoFit/>
          </a:bodyPr>
          <a:lstStyle/>
          <a:p>
            <a:pPr algn="l">
              <a:buNone/>
            </a:pPr>
            <a:r>
              <a:rPr lang="en-HK" sz="1000" b="0" i="0" dirty="0">
                <a:solidFill>
                  <a:srgbClr val="1F1F1F"/>
                </a:solidFill>
                <a:effectLst/>
                <a:latin typeface="Courier New" panose="02070309020205020404" pitchFamily="49" charset="0"/>
              </a:rPr>
              <a:t>[('the', &lt;</a:t>
            </a:r>
            <a:r>
              <a:rPr lang="en-HK" sz="1000" b="0" i="0" dirty="0" err="1">
                <a:solidFill>
                  <a:srgbClr val="1F1F1F"/>
                </a:solidFill>
                <a:effectLst/>
                <a:latin typeface="Courier New" panose="02070309020205020404" pitchFamily="49" charset="0"/>
              </a:rPr>
              <a:t>pyspark.resultiterable.ResultIterable</a:t>
            </a:r>
            <a:r>
              <a:rPr lang="en-HK" sz="1000" b="0" i="0" dirty="0">
                <a:solidFill>
                  <a:srgbClr val="1F1F1F"/>
                </a:solidFill>
                <a:effectLst/>
                <a:latin typeface="Courier New" panose="02070309020205020404" pitchFamily="49" charset="0"/>
              </a:rPr>
              <a:t> at 0x78280f81a150&gt;),</a:t>
            </a:r>
          </a:p>
          <a:p>
            <a:pPr algn="l">
              <a:buNone/>
            </a:pPr>
            <a:r>
              <a:rPr lang="en-HK" sz="1000" b="0" i="0" dirty="0">
                <a:solidFill>
                  <a:srgbClr val="1F1F1F"/>
                </a:solidFill>
                <a:effectLst/>
                <a:latin typeface="Courier New" panose="02070309020205020404" pitchFamily="49" charset="0"/>
              </a:rPr>
              <a:t> ('cat', &lt;</a:t>
            </a:r>
            <a:r>
              <a:rPr lang="en-HK" sz="1000" b="0" i="0" dirty="0" err="1">
                <a:solidFill>
                  <a:srgbClr val="1F1F1F"/>
                </a:solidFill>
                <a:effectLst/>
                <a:latin typeface="Courier New" panose="02070309020205020404" pitchFamily="49" charset="0"/>
              </a:rPr>
              <a:t>pyspark.resultiterable.ResultIterable</a:t>
            </a:r>
            <a:r>
              <a:rPr lang="en-HK" sz="1000" b="0" i="0" dirty="0">
                <a:solidFill>
                  <a:srgbClr val="1F1F1F"/>
                </a:solidFill>
                <a:effectLst/>
                <a:latin typeface="Courier New" panose="02070309020205020404" pitchFamily="49" charset="0"/>
              </a:rPr>
              <a:t> at 0x78280f81a180&gt;),</a:t>
            </a:r>
          </a:p>
          <a:p>
            <a:pPr algn="l">
              <a:buNone/>
            </a:pPr>
            <a:r>
              <a:rPr lang="en-HK" sz="1000" b="0" i="0" dirty="0">
                <a:solidFill>
                  <a:srgbClr val="1F1F1F"/>
                </a:solidFill>
                <a:effectLst/>
                <a:latin typeface="Courier New" panose="02070309020205020404" pitchFamily="49" charset="0"/>
              </a:rPr>
              <a:t> ('sat', &lt;</a:t>
            </a:r>
            <a:r>
              <a:rPr lang="en-HK" sz="1000" b="0" i="0" dirty="0" err="1">
                <a:solidFill>
                  <a:srgbClr val="1F1F1F"/>
                </a:solidFill>
                <a:effectLst/>
                <a:latin typeface="Courier New" panose="02070309020205020404" pitchFamily="49" charset="0"/>
              </a:rPr>
              <a:t>pyspark.resultiterable.ResultIterable</a:t>
            </a:r>
            <a:r>
              <a:rPr lang="en-HK" sz="1000" b="0" i="0" dirty="0">
                <a:solidFill>
                  <a:srgbClr val="1F1F1F"/>
                </a:solidFill>
                <a:effectLst/>
                <a:latin typeface="Courier New" panose="02070309020205020404" pitchFamily="49" charset="0"/>
              </a:rPr>
              <a:t> at 0x78280f81a360&gt;),</a:t>
            </a:r>
          </a:p>
          <a:p>
            <a:pPr algn="l">
              <a:buNone/>
            </a:pPr>
            <a:r>
              <a:rPr lang="en-HK" sz="1000" b="0" i="0" dirty="0">
                <a:solidFill>
                  <a:srgbClr val="1F1F1F"/>
                </a:solidFill>
                <a:effectLst/>
                <a:latin typeface="Courier New" panose="02070309020205020404" pitchFamily="49" charset="0"/>
              </a:rPr>
              <a:t>  …,</a:t>
            </a:r>
          </a:p>
          <a:p>
            <a:pPr algn="l">
              <a:buNone/>
            </a:pPr>
            <a:r>
              <a:rPr lang="en-HK" sz="1000" b="0" i="0" dirty="0">
                <a:solidFill>
                  <a:srgbClr val="1F1F1F"/>
                </a:solidFill>
                <a:effectLst/>
                <a:latin typeface="Courier New" panose="02070309020205020404" pitchFamily="49" charset="0"/>
              </a:rPr>
              <a:t> ('jumps', &lt;</a:t>
            </a:r>
            <a:r>
              <a:rPr lang="en-HK" sz="1000" b="0" i="0" dirty="0" err="1">
                <a:solidFill>
                  <a:srgbClr val="1F1F1F"/>
                </a:solidFill>
                <a:effectLst/>
                <a:latin typeface="Courier New" panose="02070309020205020404" pitchFamily="49" charset="0"/>
              </a:rPr>
              <a:t>pyspark.resultiterable.ResultIterable</a:t>
            </a:r>
            <a:r>
              <a:rPr lang="en-HK" sz="1000" b="0" i="0" dirty="0">
                <a:solidFill>
                  <a:srgbClr val="1F1F1F"/>
                </a:solidFill>
                <a:effectLst/>
                <a:latin typeface="Courier New" panose="02070309020205020404" pitchFamily="49" charset="0"/>
              </a:rPr>
              <a:t> at 0x78280f81a8a0&gt;)]</a:t>
            </a:r>
          </a:p>
        </p:txBody>
      </p:sp>
    </p:spTree>
    <p:extLst>
      <p:ext uri="{BB962C8B-B14F-4D97-AF65-F5344CB8AC3E}">
        <p14:creationId xmlns:p14="http://schemas.microsoft.com/office/powerpoint/2010/main" val="400179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11" end="11"/>
                                            </p:txEl>
                                          </p:spTgt>
                                        </p:tgtEl>
                                        <p:attrNameLst>
                                          <p:attrName>style.visibility</p:attrName>
                                        </p:attrNameLst>
                                      </p:cBhvr>
                                      <p:to>
                                        <p:strVal val="visible"/>
                                      </p:to>
                                    </p:set>
                                    <p:animEffect transition="in" filter="dissolve">
                                      <p:cBhvr>
                                        <p:cTn id="20" dur="500"/>
                                        <p:tgtEl>
                                          <p:spTgt spid="2">
                                            <p:txEl>
                                              <p:pRg st="11" end="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FA7C92-7A8B-45BB-33D8-99F618DC7230}"/>
              </a:ext>
            </a:extLst>
          </p:cNvPr>
          <p:cNvSpPr>
            <a:spLocks noGrp="1"/>
          </p:cNvSpPr>
          <p:nvPr>
            <p:ph sz="quarter" idx="14"/>
          </p:nvPr>
        </p:nvSpPr>
        <p:spPr/>
        <p: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Raleway" pitchFamily="2" charset="77"/>
                <a:ea typeface="+mn-ea"/>
                <a:cs typeface="+mn-cs"/>
              </a:rPr>
              <a:t>#TODO 5: Perform sorting</a:t>
            </a:r>
            <a:endParaRPr kumimoji="0" lang="en-US" sz="2400" b="0" i="0" u="none" strike="noStrike" kern="1200" cap="none" spc="0" normalizeH="0" baseline="0" noProof="0" dirty="0">
              <a:ln>
                <a:noFill/>
              </a:ln>
              <a:solidFill>
                <a:srgbClr val="000000"/>
              </a:solidFill>
              <a:effectLst/>
              <a:uLnTx/>
              <a:uFillTx/>
              <a:latin typeface="Segoe UI "/>
              <a:ea typeface="+mn-ea"/>
              <a:cs typeface="+mn-cs"/>
            </a:endParaRPr>
          </a:p>
          <a:p>
            <a:endParaRPr lang="en-US" dirty="0"/>
          </a:p>
        </p:txBody>
      </p:sp>
      <p:sp>
        <p:nvSpPr>
          <p:cNvPr id="3" name="Title 2">
            <a:extLst>
              <a:ext uri="{FF2B5EF4-FFF2-40B4-BE49-F238E27FC236}">
                <a16:creationId xmlns:a16="http://schemas.microsoft.com/office/drawing/2014/main" id="{53D1CBF1-E3FC-122A-BEE0-D115286DAA72}"/>
              </a:ext>
            </a:extLst>
          </p:cNvPr>
          <p:cNvSpPr>
            <a:spLocks noGrp="1"/>
          </p:cNvSpPr>
          <p:nvPr>
            <p:ph type="title"/>
          </p:nvPr>
        </p:nvSpPr>
        <p:spPr/>
        <p:txBody>
          <a:bodyPr/>
          <a:lstStyle/>
          <a:p>
            <a:r>
              <a:rPr lang="en-US" dirty="0"/>
              <a:t>Take Home Exercise (Solution)</a:t>
            </a:r>
          </a:p>
        </p:txBody>
      </p:sp>
      <p:sp>
        <p:nvSpPr>
          <p:cNvPr id="5" name="TextBox 4">
            <a:extLst>
              <a:ext uri="{FF2B5EF4-FFF2-40B4-BE49-F238E27FC236}">
                <a16:creationId xmlns:a16="http://schemas.microsoft.com/office/drawing/2014/main" id="{59D3435D-F181-1003-E0EF-8CB816E33FBF}"/>
              </a:ext>
            </a:extLst>
          </p:cNvPr>
          <p:cNvSpPr txBox="1"/>
          <p:nvPr/>
        </p:nvSpPr>
        <p:spPr>
          <a:xfrm>
            <a:off x="300322" y="3267820"/>
            <a:ext cx="4572000" cy="1631216"/>
          </a:xfrm>
          <a:prstGeom prst="rect">
            <a:avLst/>
          </a:prstGeom>
          <a:noFill/>
        </p:spPr>
        <p:txBody>
          <a:bodyPr wrap="square">
            <a:spAutoFit/>
          </a:bodyPr>
          <a:lstStyle/>
          <a:p>
            <a:pPr algn="l">
              <a:buNone/>
            </a:pPr>
            <a:r>
              <a:rPr lang="en-HK" sz="1000" b="0" i="0" dirty="0">
                <a:solidFill>
                  <a:srgbClr val="1F1F1F"/>
                </a:solidFill>
                <a:effectLst/>
                <a:latin typeface="Courier New" panose="02070309020205020404" pitchFamily="49" charset="0"/>
              </a:rPr>
              <a:t>[('a', ['D2']),</a:t>
            </a:r>
          </a:p>
          <a:p>
            <a:pPr algn="l">
              <a:buNone/>
            </a:pPr>
            <a:r>
              <a:rPr lang="en-HK" sz="1000" b="0" i="0" dirty="0">
                <a:solidFill>
                  <a:srgbClr val="1F1F1F"/>
                </a:solidFill>
                <a:effectLst/>
                <a:latin typeface="Courier New" panose="02070309020205020404" pitchFamily="49" charset="0"/>
              </a:rPr>
              <a:t> ('brown', ['D2', 'D3', 'D4']),</a:t>
            </a:r>
          </a:p>
          <a:p>
            <a:pPr algn="l">
              <a:buNone/>
            </a:pPr>
            <a:r>
              <a:rPr lang="en-HK" sz="1000" b="0" i="0" dirty="0">
                <a:solidFill>
                  <a:srgbClr val="1F1F1F"/>
                </a:solidFill>
                <a:effectLst/>
                <a:latin typeface="Courier New" panose="02070309020205020404" pitchFamily="49" charset="0"/>
              </a:rPr>
              <a:t> ('cat', ['D1']),</a:t>
            </a:r>
          </a:p>
          <a:p>
            <a:pPr algn="l">
              <a:buNone/>
            </a:pPr>
            <a:r>
              <a:rPr lang="en-HK" sz="1000" b="0" i="0" dirty="0">
                <a:solidFill>
                  <a:srgbClr val="1F1F1F"/>
                </a:solidFill>
                <a:effectLst/>
                <a:latin typeface="Courier New" panose="02070309020205020404" pitchFamily="49" charset="0"/>
              </a:rPr>
              <a:t> ('fox', ['D2', 'D3']),</a:t>
            </a:r>
          </a:p>
          <a:p>
            <a:pPr algn="l">
              <a:buNone/>
            </a:pPr>
            <a:r>
              <a:rPr lang="en-HK" sz="1000" b="0" i="0" dirty="0">
                <a:solidFill>
                  <a:srgbClr val="1F1F1F"/>
                </a:solidFill>
                <a:effectLst/>
                <a:latin typeface="Courier New" panose="02070309020205020404" pitchFamily="49" charset="0"/>
              </a:rPr>
              <a:t> ('jumps', ['D2']),</a:t>
            </a:r>
          </a:p>
          <a:p>
            <a:pPr algn="l">
              <a:buNone/>
            </a:pPr>
            <a:r>
              <a:rPr lang="en-HK" sz="1000" b="0" i="0" dirty="0">
                <a:solidFill>
                  <a:srgbClr val="1F1F1F"/>
                </a:solidFill>
                <a:effectLst/>
                <a:latin typeface="Courier New" panose="02070309020205020404" pitchFamily="49" charset="0"/>
              </a:rPr>
              <a:t> ('mat', ['D1', 'D4']),</a:t>
            </a:r>
          </a:p>
          <a:p>
            <a:pPr algn="l">
              <a:buNone/>
            </a:pPr>
            <a:r>
              <a:rPr lang="en-HK" sz="1000" b="0" i="0" dirty="0">
                <a:solidFill>
                  <a:srgbClr val="1F1F1F"/>
                </a:solidFill>
                <a:effectLst/>
                <a:latin typeface="Courier New" panose="02070309020205020404" pitchFamily="49" charset="0"/>
              </a:rPr>
              <a:t> ('on', ['D1', 'D4']),</a:t>
            </a:r>
          </a:p>
          <a:p>
            <a:pPr algn="l">
              <a:buNone/>
            </a:pPr>
            <a:r>
              <a:rPr lang="en-HK" sz="1000" b="0" i="0" dirty="0">
                <a:solidFill>
                  <a:srgbClr val="1F1F1F"/>
                </a:solidFill>
                <a:effectLst/>
                <a:latin typeface="Courier New" panose="02070309020205020404" pitchFamily="49" charset="0"/>
              </a:rPr>
              <a:t> ('quick', ['D2', 'D3']),</a:t>
            </a:r>
          </a:p>
          <a:p>
            <a:pPr algn="l">
              <a:buNone/>
            </a:pPr>
            <a:r>
              <a:rPr lang="en-HK" sz="1000" b="0" i="0" dirty="0">
                <a:solidFill>
                  <a:srgbClr val="1F1F1F"/>
                </a:solidFill>
                <a:effectLst/>
                <a:latin typeface="Courier New" panose="02070309020205020404" pitchFamily="49" charset="0"/>
              </a:rPr>
              <a:t> ('sat', ['D1', 'D4']),</a:t>
            </a:r>
          </a:p>
          <a:p>
            <a:pPr algn="l">
              <a:buNone/>
            </a:pPr>
            <a:r>
              <a:rPr lang="en-HK" sz="1000" b="0" i="0" dirty="0">
                <a:solidFill>
                  <a:srgbClr val="1F1F1F"/>
                </a:solidFill>
                <a:effectLst/>
                <a:latin typeface="Courier New" panose="02070309020205020404" pitchFamily="49" charset="0"/>
              </a:rPr>
              <a:t> ('the', ['D1', 'D3', 'D4'])]</a:t>
            </a:r>
          </a:p>
        </p:txBody>
      </p:sp>
      <p:graphicFrame>
        <p:nvGraphicFramePr>
          <p:cNvPr id="6" name="Table 5">
            <a:extLst>
              <a:ext uri="{FF2B5EF4-FFF2-40B4-BE49-F238E27FC236}">
                <a16:creationId xmlns:a16="http://schemas.microsoft.com/office/drawing/2014/main" id="{0B971446-3F64-0D18-BBB7-047E3D203E35}"/>
              </a:ext>
            </a:extLst>
          </p:cNvPr>
          <p:cNvGraphicFramePr>
            <a:graphicFrameLocks noGrp="1"/>
          </p:cNvGraphicFramePr>
          <p:nvPr>
            <p:extLst>
              <p:ext uri="{D42A27DB-BD31-4B8C-83A1-F6EECF244321}">
                <p14:modId xmlns:p14="http://schemas.microsoft.com/office/powerpoint/2010/main" val="2625481147"/>
              </p:ext>
            </p:extLst>
          </p:nvPr>
        </p:nvGraphicFramePr>
        <p:xfrm>
          <a:off x="409054" y="2002900"/>
          <a:ext cx="8434624" cy="1264920"/>
        </p:xfrm>
        <a:graphic>
          <a:graphicData uri="http://schemas.openxmlformats.org/drawingml/2006/table">
            <a:tbl>
              <a:tblPr>
                <a:tableStyleId>{5C22544A-7EE6-4342-B048-85BDC9FD1C3A}</a:tableStyleId>
              </a:tblPr>
              <a:tblGrid>
                <a:gridCol w="295593">
                  <a:extLst>
                    <a:ext uri="{9D8B030D-6E8A-4147-A177-3AD203B41FA5}">
                      <a16:colId xmlns:a16="http://schemas.microsoft.com/office/drawing/2014/main" val="1258354373"/>
                    </a:ext>
                  </a:extLst>
                </a:gridCol>
                <a:gridCol w="8139031">
                  <a:extLst>
                    <a:ext uri="{9D8B030D-6E8A-4147-A177-3AD203B41FA5}">
                      <a16:colId xmlns:a16="http://schemas.microsoft.com/office/drawing/2014/main" val="1639966391"/>
                    </a:ext>
                  </a:extLst>
                </a:gridCol>
              </a:tblGrid>
              <a:tr h="351501">
                <a:tc>
                  <a:txBody>
                    <a:bodyPr/>
                    <a:lstStyle/>
                    <a:p>
                      <a:r>
                        <a:rPr lang="en-US" sz="1100" b="0" dirty="0"/>
                        <a:t>1</a:t>
                      </a:r>
                    </a:p>
                    <a:p>
                      <a:r>
                        <a:rPr lang="en-US" sz="1100" b="0" dirty="0"/>
                        <a:t>2</a:t>
                      </a:r>
                    </a:p>
                    <a:p>
                      <a:r>
                        <a:rPr lang="en-US" sz="1100" b="0" dirty="0"/>
                        <a:t>3</a:t>
                      </a:r>
                    </a:p>
                    <a:p>
                      <a:r>
                        <a:rPr lang="en-US" sz="1100" b="0" dirty="0"/>
                        <a:t>4</a:t>
                      </a:r>
                    </a:p>
                    <a:p>
                      <a:r>
                        <a:rPr lang="en-US" sz="1100" b="0" dirty="0"/>
                        <a:t>5</a:t>
                      </a:r>
                    </a:p>
                    <a:p>
                      <a:r>
                        <a:rPr lang="en-US" sz="1100" b="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spark.textFile</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documents.txt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rdd.map</a:t>
                      </a:r>
                      <a:r>
                        <a:rPr lang="en-US" sz="1100" dirty="0">
                          <a:latin typeface="Courier New" panose="02070309020205020404" pitchFamily="49" charset="0"/>
                          <a:cs typeface="Courier New" panose="02070309020205020404" pitchFamily="49" charset="0"/>
                        </a:rPr>
                        <a:t>(lambda x: </a:t>
                      </a:r>
                      <a:r>
                        <a:rPr lang="en-US" sz="1100" dirty="0" err="1">
                          <a:latin typeface="Courier New" panose="02070309020205020404" pitchFamily="49" charset="0"/>
                          <a:cs typeface="Courier New" panose="02070309020205020404" pitchFamily="49" charset="0"/>
                        </a:rPr>
                        <a:t>x.split</a:t>
                      </a:r>
                      <a:r>
                        <a:rPr lang="en-US" sz="1100" dirty="0">
                          <a:latin typeface="Courier New" panose="02070309020205020404" pitchFamily="49" charset="0"/>
                          <a:cs typeface="Courier New" panose="02070309020205020404" pitchFamily="49" charset="0"/>
                        </a:rPr>
                        <a:t>('||’))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a:latin typeface="Courier New" panose="02070309020205020404" pitchFamily="49" charset="0"/>
                          <a:cs typeface="Courier New" panose="02070309020205020404" pitchFamily="49" charset="0"/>
                        </a:rPr>
                        <a:t>      .map(lambda parts: (parts[0].strip(), parts[1].strip()))</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rdd.flatMap</a:t>
                      </a:r>
                      <a:r>
                        <a:rPr lang="en-US" sz="1100" dirty="0">
                          <a:latin typeface="Courier New" panose="02070309020205020404" pitchFamily="49" charset="0"/>
                          <a:cs typeface="Courier New" panose="02070309020205020404" pitchFamily="49" charset="0"/>
                        </a:rPr>
                        <a:t>(lambda pair: [(</a:t>
                      </a:r>
                      <a:r>
                        <a:rPr lang="en-US" sz="1100" dirty="0" err="1">
                          <a:latin typeface="Courier New" panose="02070309020205020404" pitchFamily="49" charset="0"/>
                          <a:cs typeface="Courier New" panose="02070309020205020404" pitchFamily="49" charset="0"/>
                        </a:rPr>
                        <a:t>word.strip</a:t>
                      </a:r>
                      <a:r>
                        <a:rPr lang="en-US" sz="1100" dirty="0">
                          <a:latin typeface="Courier New" panose="02070309020205020404" pitchFamily="49" charset="0"/>
                          <a:cs typeface="Courier New" panose="02070309020205020404" pitchFamily="49" charset="0"/>
                        </a:rPr>
                        <a:t>().lower(), pair[0]) for word in pair[1].split()])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rdd.distinct</a:t>
                      </a:r>
                      <a:r>
                        <a:rPr lang="en-US" sz="1100" dirty="0">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r>
                        <a:rPr lang="en-US" sz="1100" dirty="0" err="1">
                          <a:latin typeface="Courier New" panose="02070309020205020404" pitchFamily="49" charset="0"/>
                          <a:cs typeface="Courier New" panose="02070309020205020404" pitchFamily="49" charset="0"/>
                        </a:rPr>
                        <a:t>rdd</a:t>
                      </a:r>
                      <a:r>
                        <a:rPr lang="en-US" sz="1100" dirty="0">
                          <a:latin typeface="Courier New" panose="02070309020205020404" pitchFamily="49" charset="0"/>
                          <a:cs typeface="Courier New" panose="02070309020205020404" pitchFamily="49" charset="0"/>
                        </a:rPr>
                        <a:t> = </a:t>
                      </a:r>
                      <a:r>
                        <a:rPr lang="en-US" sz="1100" dirty="0" err="1">
                          <a:latin typeface="Courier New" panose="02070309020205020404" pitchFamily="49" charset="0"/>
                          <a:cs typeface="Courier New" panose="02070309020205020404" pitchFamily="49" charset="0"/>
                        </a:rPr>
                        <a:t>rdd.groupByKey</a:t>
                      </a:r>
                      <a:r>
                        <a:rPr lang="en-US" sz="1100" dirty="0">
                          <a:latin typeface="Courier New" panose="02070309020205020404" pitchFamily="49" charset="0"/>
                          <a:cs typeface="Courier New" panose="02070309020205020404" pitchFamily="49" charset="0"/>
                        </a:rPr>
                        <a:t>()</a:t>
                      </a:r>
                      <a:r>
                        <a:rPr lang="en-US" sz="1100" dirty="0">
                          <a:solidFill>
                            <a:srgbClr val="C40C67"/>
                          </a:solidFill>
                          <a:latin typeface="Courier New" panose="02070309020205020404" pitchFamily="49" charset="0"/>
                          <a:cs typeface="Courier New" panose="02070309020205020404" pitchFamily="49" charset="0"/>
                        </a:rPr>
                        <a:t>.map(lambda x: (x[0], sorted(list(x[1])))).</a:t>
                      </a:r>
                      <a:r>
                        <a:rPr lang="en-US" sz="1100" dirty="0" err="1">
                          <a:solidFill>
                            <a:srgbClr val="C40C67"/>
                          </a:solidFill>
                          <a:latin typeface="Courier New" panose="02070309020205020404" pitchFamily="49" charset="0"/>
                          <a:cs typeface="Courier New" panose="02070309020205020404" pitchFamily="49" charset="0"/>
                        </a:rPr>
                        <a:t>sortByKey</a:t>
                      </a:r>
                      <a:r>
                        <a:rPr lang="en-US" sz="1100" dirty="0">
                          <a:solidFill>
                            <a:srgbClr val="C40C67"/>
                          </a:solidFill>
                          <a:latin typeface="Courier New" panose="02070309020205020404" pitchFamily="49" charset="0"/>
                          <a:cs typeface="Courier New" panose="02070309020205020404" pitchFamily="49" charset="0"/>
                        </a:rPr>
                        <a:t>()</a:t>
                      </a:r>
                    </a:p>
                    <a:p>
                      <a:pPr marL="0" marR="0" lvl="0" indent="0" algn="l" defTabSz="685783" rtl="0" eaLnBrk="1" fontAlgn="auto" latinLnBrk="0" hangingPunct="1">
                        <a:lnSpc>
                          <a:spcPct val="100000"/>
                        </a:lnSpc>
                        <a:spcBef>
                          <a:spcPts val="0"/>
                        </a:spcBef>
                        <a:spcAft>
                          <a:spcPts val="0"/>
                        </a:spcAft>
                        <a:buClrTx/>
                        <a:buSzTx/>
                        <a:buFontTx/>
                        <a:buNone/>
                        <a:tabLst/>
                        <a:defRPr/>
                      </a:pPr>
                      <a:endParaRPr lang="en-US" sz="1100"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DCE0"/>
                    </a:solidFill>
                  </a:tcPr>
                </a:tc>
                <a:extLst>
                  <a:ext uri="{0D108BD9-81ED-4DB2-BD59-A6C34878D82A}">
                    <a16:rowId xmlns:a16="http://schemas.microsoft.com/office/drawing/2014/main" val="706292355"/>
                  </a:ext>
                </a:extLst>
              </a:tr>
            </a:tbl>
          </a:graphicData>
        </a:graphic>
      </p:graphicFrame>
    </p:spTree>
    <p:extLst>
      <p:ext uri="{BB962C8B-B14F-4D97-AF65-F5344CB8AC3E}">
        <p14:creationId xmlns:p14="http://schemas.microsoft.com/office/powerpoint/2010/main" val="1991490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6937D-6DC8-A3A4-0391-53108196A6A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1A81004-EECE-7E08-2A9B-EC780BEFFA0E}"/>
              </a:ext>
            </a:extLst>
          </p:cNvPr>
          <p:cNvSpPr txBox="1"/>
          <p:nvPr/>
        </p:nvSpPr>
        <p:spPr>
          <a:xfrm>
            <a:off x="4572000" y="3012544"/>
            <a:ext cx="3898380" cy="832912"/>
          </a:xfrm>
          <a:prstGeom prst="rect">
            <a:avLst/>
          </a:prstGeom>
        </p:spPr>
        <p:txBody>
          <a:bodyPr vert="horz" lIns="91440" tIns="45720" rIns="91440" bIns="45720" rtlCol="0" anchor="t" anchorCtr="0">
            <a:normAutofit/>
          </a:bodyPr>
          <a:lstStyle/>
          <a:p>
            <a:pPr defTabSz="685783">
              <a:spcBef>
                <a:spcPct val="0"/>
              </a:spcBef>
              <a:spcAft>
                <a:spcPts val="600"/>
              </a:spcAft>
            </a:pPr>
            <a:r>
              <a:rPr lang="en-US" altLang="ko-KR" sz="3600" b="1" kern="1200">
                <a:solidFill>
                  <a:schemeClr val="accent3"/>
                </a:solidFill>
                <a:latin typeface="+mn-lt"/>
                <a:ea typeface="+mj-ea"/>
                <a:cs typeface="+mj-cs"/>
              </a:rPr>
              <a:t>Any Questions?   </a:t>
            </a:r>
          </a:p>
        </p:txBody>
      </p:sp>
      <p:pic>
        <p:nvPicPr>
          <p:cNvPr id="7" name="Picture 6">
            <a:extLst>
              <a:ext uri="{FF2B5EF4-FFF2-40B4-BE49-F238E27FC236}">
                <a16:creationId xmlns:a16="http://schemas.microsoft.com/office/drawing/2014/main" id="{3167AB79-6593-33A4-E187-6EA97C879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19" y="1373479"/>
            <a:ext cx="4325112" cy="4325112"/>
          </a:xfrm>
          <a:prstGeom prst="rect">
            <a:avLst/>
          </a:prstGeom>
          <a:noFill/>
        </p:spPr>
      </p:pic>
    </p:spTree>
    <p:extLst>
      <p:ext uri="{BB962C8B-B14F-4D97-AF65-F5344CB8AC3E}">
        <p14:creationId xmlns:p14="http://schemas.microsoft.com/office/powerpoint/2010/main" val="3396116464"/>
      </p:ext>
    </p:extLst>
  </p:cSld>
  <p:clrMapOvr>
    <a:masterClrMapping/>
  </p:clrMapOvr>
</p:sld>
</file>

<file path=ppt/theme/theme1.xml><?xml version="1.0" encoding="utf-8"?>
<a:theme xmlns:a="http://schemas.openxmlformats.org/drawingml/2006/main" name="powerpoint tutorial">
  <a:themeElements>
    <a:clrScheme name="Custom 27">
      <a:dk1>
        <a:srgbClr val="000000"/>
      </a:dk1>
      <a:lt1>
        <a:srgbClr val="FFFFFF"/>
      </a:lt1>
      <a:dk2>
        <a:srgbClr val="005F73"/>
      </a:dk2>
      <a:lt2>
        <a:srgbClr val="E7E6E6"/>
      </a:lt2>
      <a:accent1>
        <a:srgbClr val="6A205F"/>
      </a:accent1>
      <a:accent2>
        <a:srgbClr val="C74F66"/>
      </a:accent2>
      <a:accent3>
        <a:srgbClr val="C40C67"/>
      </a:accent3>
      <a:accent4>
        <a:srgbClr val="FF7675"/>
      </a:accent4>
      <a:accent5>
        <a:srgbClr val="0696D0"/>
      </a:accent5>
      <a:accent6>
        <a:srgbClr val="360070"/>
      </a:accent6>
      <a:hlink>
        <a:srgbClr val="0563C1"/>
      </a:hlink>
      <a:folHlink>
        <a:srgbClr val="954F72"/>
      </a:folHlink>
    </a:clrScheme>
    <a:fontScheme name="Custom 92">
      <a:majorFont>
        <a:latin typeface="Segoe UI Semibold"/>
        <a:ea typeface=""/>
        <a:cs typeface=""/>
      </a:majorFont>
      <a:minorFont>
        <a:latin typeface="Segoe UI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eling overwhelmed _Win32_CP_v13" id="{1F8CD036-E430-4435-85C3-9C882E43A90C}" vid="{161A3489-A5CE-4E5E-8AA9-B92631102B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D4A114-614A-4F21-A975-61444CD3CFA6}">
  <ds:schemaRefs>
    <ds:schemaRef ds:uri="http://schemas.microsoft.com/sharepoint/v3/contenttype/forms"/>
  </ds:schemaRefs>
</ds:datastoreItem>
</file>

<file path=customXml/itemProps2.xml><?xml version="1.0" encoding="utf-8"?>
<ds:datastoreItem xmlns:ds="http://schemas.openxmlformats.org/officeDocument/2006/customXml" ds:itemID="{ADD100F2-74DD-462C-BBFE-2504278ADF72}">
  <ds:schemaRefs>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16c05727-aa75-4e4a-9b5f-8a80a1165891"/>
    <ds:schemaRef ds:uri="http://purl.org/dc/dcmitype/"/>
    <ds:schemaRef ds:uri="http://purl.org/dc/elements/1.1/"/>
    <ds:schemaRef ds:uri="230e9df3-be65-4c73-a93b-d1236ebd677e"/>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FF3CF614-6894-4A97-80E5-9F658EA3AF09}">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152</TotalTime>
  <Words>1808</Words>
  <Application>Microsoft Macintosh PowerPoint</Application>
  <PresentationFormat>On-screen Show (4:3)</PresentationFormat>
  <Paragraphs>259</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Segoe UI </vt:lpstr>
      <vt:lpstr>Arial</vt:lpstr>
      <vt:lpstr>Calibri</vt:lpstr>
      <vt:lpstr>Courier New</vt:lpstr>
      <vt:lpstr>Raleway</vt:lpstr>
      <vt:lpstr>powerpoint tutorial</vt:lpstr>
      <vt:lpstr>PowerPoint Presentation</vt:lpstr>
      <vt:lpstr>Tutorial 3 – TODO #2</vt:lpstr>
      <vt:lpstr>Tutorial 3 – TODO #3</vt:lpstr>
      <vt:lpstr>Tutorial 3 – TODO #4</vt:lpstr>
      <vt:lpstr>Take Home Exercise</vt:lpstr>
      <vt:lpstr>Take Home Exercise (Solution)</vt:lpstr>
      <vt:lpstr>Take Home Exercise (Solution)</vt:lpstr>
      <vt:lpstr>Take Home Exercise (Solution)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Feeling overwhelmed</dc:title>
  <dc:creator/>
  <cp:lastModifiedBy>FONG, Chi Kit Ken [DSAI]</cp:lastModifiedBy>
  <cp:revision>1</cp:revision>
  <cp:lastPrinted>2026-01-27T01:45:42Z</cp:lastPrinted>
  <dcterms:created xsi:type="dcterms:W3CDTF">2022-08-24T19:45:33Z</dcterms:created>
  <dcterms:modified xsi:type="dcterms:W3CDTF">2026-02-10T02:31:04Z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