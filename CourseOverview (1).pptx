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22"/>
  </p:notesMasterIdLst>
  <p:handoutMasterIdLst>
    <p:handoutMasterId r:id="rId23"/>
  </p:handoutMasterIdLst>
  <p:sldIdLst>
    <p:sldId id="1938" r:id="rId5"/>
    <p:sldId id="2007" r:id="rId6"/>
    <p:sldId id="2009" r:id="rId7"/>
    <p:sldId id="2008" r:id="rId8"/>
    <p:sldId id="2012" r:id="rId9"/>
    <p:sldId id="2024" r:id="rId10"/>
    <p:sldId id="2025" r:id="rId11"/>
    <p:sldId id="2018" r:id="rId12"/>
    <p:sldId id="2015" r:id="rId13"/>
    <p:sldId id="2019" r:id="rId14"/>
    <p:sldId id="2022" r:id="rId15"/>
    <p:sldId id="2023" r:id="rId16"/>
    <p:sldId id="2001" r:id="rId17"/>
    <p:sldId id="2003" r:id="rId18"/>
    <p:sldId id="2005" r:id="rId19"/>
    <p:sldId id="2006" r:id="rId20"/>
    <p:sldId id="200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25065E-90D7-1F40-8A00-6D832650E982}">
          <p14:sldIdLst>
            <p14:sldId id="1938"/>
            <p14:sldId id="2007"/>
            <p14:sldId id="2009"/>
            <p14:sldId id="2008"/>
            <p14:sldId id="2012"/>
            <p14:sldId id="2024"/>
            <p14:sldId id="2025"/>
            <p14:sldId id="2018"/>
            <p14:sldId id="2015"/>
            <p14:sldId id="2019"/>
            <p14:sldId id="2022"/>
            <p14:sldId id="2023"/>
            <p14:sldId id="2001"/>
            <p14:sldId id="2003"/>
            <p14:sldId id="2005"/>
            <p14:sldId id="2006"/>
            <p14:sldId id="20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3663"/>
    <a:srgbClr val="C40C67"/>
    <a:srgbClr val="FFD6D5"/>
    <a:srgbClr val="6A205F"/>
    <a:srgbClr val="FF0000"/>
    <a:srgbClr val="FF2600"/>
    <a:srgbClr val="FF2727"/>
    <a:srgbClr val="F5615D"/>
    <a:srgbClr val="F4DCE0"/>
    <a:srgbClr val="FF76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BFD4B7-3744-6C49-9A50-76EA22EE88FA}" v="137" dt="2026-01-13T02:00:06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2" autoAdjust="0"/>
    <p:restoredTop sz="95305" autoAdjust="0"/>
  </p:normalViewPr>
  <p:slideViewPr>
    <p:cSldViewPr snapToGrid="0">
      <p:cViewPr varScale="1">
        <p:scale>
          <a:sx n="137" d="100"/>
          <a:sy n="137" d="100"/>
        </p:scale>
        <p:origin x="178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8" d="100"/>
          <a:sy n="108" d="100"/>
        </p:scale>
        <p:origin x="394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Chi Kit Ken [DSAI]" userId="960785e9-9efa-43e3-981a-c495c07125dc" providerId="ADAL" clId="{0ACE0F11-CA0F-5A84-BFCB-F7A5E414E4DA}"/>
    <pc:docChg chg="undo redo custSel addSld delSld modSld sldOrd addSection delSection modSection">
      <pc:chgData name="FONG, Chi Kit Ken [DSAI]" userId="960785e9-9efa-43e3-981a-c495c07125dc" providerId="ADAL" clId="{0ACE0F11-CA0F-5A84-BFCB-F7A5E414E4DA}" dt="2026-01-13T02:00:06.566" v="15083"/>
      <pc:docMkLst>
        <pc:docMk/>
      </pc:docMkLst>
      <pc:sldChg chg="addSp delSp modSp mod">
        <pc:chgData name="FONG, Chi Kit Ken [DSAI]" userId="960785e9-9efa-43e3-981a-c495c07125dc" providerId="ADAL" clId="{0ACE0F11-CA0F-5A84-BFCB-F7A5E414E4DA}" dt="2026-01-10T09:39:27.891" v="14702" actId="20577"/>
        <pc:sldMkLst>
          <pc:docMk/>
          <pc:sldMk cId="2555479607" sldId="2001"/>
        </pc:sldMkLst>
        <pc:graphicFrameChg chg="mod modGraphic">
          <ac:chgData name="FONG, Chi Kit Ken [DSAI]" userId="960785e9-9efa-43e3-981a-c495c07125dc" providerId="ADAL" clId="{0ACE0F11-CA0F-5A84-BFCB-F7A5E414E4DA}" dt="2026-01-10T09:39:27.891" v="14702" actId="20577"/>
          <ac:graphicFrameMkLst>
            <pc:docMk/>
            <pc:sldMk cId="2555479607" sldId="2001"/>
            <ac:graphicFrameMk id="16" creationId="{78BCE375-15C9-8459-ED90-8B3834E2FD0B}"/>
          </ac:graphicFrameMkLst>
        </pc:graphicFrameChg>
      </pc:sldChg>
      <pc:sldChg chg="delSp modSp mod">
        <pc:chgData name="FONG, Chi Kit Ken [DSAI]" userId="960785e9-9efa-43e3-981a-c495c07125dc" providerId="ADAL" clId="{0ACE0F11-CA0F-5A84-BFCB-F7A5E414E4DA}" dt="2026-01-10T13:55:54.973" v="14714" actId="20577"/>
        <pc:sldMkLst>
          <pc:docMk/>
          <pc:sldMk cId="266896833" sldId="2007"/>
        </pc:sldMkLst>
        <pc:spChg chg="mod">
          <ac:chgData name="FONG, Chi Kit Ken [DSAI]" userId="960785e9-9efa-43e3-981a-c495c07125dc" providerId="ADAL" clId="{0ACE0F11-CA0F-5A84-BFCB-F7A5E414E4DA}" dt="2026-01-10T09:26:31.941" v="14650" actId="20577"/>
          <ac:spMkLst>
            <pc:docMk/>
            <pc:sldMk cId="266896833" sldId="2007"/>
            <ac:spMk id="2" creationId="{103E1FB9-D3F4-02A9-EFD1-A840C6D6B04F}"/>
          </ac:spMkLst>
        </pc:spChg>
        <pc:spChg chg="mod">
          <ac:chgData name="FONG, Chi Kit Ken [DSAI]" userId="960785e9-9efa-43e3-981a-c495c07125dc" providerId="ADAL" clId="{0ACE0F11-CA0F-5A84-BFCB-F7A5E414E4DA}" dt="2026-01-10T07:52:02.064" v="11844" actId="14100"/>
          <ac:spMkLst>
            <pc:docMk/>
            <pc:sldMk cId="266896833" sldId="2007"/>
            <ac:spMk id="6" creationId="{B3BAB47F-35C8-B162-CA2F-FC49366C1C39}"/>
          </ac:spMkLst>
        </pc:spChg>
        <pc:spChg chg="mod">
          <ac:chgData name="FONG, Chi Kit Ken [DSAI]" userId="960785e9-9efa-43e3-981a-c495c07125dc" providerId="ADAL" clId="{0ACE0F11-CA0F-5A84-BFCB-F7A5E414E4DA}" dt="2026-01-10T13:55:54.973" v="14714" actId="20577"/>
          <ac:spMkLst>
            <pc:docMk/>
            <pc:sldMk cId="266896833" sldId="2007"/>
            <ac:spMk id="7" creationId="{2957FAB5-5D71-5EA8-8C41-600B41C80E09}"/>
          </ac:spMkLst>
        </pc:spChg>
      </pc:sldChg>
      <pc:sldChg chg="modSp mod">
        <pc:chgData name="FONG, Chi Kit Ken [DSAI]" userId="960785e9-9efa-43e3-981a-c495c07125dc" providerId="ADAL" clId="{0ACE0F11-CA0F-5A84-BFCB-F7A5E414E4DA}" dt="2026-01-10T09:05:14.837" v="14640" actId="404"/>
        <pc:sldMkLst>
          <pc:docMk/>
          <pc:sldMk cId="4019277685" sldId="2009"/>
        </pc:sldMkLst>
        <pc:spChg chg="mod">
          <ac:chgData name="FONG, Chi Kit Ken [DSAI]" userId="960785e9-9efa-43e3-981a-c495c07125dc" providerId="ADAL" clId="{0ACE0F11-CA0F-5A84-BFCB-F7A5E414E4DA}" dt="2026-01-10T09:05:14.837" v="14640" actId="404"/>
          <ac:spMkLst>
            <pc:docMk/>
            <pc:sldMk cId="4019277685" sldId="2009"/>
            <ac:spMk id="3" creationId="{C77B652D-D167-0295-C39F-15E45D177ACF}"/>
          </ac:spMkLst>
        </pc:spChg>
        <pc:spChg chg="mod">
          <ac:chgData name="FONG, Chi Kit Ken [DSAI]" userId="960785e9-9efa-43e3-981a-c495c07125dc" providerId="ADAL" clId="{0ACE0F11-CA0F-5A84-BFCB-F7A5E414E4DA}" dt="2026-01-10T08:25:43.789" v="12639" actId="20577"/>
          <ac:spMkLst>
            <pc:docMk/>
            <pc:sldMk cId="4019277685" sldId="2009"/>
            <ac:spMk id="7" creationId="{8E1310F8-A365-F12D-2D5A-A8F7D0A22EC3}"/>
          </ac:spMkLst>
        </pc:spChg>
      </pc:sldChg>
      <pc:sldChg chg="modSp add del mod ord">
        <pc:chgData name="FONG, Chi Kit Ken [DSAI]" userId="960785e9-9efa-43e3-981a-c495c07125dc" providerId="ADAL" clId="{0ACE0F11-CA0F-5A84-BFCB-F7A5E414E4DA}" dt="2026-01-13T01:48:00.947" v="14986" actId="2696"/>
        <pc:sldMkLst>
          <pc:docMk/>
          <pc:sldMk cId="793926295" sldId="2013"/>
        </pc:sldMkLst>
        <pc:spChg chg="mod">
          <ac:chgData name="FONG, Chi Kit Ken [DSAI]" userId="960785e9-9efa-43e3-981a-c495c07125dc" providerId="ADAL" clId="{0ACE0F11-CA0F-5A84-BFCB-F7A5E414E4DA}" dt="2026-01-13T01:44:57.875" v="14977" actId="403"/>
          <ac:spMkLst>
            <pc:docMk/>
            <pc:sldMk cId="793926295" sldId="2013"/>
            <ac:spMk id="3" creationId="{07FB9E23-7673-295C-6D26-03A8E80A31AF}"/>
          </ac:spMkLst>
        </pc:spChg>
      </pc:sldChg>
      <pc:sldChg chg="addSp delSp modSp add del mod modAnim">
        <pc:chgData name="FONG, Chi Kit Ken [DSAI]" userId="960785e9-9efa-43e3-981a-c495c07125dc" providerId="ADAL" clId="{0ACE0F11-CA0F-5A84-BFCB-F7A5E414E4DA}" dt="2026-01-13T02:00:06.566" v="15083"/>
        <pc:sldMkLst>
          <pc:docMk/>
          <pc:sldMk cId="3372444437" sldId="2015"/>
        </pc:sldMkLst>
        <pc:spChg chg="mod">
          <ac:chgData name="FONG, Chi Kit Ken [DSAI]" userId="960785e9-9efa-43e3-981a-c495c07125dc" providerId="ADAL" clId="{0ACE0F11-CA0F-5A84-BFCB-F7A5E414E4DA}" dt="2026-01-10T08:19:35.543" v="12506" actId="14100"/>
          <ac:spMkLst>
            <pc:docMk/>
            <pc:sldMk cId="3372444437" sldId="2015"/>
            <ac:spMk id="2" creationId="{661C534C-B836-85F5-6ED8-2C69F2D5CD24}"/>
          </ac:spMkLst>
        </pc:spChg>
        <pc:spChg chg="mod">
          <ac:chgData name="FONG, Chi Kit Ken [DSAI]" userId="960785e9-9efa-43e3-981a-c495c07125dc" providerId="ADAL" clId="{0ACE0F11-CA0F-5A84-BFCB-F7A5E414E4DA}" dt="2026-01-10T08:19:54.394" v="12509" actId="1076"/>
          <ac:spMkLst>
            <pc:docMk/>
            <pc:sldMk cId="3372444437" sldId="2015"/>
            <ac:spMk id="6" creationId="{3FDD6A8C-1A27-6EDF-12A5-2D977DA9F764}"/>
          </ac:spMkLst>
        </pc:spChg>
        <pc:spChg chg="mod">
          <ac:chgData name="FONG, Chi Kit Ken [DSAI]" userId="960785e9-9efa-43e3-981a-c495c07125dc" providerId="ADAL" clId="{0ACE0F11-CA0F-5A84-BFCB-F7A5E414E4DA}" dt="2026-01-10T08:19:54.394" v="12509" actId="1076"/>
          <ac:spMkLst>
            <pc:docMk/>
            <pc:sldMk cId="3372444437" sldId="2015"/>
            <ac:spMk id="7" creationId="{E68EC320-84FC-7F96-1790-F343ADECB5DA}"/>
          </ac:spMkLst>
        </pc:spChg>
        <pc:spChg chg="mod">
          <ac:chgData name="FONG, Chi Kit Ken [DSAI]" userId="960785e9-9efa-43e3-981a-c495c07125dc" providerId="ADAL" clId="{0ACE0F11-CA0F-5A84-BFCB-F7A5E414E4DA}" dt="2026-01-10T08:19:54.394" v="12509" actId="1076"/>
          <ac:spMkLst>
            <pc:docMk/>
            <pc:sldMk cId="3372444437" sldId="2015"/>
            <ac:spMk id="9" creationId="{6CD2FB8D-70FE-C4F5-92A5-5AF03502A475}"/>
          </ac:spMkLst>
        </pc:spChg>
        <pc:spChg chg="mod">
          <ac:chgData name="FONG, Chi Kit Ken [DSAI]" userId="960785e9-9efa-43e3-981a-c495c07125dc" providerId="ADAL" clId="{0ACE0F11-CA0F-5A84-BFCB-F7A5E414E4DA}" dt="2026-01-10T08:19:54.394" v="12509" actId="1076"/>
          <ac:spMkLst>
            <pc:docMk/>
            <pc:sldMk cId="3372444437" sldId="2015"/>
            <ac:spMk id="10" creationId="{D885D367-E151-C87C-EDD9-B63A9F452C93}"/>
          </ac:spMkLst>
        </pc:spChg>
        <pc:spChg chg="mod">
          <ac:chgData name="FONG, Chi Kit Ken [DSAI]" userId="960785e9-9efa-43e3-981a-c495c07125dc" providerId="ADAL" clId="{0ACE0F11-CA0F-5A84-BFCB-F7A5E414E4DA}" dt="2026-01-10T08:19:54.394" v="12509" actId="1076"/>
          <ac:spMkLst>
            <pc:docMk/>
            <pc:sldMk cId="3372444437" sldId="2015"/>
            <ac:spMk id="14" creationId="{392EDD55-B207-4080-C6FF-93B9E18AC188}"/>
          </ac:spMkLst>
        </pc:spChg>
        <pc:spChg chg="mod">
          <ac:chgData name="FONG, Chi Kit Ken [DSAI]" userId="960785e9-9efa-43e3-981a-c495c07125dc" providerId="ADAL" clId="{0ACE0F11-CA0F-5A84-BFCB-F7A5E414E4DA}" dt="2026-01-10T08:19:54.394" v="12509" actId="1076"/>
          <ac:spMkLst>
            <pc:docMk/>
            <pc:sldMk cId="3372444437" sldId="2015"/>
            <ac:spMk id="17" creationId="{C882CFBD-64F0-1D2E-D79A-2195B3F5A805}"/>
          </ac:spMkLst>
        </pc:spChg>
        <pc:spChg chg="mod">
          <ac:chgData name="FONG, Chi Kit Ken [DSAI]" userId="960785e9-9efa-43e3-981a-c495c07125dc" providerId="ADAL" clId="{0ACE0F11-CA0F-5A84-BFCB-F7A5E414E4DA}" dt="2026-01-10T08:19:54.394" v="12509" actId="1076"/>
          <ac:spMkLst>
            <pc:docMk/>
            <pc:sldMk cId="3372444437" sldId="2015"/>
            <ac:spMk id="18" creationId="{8C91BBD2-DF50-04BD-B65D-ED9D5EBB2B1F}"/>
          </ac:spMkLst>
        </pc:spChg>
        <pc:spChg chg="mod">
          <ac:chgData name="FONG, Chi Kit Ken [DSAI]" userId="960785e9-9efa-43e3-981a-c495c07125dc" providerId="ADAL" clId="{0ACE0F11-CA0F-5A84-BFCB-F7A5E414E4DA}" dt="2026-01-10T08:22:04.411" v="12517" actId="1076"/>
          <ac:spMkLst>
            <pc:docMk/>
            <pc:sldMk cId="3372444437" sldId="2015"/>
            <ac:spMk id="21" creationId="{5325B5C5-6234-61B5-5489-764C5BE57AE4}"/>
          </ac:spMkLst>
        </pc:spChg>
        <pc:picChg chg="add mod">
          <ac:chgData name="FONG, Chi Kit Ken [DSAI]" userId="960785e9-9efa-43e3-981a-c495c07125dc" providerId="ADAL" clId="{0ACE0F11-CA0F-5A84-BFCB-F7A5E414E4DA}" dt="2026-01-10T08:20:01.109" v="12512" actId="1076"/>
          <ac:picMkLst>
            <pc:docMk/>
            <pc:sldMk cId="3372444437" sldId="2015"/>
            <ac:picMk id="3" creationId="{D2C0E9D0-CE2C-2C22-CC9D-464E74F815A4}"/>
          </ac:picMkLst>
        </pc:picChg>
        <pc:picChg chg="mod">
          <ac:chgData name="FONG, Chi Kit Ken [DSAI]" userId="960785e9-9efa-43e3-981a-c495c07125dc" providerId="ADAL" clId="{0ACE0F11-CA0F-5A84-BFCB-F7A5E414E4DA}" dt="2026-01-10T08:19:54.394" v="12509" actId="1076"/>
          <ac:picMkLst>
            <pc:docMk/>
            <pc:sldMk cId="3372444437" sldId="2015"/>
            <ac:picMk id="4" creationId="{61DAB083-AC1B-BD70-FEB3-A2B191603457}"/>
          </ac:picMkLst>
        </pc:picChg>
        <pc:picChg chg="mod">
          <ac:chgData name="FONG, Chi Kit Ken [DSAI]" userId="960785e9-9efa-43e3-981a-c495c07125dc" providerId="ADAL" clId="{0ACE0F11-CA0F-5A84-BFCB-F7A5E414E4DA}" dt="2026-01-10T08:19:54.394" v="12509" actId="1076"/>
          <ac:picMkLst>
            <pc:docMk/>
            <pc:sldMk cId="3372444437" sldId="2015"/>
            <ac:picMk id="11" creationId="{20C08A89-44A5-C3E9-CA0A-B89A52E97477}"/>
          </ac:picMkLst>
        </pc:picChg>
        <pc:picChg chg="mod">
          <ac:chgData name="FONG, Chi Kit Ken [DSAI]" userId="960785e9-9efa-43e3-981a-c495c07125dc" providerId="ADAL" clId="{0ACE0F11-CA0F-5A84-BFCB-F7A5E414E4DA}" dt="2026-01-10T08:19:54.394" v="12509" actId="1076"/>
          <ac:picMkLst>
            <pc:docMk/>
            <pc:sldMk cId="3372444437" sldId="2015"/>
            <ac:picMk id="13" creationId="{AF550744-F3F8-6FA1-710D-3DB0A7C5365E}"/>
          </ac:picMkLst>
        </pc:picChg>
        <pc:picChg chg="add mod">
          <ac:chgData name="FONG, Chi Kit Ken [DSAI]" userId="960785e9-9efa-43e3-981a-c495c07125dc" providerId="ADAL" clId="{0ACE0F11-CA0F-5A84-BFCB-F7A5E414E4DA}" dt="2026-01-10T08:20:01.109" v="12512" actId="1076"/>
          <ac:picMkLst>
            <pc:docMk/>
            <pc:sldMk cId="3372444437" sldId="2015"/>
            <ac:picMk id="15" creationId="{84512E54-0C17-2EDD-6F82-3EA5EDD77C28}"/>
          </ac:picMkLst>
        </pc:picChg>
        <pc:picChg chg="add mod">
          <ac:chgData name="FONG, Chi Kit Ken [DSAI]" userId="960785e9-9efa-43e3-981a-c495c07125dc" providerId="ADAL" clId="{0ACE0F11-CA0F-5A84-BFCB-F7A5E414E4DA}" dt="2026-01-10T08:20:01.109" v="12512" actId="1076"/>
          <ac:picMkLst>
            <pc:docMk/>
            <pc:sldMk cId="3372444437" sldId="2015"/>
            <ac:picMk id="16" creationId="{13A68A01-408B-CD3F-DFD0-C44A42076B0A}"/>
          </ac:picMkLst>
        </pc:picChg>
        <pc:picChg chg="add mod">
          <ac:chgData name="FONG, Chi Kit Ken [DSAI]" userId="960785e9-9efa-43e3-981a-c495c07125dc" providerId="ADAL" clId="{0ACE0F11-CA0F-5A84-BFCB-F7A5E414E4DA}" dt="2026-01-10T08:20:01.109" v="12512" actId="1076"/>
          <ac:picMkLst>
            <pc:docMk/>
            <pc:sldMk cId="3372444437" sldId="2015"/>
            <ac:picMk id="19" creationId="{44995886-1A4F-CD36-A562-30F90DF2D5A8}"/>
          </ac:picMkLst>
        </pc:picChg>
      </pc:sldChg>
      <pc:sldChg chg="addSp delSp modSp add del mod ord">
        <pc:chgData name="FONG, Chi Kit Ken [DSAI]" userId="960785e9-9efa-43e3-981a-c495c07125dc" providerId="ADAL" clId="{0ACE0F11-CA0F-5A84-BFCB-F7A5E414E4DA}" dt="2026-01-13T01:44:11.002" v="14964" actId="2696"/>
        <pc:sldMkLst>
          <pc:docMk/>
          <pc:sldMk cId="841254347" sldId="2016"/>
        </pc:sldMkLst>
        <pc:picChg chg="add mod">
          <ac:chgData name="FONG, Chi Kit Ken [DSAI]" userId="960785e9-9efa-43e3-981a-c495c07125dc" providerId="ADAL" clId="{0ACE0F11-CA0F-5A84-BFCB-F7A5E414E4DA}" dt="2026-01-13T01:44:06.182" v="14963" actId="1076"/>
          <ac:picMkLst>
            <pc:docMk/>
            <pc:sldMk cId="841254347" sldId="2016"/>
            <ac:picMk id="4" creationId="{EFB57DAC-4339-D87A-AAB6-BADE29F60779}"/>
          </ac:picMkLst>
        </pc:picChg>
        <pc:picChg chg="del">
          <ac:chgData name="FONG, Chi Kit Ken [DSAI]" userId="960785e9-9efa-43e3-981a-c495c07125dc" providerId="ADAL" clId="{0ACE0F11-CA0F-5A84-BFCB-F7A5E414E4DA}" dt="2026-01-13T01:43:45.359" v="14958" actId="478"/>
          <ac:picMkLst>
            <pc:docMk/>
            <pc:sldMk cId="841254347" sldId="2016"/>
            <ac:picMk id="5" creationId="{6B1CF1E9-B4E7-E7F2-557C-A1D5052E3D39}"/>
          </ac:picMkLst>
        </pc:picChg>
      </pc:sldChg>
      <pc:sldChg chg="add del ord">
        <pc:chgData name="FONG, Chi Kit Ken [DSAI]" userId="960785e9-9efa-43e3-981a-c495c07125dc" providerId="ADAL" clId="{0ACE0F11-CA0F-5A84-BFCB-F7A5E414E4DA}" dt="2026-01-10T08:28:14.136" v="12642" actId="20578"/>
        <pc:sldMkLst>
          <pc:docMk/>
          <pc:sldMk cId="1566086952" sldId="2018"/>
        </pc:sldMkLst>
      </pc:sldChg>
      <pc:sldChg chg="modSp new mod">
        <pc:chgData name="FONG, Chi Kit Ken [DSAI]" userId="960785e9-9efa-43e3-981a-c495c07125dc" providerId="ADAL" clId="{0ACE0F11-CA0F-5A84-BFCB-F7A5E414E4DA}" dt="2026-01-13T01:50:40.982" v="15081" actId="207"/>
        <pc:sldMkLst>
          <pc:docMk/>
          <pc:sldMk cId="2883400028" sldId="2019"/>
        </pc:sldMkLst>
        <pc:spChg chg="mod">
          <ac:chgData name="FONG, Chi Kit Ken [DSAI]" userId="960785e9-9efa-43e3-981a-c495c07125dc" providerId="ADAL" clId="{0ACE0F11-CA0F-5A84-BFCB-F7A5E414E4DA}" dt="2026-01-10T08:51:11.700" v="13851"/>
          <ac:spMkLst>
            <pc:docMk/>
            <pc:sldMk cId="2883400028" sldId="2019"/>
            <ac:spMk id="2" creationId="{80C16EE1-4168-3DF2-38A6-621DB2F31803}"/>
          </ac:spMkLst>
        </pc:spChg>
        <pc:spChg chg="mod">
          <ac:chgData name="FONG, Chi Kit Ken [DSAI]" userId="960785e9-9efa-43e3-981a-c495c07125dc" providerId="ADAL" clId="{0ACE0F11-CA0F-5A84-BFCB-F7A5E414E4DA}" dt="2026-01-13T01:50:40.982" v="15081" actId="207"/>
          <ac:spMkLst>
            <pc:docMk/>
            <pc:sldMk cId="2883400028" sldId="2019"/>
            <ac:spMk id="3" creationId="{AD012BE3-ADC9-9807-09FF-B4FED1ABB4EF}"/>
          </ac:spMkLst>
        </pc:spChg>
      </pc:sldChg>
      <pc:sldChg chg="modSp add mod">
        <pc:chgData name="FONG, Chi Kit Ken [DSAI]" userId="960785e9-9efa-43e3-981a-c495c07125dc" providerId="ADAL" clId="{0ACE0F11-CA0F-5A84-BFCB-F7A5E414E4DA}" dt="2026-01-10T08:58:25.408" v="14342" actId="20577"/>
        <pc:sldMkLst>
          <pc:docMk/>
          <pc:sldMk cId="1480170289" sldId="2022"/>
        </pc:sldMkLst>
        <pc:spChg chg="mod">
          <ac:chgData name="FONG, Chi Kit Ken [DSAI]" userId="960785e9-9efa-43e3-981a-c495c07125dc" providerId="ADAL" clId="{0ACE0F11-CA0F-5A84-BFCB-F7A5E414E4DA}" dt="2026-01-10T08:58:25.408" v="14342" actId="20577"/>
          <ac:spMkLst>
            <pc:docMk/>
            <pc:sldMk cId="1480170289" sldId="2022"/>
            <ac:spMk id="3" creationId="{0218ED7A-2E88-649B-14E3-58ED3F304EE6}"/>
          </ac:spMkLst>
        </pc:spChg>
      </pc:sldChg>
      <pc:sldChg chg="modSp add mod">
        <pc:chgData name="FONG, Chi Kit Ken [DSAI]" userId="960785e9-9efa-43e3-981a-c495c07125dc" providerId="ADAL" clId="{0ACE0F11-CA0F-5A84-BFCB-F7A5E414E4DA}" dt="2026-01-10T09:03:51.687" v="14634" actId="20577"/>
        <pc:sldMkLst>
          <pc:docMk/>
          <pc:sldMk cId="2919716113" sldId="2023"/>
        </pc:sldMkLst>
        <pc:spChg chg="mod">
          <ac:chgData name="FONG, Chi Kit Ken [DSAI]" userId="960785e9-9efa-43e3-981a-c495c07125dc" providerId="ADAL" clId="{0ACE0F11-CA0F-5A84-BFCB-F7A5E414E4DA}" dt="2026-01-10T09:03:51.687" v="14634" actId="20577"/>
          <ac:spMkLst>
            <pc:docMk/>
            <pc:sldMk cId="2919716113" sldId="2023"/>
            <ac:spMk id="3" creationId="{E861EE82-9EBE-BD97-1BB7-E1AF5EDA7B6C}"/>
          </ac:spMkLst>
        </pc:spChg>
      </pc:sldChg>
      <pc:sldChg chg="addSp delSp modSp new mod modAnim">
        <pc:chgData name="FONG, Chi Kit Ken [DSAI]" userId="960785e9-9efa-43e3-981a-c495c07125dc" providerId="ADAL" clId="{0ACE0F11-CA0F-5A84-BFCB-F7A5E414E4DA}" dt="2026-01-13T01:47:34.495" v="14981"/>
        <pc:sldMkLst>
          <pc:docMk/>
          <pc:sldMk cId="1245214542" sldId="2024"/>
        </pc:sldMkLst>
        <pc:spChg chg="del mod">
          <ac:chgData name="FONG, Chi Kit Ken [DSAI]" userId="960785e9-9efa-43e3-981a-c495c07125dc" providerId="ADAL" clId="{0ACE0F11-CA0F-5A84-BFCB-F7A5E414E4DA}" dt="2026-01-13T00:56:17.813" v="14737" actId="478"/>
          <ac:spMkLst>
            <pc:docMk/>
            <pc:sldMk cId="1245214542" sldId="2024"/>
            <ac:spMk id="2" creationId="{F6DD5EC5-B11A-6C7F-40BF-89ED521A2722}"/>
          </ac:spMkLst>
        </pc:spChg>
        <pc:spChg chg="mod">
          <ac:chgData name="FONG, Chi Kit Ken [DSAI]" userId="960785e9-9efa-43e3-981a-c495c07125dc" providerId="ADAL" clId="{0ACE0F11-CA0F-5A84-BFCB-F7A5E414E4DA}" dt="2026-01-13T01:28:34.388" v="14866" actId="313"/>
          <ac:spMkLst>
            <pc:docMk/>
            <pc:sldMk cId="1245214542" sldId="2024"/>
            <ac:spMk id="3" creationId="{AD804B61-BA55-4103-83A7-812A1F9B30AB}"/>
          </ac:spMkLst>
        </pc:spChg>
        <pc:spChg chg="add del mod">
          <ac:chgData name="FONG, Chi Kit Ken [DSAI]" userId="960785e9-9efa-43e3-981a-c495c07125dc" providerId="ADAL" clId="{0ACE0F11-CA0F-5A84-BFCB-F7A5E414E4DA}" dt="2026-01-13T00:56:20.139" v="14740" actId="478"/>
          <ac:spMkLst>
            <pc:docMk/>
            <pc:sldMk cId="1245214542" sldId="2024"/>
            <ac:spMk id="5" creationId="{A68AC126-3351-DA88-5F85-9B8202FA2719}"/>
          </ac:spMkLst>
        </pc:spChg>
        <pc:spChg chg="add mod">
          <ac:chgData name="FONG, Chi Kit Ken [DSAI]" userId="960785e9-9efa-43e3-981a-c495c07125dc" providerId="ADAL" clId="{0ACE0F11-CA0F-5A84-BFCB-F7A5E414E4DA}" dt="2026-01-13T00:56:19.192" v="14739"/>
          <ac:spMkLst>
            <pc:docMk/>
            <pc:sldMk cId="1245214542" sldId="2024"/>
            <ac:spMk id="6" creationId="{99ED14DD-952C-353B-32A2-D791770AC54B}"/>
          </ac:spMkLst>
        </pc:spChg>
        <pc:spChg chg="add mod">
          <ac:chgData name="FONG, Chi Kit Ken [DSAI]" userId="960785e9-9efa-43e3-981a-c495c07125dc" providerId="ADAL" clId="{0ACE0F11-CA0F-5A84-BFCB-F7A5E414E4DA}" dt="2026-01-13T00:56:20.423" v="14741"/>
          <ac:spMkLst>
            <pc:docMk/>
            <pc:sldMk cId="1245214542" sldId="2024"/>
            <ac:spMk id="7" creationId="{AE6091B2-808A-D178-1A5C-3F6002B44989}"/>
          </ac:spMkLst>
        </pc:spChg>
      </pc:sldChg>
      <pc:sldChg chg="addSp delSp modSp new mod modAnim">
        <pc:chgData name="FONG, Chi Kit Ken [DSAI]" userId="960785e9-9efa-43e3-981a-c495c07125dc" providerId="ADAL" clId="{0ACE0F11-CA0F-5A84-BFCB-F7A5E414E4DA}" dt="2026-01-13T01:47:50.527" v="14985"/>
        <pc:sldMkLst>
          <pc:docMk/>
          <pc:sldMk cId="83296766" sldId="2025"/>
        </pc:sldMkLst>
        <pc:spChg chg="del mod">
          <ac:chgData name="FONG, Chi Kit Ken [DSAI]" userId="960785e9-9efa-43e3-981a-c495c07125dc" providerId="ADAL" clId="{0ACE0F11-CA0F-5A84-BFCB-F7A5E414E4DA}" dt="2026-01-13T00:56:24.548" v="14742" actId="478"/>
          <ac:spMkLst>
            <pc:docMk/>
            <pc:sldMk cId="83296766" sldId="2025"/>
            <ac:spMk id="2" creationId="{7419F1A8-C5D0-46AF-F318-2FEA96E1297C}"/>
          </ac:spMkLst>
        </pc:spChg>
        <pc:spChg chg="mod">
          <ac:chgData name="FONG, Chi Kit Ken [DSAI]" userId="960785e9-9efa-43e3-981a-c495c07125dc" providerId="ADAL" clId="{0ACE0F11-CA0F-5A84-BFCB-F7A5E414E4DA}" dt="2026-01-13T01:47:41.844" v="14982" actId="20578"/>
          <ac:spMkLst>
            <pc:docMk/>
            <pc:sldMk cId="83296766" sldId="2025"/>
            <ac:spMk id="3" creationId="{15D02EB9-F814-4362-B9C6-F37B1287A579}"/>
          </ac:spMkLst>
        </pc:spChg>
        <pc:spChg chg="add del mod">
          <ac:chgData name="FONG, Chi Kit Ken [DSAI]" userId="960785e9-9efa-43e3-981a-c495c07125dc" providerId="ADAL" clId="{0ACE0F11-CA0F-5A84-BFCB-F7A5E414E4DA}" dt="2026-01-13T00:56:26.479" v="14745" actId="478"/>
          <ac:spMkLst>
            <pc:docMk/>
            <pc:sldMk cId="83296766" sldId="2025"/>
            <ac:spMk id="5" creationId="{D155F14E-690D-E832-3E89-C04074839B79}"/>
          </ac:spMkLst>
        </pc:spChg>
        <pc:spChg chg="add mod">
          <ac:chgData name="FONG, Chi Kit Ken [DSAI]" userId="960785e9-9efa-43e3-981a-c495c07125dc" providerId="ADAL" clId="{0ACE0F11-CA0F-5A84-BFCB-F7A5E414E4DA}" dt="2026-01-13T00:56:25.566" v="14744"/>
          <ac:spMkLst>
            <pc:docMk/>
            <pc:sldMk cId="83296766" sldId="2025"/>
            <ac:spMk id="6" creationId="{49D47AD3-91D8-A625-5E76-C40DCBC8B9F2}"/>
          </ac:spMkLst>
        </pc:spChg>
        <pc:spChg chg="add mod">
          <ac:chgData name="FONG, Chi Kit Ken [DSAI]" userId="960785e9-9efa-43e3-981a-c495c07125dc" providerId="ADAL" clId="{0ACE0F11-CA0F-5A84-BFCB-F7A5E414E4DA}" dt="2026-01-13T00:56:26.732" v="14746"/>
          <ac:spMkLst>
            <pc:docMk/>
            <pc:sldMk cId="83296766" sldId="2025"/>
            <ac:spMk id="7" creationId="{CB87586C-8E27-FDF1-7471-389F24D23B82}"/>
          </ac:spMkLst>
        </pc:spChg>
      </pc:sldChg>
      <pc:sldChg chg="addSp delSp modSp new del mod">
        <pc:chgData name="FONG, Chi Kit Ken [DSAI]" userId="960785e9-9efa-43e3-981a-c495c07125dc" providerId="ADAL" clId="{0ACE0F11-CA0F-5A84-BFCB-F7A5E414E4DA}" dt="2026-01-13T01:42:58.013" v="14956" actId="2696"/>
        <pc:sldMkLst>
          <pc:docMk/>
          <pc:sldMk cId="3743832258" sldId="2026"/>
        </pc:sldMkLst>
        <pc:spChg chg="del">
          <ac:chgData name="FONG, Chi Kit Ken [DSAI]" userId="960785e9-9efa-43e3-981a-c495c07125dc" providerId="ADAL" clId="{0ACE0F11-CA0F-5A84-BFCB-F7A5E414E4DA}" dt="2026-01-13T00:56:30.779" v="14747" actId="478"/>
          <ac:spMkLst>
            <pc:docMk/>
            <pc:sldMk cId="3743832258" sldId="2026"/>
            <ac:spMk id="2" creationId="{96F161C3-D7DB-EFE2-050A-42E64B5545E7}"/>
          </ac:spMkLst>
        </pc:spChg>
        <pc:spChg chg="mod">
          <ac:chgData name="FONG, Chi Kit Ken [DSAI]" userId="960785e9-9efa-43e3-981a-c495c07125dc" providerId="ADAL" clId="{0ACE0F11-CA0F-5A84-BFCB-F7A5E414E4DA}" dt="2026-01-13T00:57:11.654" v="14755" actId="21"/>
          <ac:spMkLst>
            <pc:docMk/>
            <pc:sldMk cId="3743832258" sldId="2026"/>
            <ac:spMk id="3" creationId="{7C991B0B-B6E3-960B-3856-389AB3865644}"/>
          </ac:spMkLst>
        </pc:spChg>
        <pc:spChg chg="add mod">
          <ac:chgData name="FONG, Chi Kit Ken [DSAI]" userId="960785e9-9efa-43e3-981a-c495c07125dc" providerId="ADAL" clId="{0ACE0F11-CA0F-5A84-BFCB-F7A5E414E4DA}" dt="2026-01-13T00:56:31.274" v="14748"/>
          <ac:spMkLst>
            <pc:docMk/>
            <pc:sldMk cId="3743832258" sldId="2026"/>
            <ac:spMk id="4" creationId="{9640320A-D217-0B91-23F0-77BD7C57F03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D96772-9817-D32D-CFDB-4082AEA13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6172B-8397-3A88-9BA7-9C3DBC65BB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828F9-B03F-44CA-BF33-27494910E99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08E2D-8C3D-B8DD-3F2A-AA9AE2C326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C741F-C3B9-696C-07A4-6B6C6E1BE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5BC5F-DD29-48CA-B1A9-365C6504E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2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5F59B-C668-4011-983E-F315D5C6132D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F99F9-2769-4C52-8EE2-7278119F0A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2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3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F993BB-6145-4D1C-B438-D1350312F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557" y="2169539"/>
            <a:ext cx="3898380" cy="176479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4030515-78CF-D472-B3D6-9EE48BCA26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8342" y="3934331"/>
            <a:ext cx="3899755" cy="1024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520E0A-9F3C-2B74-DA11-E0251E5A0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35846" y="1318569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549B0E-9133-3CD2-5A20-A4BD09614750}"/>
              </a:ext>
            </a:extLst>
          </p:cNvPr>
          <p:cNvGrpSpPr/>
          <p:nvPr userDrawn="1"/>
        </p:nvGrpSpPr>
        <p:grpSpPr>
          <a:xfrm>
            <a:off x="201176" y="1586844"/>
            <a:ext cx="3898381" cy="3898381"/>
            <a:chOff x="492349" y="822706"/>
            <a:chExt cx="5439251" cy="543925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44AEFBC-64F2-936B-DCB9-CC545B781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92349" y="822706"/>
              <a:ext cx="5439251" cy="5439251"/>
            </a:xfrm>
            <a:prstGeom prst="ellips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9C3D3B6-D949-DCE6-1749-76AA5DC67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38840" y="5012346"/>
              <a:ext cx="837679" cy="837678"/>
            </a:xfrm>
            <a:prstGeom prst="ellipse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</p:grpSp>
      <p:sp>
        <p:nvSpPr>
          <p:cNvPr id="10" name="Freeform 12">
            <a:extLst>
              <a:ext uri="{FF2B5EF4-FFF2-40B4-BE49-F238E27FC236}">
                <a16:creationId xmlns:a16="http://schemas.microsoft.com/office/drawing/2014/main" id="{A759B287-7ACD-CCB9-A26D-28CA3AE0F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90481" y="0"/>
            <a:ext cx="1499067" cy="1061910"/>
          </a:xfrm>
          <a:custGeom>
            <a:avLst/>
            <a:gdLst>
              <a:gd name="connsiteX0" fmla="*/ 70097 w 1499066"/>
              <a:gd name="connsiteY0" fmla="*/ 0 h 1061910"/>
              <a:gd name="connsiteX1" fmla="*/ 1428969 w 1499066"/>
              <a:gd name="connsiteY1" fmla="*/ 0 h 1061910"/>
              <a:gd name="connsiteX2" fmla="*/ 1440164 w 1499066"/>
              <a:gd name="connsiteY2" fmla="*/ 20625 h 1061910"/>
              <a:gd name="connsiteX3" fmla="*/ 1499066 w 1499066"/>
              <a:gd name="connsiteY3" fmla="*/ 312377 h 1061910"/>
              <a:gd name="connsiteX4" fmla="*/ 749533 w 1499066"/>
              <a:gd name="connsiteY4" fmla="*/ 1061910 h 1061910"/>
              <a:gd name="connsiteX5" fmla="*/ 0 w 1499066"/>
              <a:gd name="connsiteY5" fmla="*/ 312377 h 1061910"/>
              <a:gd name="connsiteX6" fmla="*/ 58902 w 1499066"/>
              <a:gd name="connsiteY6" fmla="*/ 20625 h 10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9066" h="1061910">
                <a:moveTo>
                  <a:pt x="70097" y="0"/>
                </a:moveTo>
                <a:lnTo>
                  <a:pt x="1428969" y="0"/>
                </a:lnTo>
                <a:lnTo>
                  <a:pt x="1440164" y="20625"/>
                </a:lnTo>
                <a:cubicBezTo>
                  <a:pt x="1478092" y="110298"/>
                  <a:pt x="1499066" y="208888"/>
                  <a:pt x="1499066" y="312377"/>
                </a:cubicBezTo>
                <a:cubicBezTo>
                  <a:pt x="1499066" y="726333"/>
                  <a:pt x="1163489" y="1061910"/>
                  <a:pt x="749533" y="1061910"/>
                </a:cubicBezTo>
                <a:cubicBezTo>
                  <a:pt x="335577" y="1061910"/>
                  <a:pt x="0" y="726333"/>
                  <a:pt x="0" y="312377"/>
                </a:cubicBezTo>
                <a:cubicBezTo>
                  <a:pt x="0" y="208888"/>
                  <a:pt x="20974" y="110298"/>
                  <a:pt x="58902" y="20625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EC075E2-093A-4845-BDC4-BD2FAA7A59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319" y="1373479"/>
            <a:ext cx="4325112" cy="4325112"/>
          </a:xfrm>
          <a:noFill/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6" name="Picture 15" descr="University Identity | The Hong Kong Polytechnic University">
            <a:extLst>
              <a:ext uri="{FF2B5EF4-FFF2-40B4-BE49-F238E27FC236}">
                <a16:creationId xmlns:a16="http://schemas.microsoft.com/office/drawing/2014/main" id="{1BBBEAE2-6B0F-71DF-4FC2-46AD2FF683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96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5BEC9516-95B6-310C-2652-36F601491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3795" y="6187712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0E065-0B41-7577-623E-6622A2E5101A}"/>
              </a:ext>
            </a:extLst>
          </p:cNvPr>
          <p:cNvSpPr/>
          <p:nvPr userDrawn="1"/>
        </p:nvSpPr>
        <p:spPr>
          <a:xfrm>
            <a:off x="133164" y="186431"/>
            <a:ext cx="8851038" cy="651621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Picture 8" descr="University Identity | The Hong Kong Polytechnic University">
            <a:extLst>
              <a:ext uri="{FF2B5EF4-FFF2-40B4-BE49-F238E27FC236}">
                <a16:creationId xmlns:a16="http://schemas.microsoft.com/office/drawing/2014/main" id="{16662D3D-8A33-0441-1D94-CF99B5175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E881B-EC41-B0CC-7CFC-3C8D5E3AF79C}"/>
              </a:ext>
            </a:extLst>
          </p:cNvPr>
          <p:cNvGrpSpPr/>
          <p:nvPr userDrawn="1"/>
        </p:nvGrpSpPr>
        <p:grpSpPr>
          <a:xfrm>
            <a:off x="4558683" y="186431"/>
            <a:ext cx="163622" cy="6516210"/>
            <a:chOff x="6096000" y="327025"/>
            <a:chExt cx="0" cy="62039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FF3E8-7A16-45D7-0B9D-696859B2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5C94F7-D886-2920-EBBF-3E6B54BC1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6CFBD-BAD5-946E-3CAB-5D5920FE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367943" cy="761478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E91ACBD-101E-31FD-DE75-0AF48A2BA2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686757"/>
            <a:ext cx="8367942" cy="45195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 marL="171446" indent="-171446">
              <a:lnSpc>
                <a:spcPct val="100000"/>
              </a:lnSpc>
              <a:buClr>
                <a:schemeClr val="accent3"/>
              </a:buClr>
              <a:buSzPct val="120000"/>
              <a:buFont typeface="Wingdings" pitchFamily="2" charset="2"/>
              <a:buChar char="§"/>
              <a:defRPr sz="2000"/>
            </a:lvl2pPr>
            <a:lvl3pPr marL="514337" indent="-171446">
              <a:lnSpc>
                <a:spcPct val="100000"/>
              </a:lnSpc>
              <a:buClr>
                <a:srgbClr val="FF9300"/>
              </a:buClr>
              <a:buFont typeface="Wingdings" pitchFamily="2" charset="2"/>
              <a:buChar char="§"/>
              <a:defRPr sz="1800"/>
            </a:lvl3pPr>
            <a:lvl4pPr marL="857228" indent="-171446">
              <a:lnSpc>
                <a:spcPct val="100000"/>
              </a:lnSpc>
              <a:buFont typeface="Wingdings" pitchFamily="2" charset="2"/>
              <a:buChar char="§"/>
              <a:defRPr sz="1600"/>
            </a:lvl4pPr>
            <a:lvl5pPr marL="1200120" indent="-171446">
              <a:lnSpc>
                <a:spcPct val="100000"/>
              </a:lnSpc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D27AD0B-B30D-9C63-5F05-0190AE98D23A}"/>
              </a:ext>
            </a:extLst>
          </p:cNvPr>
          <p:cNvSpPr txBox="1">
            <a:spLocks/>
          </p:cNvSpPr>
          <p:nvPr userDrawn="1"/>
        </p:nvSpPr>
        <p:spPr>
          <a:xfrm>
            <a:off x="8413794" y="6205632"/>
            <a:ext cx="389833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BC2EDA-D519-4F34-BF3F-BFFF500F4B03}" type="slidenum">
              <a:rPr lang="en-US" sz="1000" b="1" smtClean="0"/>
              <a:pPr algn="ctr"/>
              <a:t>‹#›</a:t>
            </a:fld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19510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92D540-E480-EF1B-28D4-D98C5FF63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1065237"/>
            <a:ext cx="1919240" cy="4939430"/>
          </a:xfrm>
        </p:spPr>
        <p:txBody>
          <a:bodyPr anchor="ctr">
            <a:normAutofit/>
          </a:bodyPr>
          <a:lstStyle>
            <a:lvl1pPr algn="ctr">
              <a:defRPr sz="27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B61084-3519-70C6-F9CD-71E046FBC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378" y="1065237"/>
            <a:ext cx="5337381" cy="493943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200" kern="1200" cap="all" spc="225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5572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9001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2430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15859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0E065-0B41-7577-623E-6622A2E5101A}"/>
              </a:ext>
            </a:extLst>
          </p:cNvPr>
          <p:cNvSpPr/>
          <p:nvPr userDrawn="1"/>
        </p:nvSpPr>
        <p:spPr>
          <a:xfrm>
            <a:off x="133164" y="186431"/>
            <a:ext cx="8851038" cy="651621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E881B-EC41-B0CC-7CFC-3C8D5E3AF79C}"/>
              </a:ext>
            </a:extLst>
          </p:cNvPr>
          <p:cNvGrpSpPr/>
          <p:nvPr userDrawn="1"/>
        </p:nvGrpSpPr>
        <p:grpSpPr>
          <a:xfrm>
            <a:off x="2771192" y="186431"/>
            <a:ext cx="163622" cy="6516210"/>
            <a:chOff x="6096000" y="327025"/>
            <a:chExt cx="0" cy="62039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FF3E8-7A16-45D7-0B9D-696859B2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5C94F7-D886-2920-EBBF-3E6B54BC1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 descr="University Identity | The Hong Kong Polytechnic University">
            <a:extLst>
              <a:ext uri="{FF2B5EF4-FFF2-40B4-BE49-F238E27FC236}">
                <a16:creationId xmlns:a16="http://schemas.microsoft.com/office/drawing/2014/main" id="{F2274D91-E1A0-3278-C33F-0820FC526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88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0D165AF2-A462-FCF3-81AE-ADB955740CC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480060" y="1847088"/>
            <a:ext cx="5568696" cy="3776472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CA8910C-D8ED-5254-9603-C499A3F69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862308" y="3881172"/>
            <a:ext cx="4281692" cy="2981809"/>
          </a:xfrm>
          <a:custGeom>
            <a:avLst/>
            <a:gdLst>
              <a:gd name="connsiteX0" fmla="*/ 2681883 w 4953666"/>
              <a:gd name="connsiteY0" fmla="*/ 4293658 h 4294315"/>
              <a:gd name="connsiteX1" fmla="*/ 2962801 w 4953666"/>
              <a:gd name="connsiteY1" fmla="*/ 4285537 h 4294315"/>
              <a:gd name="connsiteX2" fmla="*/ 4834127 w 4953666"/>
              <a:gd name="connsiteY2" fmla="*/ 3330444 h 4294315"/>
              <a:gd name="connsiteX3" fmla="*/ 4953666 w 4953666"/>
              <a:gd name="connsiteY3" fmla="*/ 3175947 h 4294315"/>
              <a:gd name="connsiteX4" fmla="*/ 4953666 w 4953666"/>
              <a:gd name="connsiteY4" fmla="*/ 0 h 4294315"/>
              <a:gd name="connsiteX5" fmla="*/ 481203 w 4953666"/>
              <a:gd name="connsiteY5" fmla="*/ 0 h 4294315"/>
              <a:gd name="connsiteX6" fmla="*/ 354529 w 4953666"/>
              <a:gd name="connsiteY6" fmla="*/ 200752 h 4294315"/>
              <a:gd name="connsiteX7" fmla="*/ 8771 w 4953666"/>
              <a:gd name="connsiteY7" fmla="*/ 1767440 h 4294315"/>
              <a:gd name="connsiteX8" fmla="*/ 2681883 w 4953666"/>
              <a:gd name="connsiteY8" fmla="*/ 4293658 h 4294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3666" h="4294315">
                <a:moveTo>
                  <a:pt x="2681883" y="4293658"/>
                </a:moveTo>
                <a:cubicBezTo>
                  <a:pt x="2774620" y="4295683"/>
                  <a:pt x="2868342" y="4293047"/>
                  <a:pt x="2962801" y="4285537"/>
                </a:cubicBezTo>
                <a:cubicBezTo>
                  <a:pt x="3718476" y="4225460"/>
                  <a:pt x="4378268" y="3864871"/>
                  <a:pt x="4834127" y="3330444"/>
                </a:cubicBezTo>
                <a:lnTo>
                  <a:pt x="4953666" y="3175947"/>
                </a:lnTo>
                <a:lnTo>
                  <a:pt x="4953666" y="0"/>
                </a:lnTo>
                <a:lnTo>
                  <a:pt x="481203" y="0"/>
                </a:lnTo>
                <a:lnTo>
                  <a:pt x="354529" y="200752"/>
                </a:lnTo>
                <a:cubicBezTo>
                  <a:pt x="94175" y="660824"/>
                  <a:pt x="-36273" y="1200867"/>
                  <a:pt x="8771" y="1767440"/>
                </a:cubicBezTo>
                <a:cubicBezTo>
                  <a:pt x="121380" y="3183873"/>
                  <a:pt x="1290828" y="4263270"/>
                  <a:pt x="2681883" y="429365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FCE207E-49DC-89F0-6C2E-AEDEB1A6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01104" y="1953087"/>
            <a:ext cx="742901" cy="802014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360" y="2715768"/>
            <a:ext cx="2523744" cy="30175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1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  <p15:guide id="3" orient="horz" pos="35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rm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D76C9A2-7310-AC9A-D74B-465F4A04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59024" y="3432623"/>
            <a:ext cx="2690086" cy="3425381"/>
          </a:xfrm>
          <a:custGeom>
            <a:avLst/>
            <a:gdLst>
              <a:gd name="connsiteX0" fmla="*/ 2057400 w 3586781"/>
              <a:gd name="connsiteY0" fmla="*/ 0 h 3425381"/>
              <a:gd name="connsiteX1" fmla="*/ 3512202 w 3586781"/>
              <a:gd name="connsiteY1" fmla="*/ 602599 h 3425381"/>
              <a:gd name="connsiteX2" fmla="*/ 3586781 w 3586781"/>
              <a:gd name="connsiteY2" fmla="*/ 684657 h 3425381"/>
              <a:gd name="connsiteX3" fmla="*/ 3586781 w 3586781"/>
              <a:gd name="connsiteY3" fmla="*/ 3425381 h 3425381"/>
              <a:gd name="connsiteX4" fmla="*/ 523691 w 3586781"/>
              <a:gd name="connsiteY4" fmla="*/ 3425381 h 3425381"/>
              <a:gd name="connsiteX5" fmla="*/ 469810 w 3586781"/>
              <a:gd name="connsiteY5" fmla="*/ 3366098 h 3425381"/>
              <a:gd name="connsiteX6" fmla="*/ 0 w 3586781"/>
              <a:gd name="connsiteY6" fmla="*/ 2057400 h 3425381"/>
              <a:gd name="connsiteX7" fmla="*/ 2057400 w 3586781"/>
              <a:gd name="connsiteY7" fmla="*/ 0 h 34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6781" h="3425381">
                <a:moveTo>
                  <a:pt x="2057400" y="0"/>
                </a:moveTo>
                <a:cubicBezTo>
                  <a:pt x="2625535" y="0"/>
                  <a:pt x="3139885" y="230282"/>
                  <a:pt x="3512202" y="602599"/>
                </a:cubicBezTo>
                <a:lnTo>
                  <a:pt x="3586781" y="684657"/>
                </a:lnTo>
                <a:lnTo>
                  <a:pt x="3586781" y="3425381"/>
                </a:lnTo>
                <a:lnTo>
                  <a:pt x="523691" y="3425381"/>
                </a:lnTo>
                <a:lnTo>
                  <a:pt x="469810" y="3366098"/>
                </a:lnTo>
                <a:cubicBezTo>
                  <a:pt x="176310" y="3010458"/>
                  <a:pt x="0" y="2554519"/>
                  <a:pt x="0" y="2057400"/>
                </a:cubicBezTo>
                <a:cubicBezTo>
                  <a:pt x="0" y="921129"/>
                  <a:pt x="921129" y="0"/>
                  <a:pt x="2057400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8222" y="1953365"/>
            <a:ext cx="3862271" cy="36845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B05A4D-E9FB-4913-E53E-1DE2DC2D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02" y="6194372"/>
            <a:ext cx="292376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CC1FF5F2-E394-6897-C493-6584D74D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11328" y="-3167"/>
            <a:ext cx="990534" cy="996869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8D9022-B854-F233-7BEE-8185E402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2776" y="2891439"/>
            <a:ext cx="3137660" cy="2282229"/>
            <a:chOff x="6448201" y="2832180"/>
            <a:chExt cx="4483608" cy="213969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59528-99D6-5A0F-AEFA-AC4E7BC126D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5AD794-5E76-98BF-3FC7-85579E09136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DD1146-913C-8E63-E619-A08A11AAF1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43E402-60F2-D003-3878-233462D26AA9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478807-656D-4B2C-5C1E-4A08154F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18098" y="2343183"/>
            <a:ext cx="357576" cy="283048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98" y="2454311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398" y="3222369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398" y="3992637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398" y="4775296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2" y="2002536"/>
            <a:ext cx="3840480" cy="368503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6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5AC3F0E-B550-5DF3-6FEE-B1EFAC15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7050" y="3014462"/>
            <a:ext cx="482231" cy="642974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5" name="Freeform 17">
            <a:extLst>
              <a:ext uri="{FF2B5EF4-FFF2-40B4-BE49-F238E27FC236}">
                <a16:creationId xmlns:a16="http://schemas.microsoft.com/office/drawing/2014/main" id="{4B8B6206-1D28-8534-BE4D-6893F8FE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63466" y="5988532"/>
            <a:ext cx="2215376" cy="883756"/>
          </a:xfrm>
          <a:custGeom>
            <a:avLst/>
            <a:gdLst>
              <a:gd name="connsiteX0" fmla="*/ 1476917 w 2953834"/>
              <a:gd name="connsiteY0" fmla="*/ 0 h 883756"/>
              <a:gd name="connsiteX1" fmla="*/ 2950639 w 2953834"/>
              <a:gd name="connsiteY1" fmla="*/ 877123 h 883756"/>
              <a:gd name="connsiteX2" fmla="*/ 2953834 w 2953834"/>
              <a:gd name="connsiteY2" fmla="*/ 883756 h 883756"/>
              <a:gd name="connsiteX3" fmla="*/ 0 w 2953834"/>
              <a:gd name="connsiteY3" fmla="*/ 883756 h 883756"/>
              <a:gd name="connsiteX4" fmla="*/ 3195 w 2953834"/>
              <a:gd name="connsiteY4" fmla="*/ 877123 h 883756"/>
              <a:gd name="connsiteX5" fmla="*/ 1476917 w 2953834"/>
              <a:gd name="connsiteY5" fmla="*/ 0 h 88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3834" h="883756">
                <a:moveTo>
                  <a:pt x="1476917" y="0"/>
                </a:moveTo>
                <a:cubicBezTo>
                  <a:pt x="2113290" y="0"/>
                  <a:pt x="2666825" y="354669"/>
                  <a:pt x="2950639" y="877123"/>
                </a:cubicBezTo>
                <a:lnTo>
                  <a:pt x="2953834" y="883756"/>
                </a:lnTo>
                <a:lnTo>
                  <a:pt x="0" y="883756"/>
                </a:lnTo>
                <a:lnTo>
                  <a:pt x="3195" y="877123"/>
                </a:lnTo>
                <a:cubicBezTo>
                  <a:pt x="287009" y="354669"/>
                  <a:pt x="840544" y="0"/>
                  <a:pt x="147691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5405D2-9527-BA12-A7AC-4B93151CC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63465" y="6069976"/>
            <a:ext cx="382540" cy="510053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A0CC5EDC-49D4-6111-36CB-3C8A2D02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729572" cy="5630799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2" y="2002536"/>
            <a:ext cx="3840480" cy="3685032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22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4">
            <a:extLst>
              <a:ext uri="{FF2B5EF4-FFF2-40B4-BE49-F238E27FC236}">
                <a16:creationId xmlns:a16="http://schemas.microsoft.com/office/drawing/2014/main" id="{82D433C4-79DD-42C5-9147-9E5DDECB6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8317" y="1377730"/>
            <a:ext cx="2743948" cy="5494558"/>
          </a:xfrm>
          <a:custGeom>
            <a:avLst/>
            <a:gdLst>
              <a:gd name="connsiteX0" fmla="*/ 3224347 w 3658597"/>
              <a:gd name="connsiteY0" fmla="*/ 0 h 5494558"/>
              <a:gd name="connsiteX1" fmla="*/ 3554018 w 3658597"/>
              <a:gd name="connsiteY1" fmla="*/ 16647 h 5494558"/>
              <a:gd name="connsiteX2" fmla="*/ 3658597 w 3658597"/>
              <a:gd name="connsiteY2" fmla="*/ 29936 h 5494558"/>
              <a:gd name="connsiteX3" fmla="*/ 3658597 w 3658597"/>
              <a:gd name="connsiteY3" fmla="*/ 5494558 h 5494558"/>
              <a:gd name="connsiteX4" fmla="*/ 935531 w 3658597"/>
              <a:gd name="connsiteY4" fmla="*/ 5494558 h 5494558"/>
              <a:gd name="connsiteX5" fmla="*/ 736284 w 3658597"/>
              <a:gd name="connsiteY5" fmla="*/ 5275331 h 5494558"/>
              <a:gd name="connsiteX6" fmla="*/ 0 w 3658597"/>
              <a:gd name="connsiteY6" fmla="*/ 3224347 h 5494558"/>
              <a:gd name="connsiteX7" fmla="*/ 3224347 w 3658597"/>
              <a:gd name="connsiteY7" fmla="*/ 0 h 549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8597" h="5494558">
                <a:moveTo>
                  <a:pt x="3224347" y="0"/>
                </a:moveTo>
                <a:cubicBezTo>
                  <a:pt x="3335644" y="0"/>
                  <a:pt x="3445625" y="5639"/>
                  <a:pt x="3554018" y="16647"/>
                </a:cubicBezTo>
                <a:lnTo>
                  <a:pt x="3658597" y="29936"/>
                </a:lnTo>
                <a:lnTo>
                  <a:pt x="3658597" y="5494558"/>
                </a:lnTo>
                <a:lnTo>
                  <a:pt x="935531" y="5494558"/>
                </a:lnTo>
                <a:lnTo>
                  <a:pt x="736284" y="5275331"/>
                </a:lnTo>
                <a:cubicBezTo>
                  <a:pt x="276312" y="4717974"/>
                  <a:pt x="0" y="4003429"/>
                  <a:pt x="0" y="3224347"/>
                </a:cubicBezTo>
                <a:cubicBezTo>
                  <a:pt x="0" y="1443589"/>
                  <a:pt x="1443589" y="0"/>
                  <a:pt x="322434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B6078FDE-6CEC-993E-3339-544DEDA6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659" y="2"/>
            <a:ext cx="881701" cy="1651285"/>
          </a:xfrm>
          <a:custGeom>
            <a:avLst/>
            <a:gdLst>
              <a:gd name="connsiteX0" fmla="*/ 0 w 1858209"/>
              <a:gd name="connsiteY0" fmla="*/ 0 h 2610096"/>
              <a:gd name="connsiteX1" fmla="*/ 1532533 w 1858209"/>
              <a:gd name="connsiteY1" fmla="*/ 0 h 2610096"/>
              <a:gd name="connsiteX2" fmla="*/ 1579125 w 1858209"/>
              <a:gd name="connsiteY2" fmla="*/ 62307 h 2610096"/>
              <a:gd name="connsiteX3" fmla="*/ 1858209 w 1858209"/>
              <a:gd name="connsiteY3" fmla="*/ 975965 h 2610096"/>
              <a:gd name="connsiteX4" fmla="*/ 224078 w 1858209"/>
              <a:gd name="connsiteY4" fmla="*/ 2610096 h 2610096"/>
              <a:gd name="connsiteX5" fmla="*/ 56998 w 1858209"/>
              <a:gd name="connsiteY5" fmla="*/ 2601659 h 2610096"/>
              <a:gd name="connsiteX6" fmla="*/ 0 w 1858209"/>
              <a:gd name="connsiteY6" fmla="*/ 2592960 h 2610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209" h="2610096">
                <a:moveTo>
                  <a:pt x="0" y="0"/>
                </a:moveTo>
                <a:lnTo>
                  <a:pt x="1532533" y="0"/>
                </a:lnTo>
                <a:lnTo>
                  <a:pt x="1579125" y="62307"/>
                </a:lnTo>
                <a:cubicBezTo>
                  <a:pt x="1755324" y="323116"/>
                  <a:pt x="1858209" y="637525"/>
                  <a:pt x="1858209" y="975965"/>
                </a:cubicBezTo>
                <a:cubicBezTo>
                  <a:pt x="1858209" y="1878471"/>
                  <a:pt x="1126584" y="2610096"/>
                  <a:pt x="224078" y="2610096"/>
                </a:cubicBezTo>
                <a:cubicBezTo>
                  <a:pt x="167671" y="2610096"/>
                  <a:pt x="111932" y="2607238"/>
                  <a:pt x="56998" y="2601659"/>
                </a:cubicBezTo>
                <a:lnTo>
                  <a:pt x="0" y="259296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6A9E29-841B-F63A-A4FB-958C2A39A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3045" y="4881007"/>
            <a:ext cx="1124299" cy="149906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1E8E1F-3A86-62FC-58AB-E196456B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8344" y="1169293"/>
            <a:ext cx="292376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2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900"/>
              </a:spcAft>
              <a:buFont typeface="+mj-lt"/>
              <a:buAutoNum type="arabicPeriod"/>
              <a:defRPr sz="12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4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A15E1F6-FCC0-B1B8-8F0A-02FAAB3F0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4090" y="5422968"/>
            <a:ext cx="450734" cy="600979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8A0AB697-65DD-D82E-FD2B-BB10E141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" y="684942"/>
            <a:ext cx="4304479" cy="6173059"/>
          </a:xfrm>
          <a:custGeom>
            <a:avLst/>
            <a:gdLst>
              <a:gd name="connsiteX0" fmla="*/ 2105216 w 5739305"/>
              <a:gd name="connsiteY0" fmla="*/ 0 h 6173059"/>
              <a:gd name="connsiteX1" fmla="*/ 5739305 w 5739305"/>
              <a:gd name="connsiteY1" fmla="*/ 3634089 h 6173059"/>
              <a:gd name="connsiteX2" fmla="*/ 4909456 w 5739305"/>
              <a:gd name="connsiteY2" fmla="*/ 5945707 h 6173059"/>
              <a:gd name="connsiteX3" fmla="*/ 4702825 w 5739305"/>
              <a:gd name="connsiteY3" fmla="*/ 6173059 h 6173059"/>
              <a:gd name="connsiteX4" fmla="*/ 0 w 5739305"/>
              <a:gd name="connsiteY4" fmla="*/ 6173059 h 6173059"/>
              <a:gd name="connsiteX5" fmla="*/ 0 w 5739305"/>
              <a:gd name="connsiteY5" fmla="*/ 675505 h 6173059"/>
              <a:gd name="connsiteX6" fmla="*/ 73362 w 5739305"/>
              <a:gd name="connsiteY6" fmla="*/ 620646 h 6173059"/>
              <a:gd name="connsiteX7" fmla="*/ 2105216 w 5739305"/>
              <a:gd name="connsiteY7" fmla="*/ 0 h 617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39305" h="6173059">
                <a:moveTo>
                  <a:pt x="2105216" y="0"/>
                </a:moveTo>
                <a:cubicBezTo>
                  <a:pt x="4112268" y="0"/>
                  <a:pt x="5739305" y="1627037"/>
                  <a:pt x="5739305" y="3634089"/>
                </a:cubicBezTo>
                <a:cubicBezTo>
                  <a:pt x="5739305" y="4512174"/>
                  <a:pt x="5427880" y="5317522"/>
                  <a:pt x="4909456" y="5945707"/>
                </a:cubicBezTo>
                <a:lnTo>
                  <a:pt x="4702825" y="6173059"/>
                </a:lnTo>
                <a:lnTo>
                  <a:pt x="0" y="6173059"/>
                </a:lnTo>
                <a:lnTo>
                  <a:pt x="0" y="675505"/>
                </a:lnTo>
                <a:lnTo>
                  <a:pt x="73362" y="620646"/>
                </a:lnTo>
                <a:cubicBezTo>
                  <a:pt x="653367" y="228802"/>
                  <a:pt x="1352572" y="0"/>
                  <a:pt x="210521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F637CE-F1AA-EB3D-67EB-815F56FF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25656" y="447697"/>
            <a:ext cx="1124299" cy="1499065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09295" y="1273862"/>
            <a:ext cx="3862271" cy="426405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D01B9-382B-1FFC-B0E8-50A5B1AA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6653" y="2000952"/>
            <a:ext cx="2883266" cy="3094988"/>
            <a:chOff x="6448201" y="2832180"/>
            <a:chExt cx="4489704" cy="290169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E06067-B8E1-70ED-D2D3-44CF8CDCDA07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0DAD0A-6F95-3AC2-7012-1BFF86880C3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8BE1B0-4E81-D3BC-6252-7981ADD19C22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02BDCE-1B33-A927-9656-8B1F13D3E546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0822DF-56EF-F16B-1D58-9C3EAC7944A0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93" y="5733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0A54A3-3D1B-FF08-2460-114DA5BF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109098" y="1474457"/>
            <a:ext cx="370237" cy="4065646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5.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6652" y="1605845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6652" y="2373903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6652" y="3144171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6652" y="3926830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FF71D66-09F6-C545-173C-E4918A91F0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6652" y="4693042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9D04-3BCD-7CCF-7AE2-41C646366D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16200000">
            <a:off x="7504717" y="745203"/>
            <a:ext cx="2384490" cy="894081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3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2">
            <a:extLst>
              <a:ext uri="{FF2B5EF4-FFF2-40B4-BE49-F238E27FC236}">
                <a16:creationId xmlns:a16="http://schemas.microsoft.com/office/drawing/2014/main" id="{CCB0938D-C7B4-782B-BFAF-F503DE1C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710" y="4334114"/>
            <a:ext cx="862081" cy="1499066"/>
          </a:xfrm>
          <a:custGeom>
            <a:avLst/>
            <a:gdLst>
              <a:gd name="connsiteX0" fmla="*/ 399908 w 1149441"/>
              <a:gd name="connsiteY0" fmla="*/ 0 h 1499066"/>
              <a:gd name="connsiteX1" fmla="*/ 1149441 w 1149441"/>
              <a:gd name="connsiteY1" fmla="*/ 749533 h 1499066"/>
              <a:gd name="connsiteX2" fmla="*/ 399908 w 1149441"/>
              <a:gd name="connsiteY2" fmla="*/ 1499066 h 1499066"/>
              <a:gd name="connsiteX3" fmla="*/ 108156 w 1149441"/>
              <a:gd name="connsiteY3" fmla="*/ 1440164 h 1499066"/>
              <a:gd name="connsiteX4" fmla="*/ 0 w 1149441"/>
              <a:gd name="connsiteY4" fmla="*/ 1381459 h 1499066"/>
              <a:gd name="connsiteX5" fmla="*/ 0 w 1149441"/>
              <a:gd name="connsiteY5" fmla="*/ 117607 h 1499066"/>
              <a:gd name="connsiteX6" fmla="*/ 108156 w 1149441"/>
              <a:gd name="connsiteY6" fmla="*/ 58902 h 1499066"/>
              <a:gd name="connsiteX7" fmla="*/ 399908 w 1149441"/>
              <a:gd name="connsiteY7" fmla="*/ 0 h 149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9441" h="1499066">
                <a:moveTo>
                  <a:pt x="399908" y="0"/>
                </a:moveTo>
                <a:cubicBezTo>
                  <a:pt x="813864" y="0"/>
                  <a:pt x="1149441" y="335577"/>
                  <a:pt x="1149441" y="749533"/>
                </a:cubicBezTo>
                <a:cubicBezTo>
                  <a:pt x="1149441" y="1163489"/>
                  <a:pt x="813864" y="1499066"/>
                  <a:pt x="399908" y="1499066"/>
                </a:cubicBezTo>
                <a:cubicBezTo>
                  <a:pt x="296419" y="1499066"/>
                  <a:pt x="197829" y="1478093"/>
                  <a:pt x="108156" y="1440164"/>
                </a:cubicBezTo>
                <a:lnTo>
                  <a:pt x="0" y="1381459"/>
                </a:lnTo>
                <a:lnTo>
                  <a:pt x="0" y="117607"/>
                </a:lnTo>
                <a:lnTo>
                  <a:pt x="108156" y="58902"/>
                </a:lnTo>
                <a:cubicBezTo>
                  <a:pt x="197829" y="20974"/>
                  <a:pt x="296419" y="0"/>
                  <a:pt x="399908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27AD3143-C49E-0951-0DB8-A9ABF0AB7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13997" y="-1533"/>
            <a:ext cx="4638267" cy="5906209"/>
          </a:xfrm>
          <a:custGeom>
            <a:avLst/>
            <a:gdLst>
              <a:gd name="connsiteX0" fmla="*/ 605352 w 6184356"/>
              <a:gd name="connsiteY0" fmla="*/ 0 h 5906209"/>
              <a:gd name="connsiteX1" fmla="*/ 6184356 w 6184356"/>
              <a:gd name="connsiteY1" fmla="*/ 0 h 5906209"/>
              <a:gd name="connsiteX2" fmla="*/ 6184356 w 6184356"/>
              <a:gd name="connsiteY2" fmla="*/ 5104584 h 5906209"/>
              <a:gd name="connsiteX3" fmla="*/ 5989771 w 6184356"/>
              <a:gd name="connsiteY3" fmla="*/ 5250092 h 5906209"/>
              <a:gd name="connsiteX4" fmla="*/ 3841790 w 6184356"/>
              <a:gd name="connsiteY4" fmla="*/ 5906209 h 5906209"/>
              <a:gd name="connsiteX5" fmla="*/ 0 w 6184356"/>
              <a:gd name="connsiteY5" fmla="*/ 2064419 h 5906209"/>
              <a:gd name="connsiteX6" fmla="*/ 463684 w 6184356"/>
              <a:gd name="connsiteY6" fmla="*/ 233194 h 590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4356" h="5906209">
                <a:moveTo>
                  <a:pt x="605352" y="0"/>
                </a:moveTo>
                <a:lnTo>
                  <a:pt x="6184356" y="0"/>
                </a:lnTo>
                <a:lnTo>
                  <a:pt x="6184356" y="5104584"/>
                </a:lnTo>
                <a:lnTo>
                  <a:pt x="5989771" y="5250092"/>
                </a:lnTo>
                <a:cubicBezTo>
                  <a:pt x="5376618" y="5664330"/>
                  <a:pt x="4637451" y="5906209"/>
                  <a:pt x="3841790" y="5906209"/>
                </a:cubicBezTo>
                <a:cubicBezTo>
                  <a:pt x="1720028" y="5906209"/>
                  <a:pt x="0" y="4186181"/>
                  <a:pt x="0" y="2064419"/>
                </a:cubicBezTo>
                <a:cubicBezTo>
                  <a:pt x="0" y="1401369"/>
                  <a:pt x="167972" y="777550"/>
                  <a:pt x="463684" y="23319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142C3-F309-0D74-D5C5-3EAB19D43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7252" y="1067795"/>
            <a:ext cx="476966" cy="635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0AB7A2-D41E-7F8C-E35B-D135E2EFA5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V="1">
            <a:off x="2222714" y="-9427"/>
            <a:ext cx="1788373" cy="11810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444D42C-1BDD-684F-2ED7-CBF2B31F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1017"/>
            <a:ext cx="4348470" cy="5177077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266F6B-F29A-5957-62EB-27F8C2FA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1962" y="378865"/>
            <a:ext cx="610038" cy="813384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AC709F-F9A3-D8F0-A42E-A2C94191D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56716" y="5909845"/>
            <a:ext cx="298310" cy="397747"/>
          </a:xfrm>
          <a:prstGeom prst="ellipse">
            <a:avLst/>
          </a:prstGeom>
          <a:solidFill>
            <a:schemeClr val="accent6">
              <a:alpha val="3033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ooter Placeholder 18">
            <a:extLst>
              <a:ext uri="{FF2B5EF4-FFF2-40B4-BE49-F238E27FC236}">
                <a16:creationId xmlns:a16="http://schemas.microsoft.com/office/drawing/2014/main" id="{3914E26B-E8E4-55F2-CC5E-DD0D0AD5C8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4622" y="6126491"/>
            <a:ext cx="3086100" cy="365125"/>
          </a:xfrm>
        </p:spPr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E2D1E-4C5D-A613-CB40-98902C0D83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97410" y="5671159"/>
            <a:ext cx="1788373" cy="118684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294A49EB-EEA6-1B79-F5DE-CFBFC6FFA2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095269" y="6190487"/>
            <a:ext cx="634966" cy="365760"/>
          </a:xfrm>
        </p:spPr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3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4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id="{B016AB6E-3D8A-906E-416F-9B68623E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4301" y="4482120"/>
            <a:ext cx="3959702" cy="2386909"/>
          </a:xfrm>
          <a:custGeom>
            <a:avLst/>
            <a:gdLst>
              <a:gd name="connsiteX0" fmla="*/ 3601541 w 5279603"/>
              <a:gd name="connsiteY0" fmla="*/ 0 h 2386909"/>
              <a:gd name="connsiteX1" fmla="*/ 5123083 w 5279603"/>
              <a:gd name="connsiteY1" fmla="*/ 307185 h 2386909"/>
              <a:gd name="connsiteX2" fmla="*/ 5279603 w 5279603"/>
              <a:gd name="connsiteY2" fmla="*/ 377947 h 2386909"/>
              <a:gd name="connsiteX3" fmla="*/ 5279603 w 5279603"/>
              <a:gd name="connsiteY3" fmla="*/ 2386909 h 2386909"/>
              <a:gd name="connsiteX4" fmla="*/ 0 w 5279603"/>
              <a:gd name="connsiteY4" fmla="*/ 2386909 h 2386909"/>
              <a:gd name="connsiteX5" fmla="*/ 78053 w 5279603"/>
              <a:gd name="connsiteY5" fmla="*/ 2214261 h 2386909"/>
              <a:gd name="connsiteX6" fmla="*/ 3601541 w 5279603"/>
              <a:gd name="connsiteY6" fmla="*/ 0 h 238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9603" h="2386909">
                <a:moveTo>
                  <a:pt x="3601541" y="0"/>
                </a:moveTo>
                <a:cubicBezTo>
                  <a:pt x="4141255" y="0"/>
                  <a:pt x="4655422" y="109382"/>
                  <a:pt x="5123083" y="307185"/>
                </a:cubicBezTo>
                <a:lnTo>
                  <a:pt x="5279603" y="377947"/>
                </a:lnTo>
                <a:lnTo>
                  <a:pt x="5279603" y="2386909"/>
                </a:lnTo>
                <a:lnTo>
                  <a:pt x="0" y="2386909"/>
                </a:lnTo>
                <a:lnTo>
                  <a:pt x="78053" y="2214261"/>
                </a:lnTo>
                <a:cubicBezTo>
                  <a:pt x="709351" y="904104"/>
                  <a:pt x="2049863" y="0"/>
                  <a:pt x="3601541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71EA21E-8904-9B80-6EAB-BA76819B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1217" y="5875583"/>
            <a:ext cx="1124300" cy="993434"/>
          </a:xfrm>
          <a:custGeom>
            <a:avLst/>
            <a:gdLst>
              <a:gd name="connsiteX0" fmla="*/ 749533 w 1499066"/>
              <a:gd name="connsiteY0" fmla="*/ 0 h 993434"/>
              <a:gd name="connsiteX1" fmla="*/ 1499066 w 1499066"/>
              <a:gd name="connsiteY1" fmla="*/ 749533 h 993434"/>
              <a:gd name="connsiteX2" fmla="*/ 1483838 w 1499066"/>
              <a:gd name="connsiteY2" fmla="*/ 900590 h 993434"/>
              <a:gd name="connsiteX3" fmla="*/ 1455018 w 1499066"/>
              <a:gd name="connsiteY3" fmla="*/ 993434 h 993434"/>
              <a:gd name="connsiteX4" fmla="*/ 44048 w 1499066"/>
              <a:gd name="connsiteY4" fmla="*/ 993434 h 993434"/>
              <a:gd name="connsiteX5" fmla="*/ 15228 w 1499066"/>
              <a:gd name="connsiteY5" fmla="*/ 900590 h 993434"/>
              <a:gd name="connsiteX6" fmla="*/ 0 w 1499066"/>
              <a:gd name="connsiteY6" fmla="*/ 749533 h 993434"/>
              <a:gd name="connsiteX7" fmla="*/ 749533 w 1499066"/>
              <a:gd name="connsiteY7" fmla="*/ 0 h 99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9066" h="993434">
                <a:moveTo>
                  <a:pt x="749533" y="0"/>
                </a:moveTo>
                <a:cubicBezTo>
                  <a:pt x="1163489" y="0"/>
                  <a:pt x="1499066" y="335577"/>
                  <a:pt x="1499066" y="749533"/>
                </a:cubicBezTo>
                <a:cubicBezTo>
                  <a:pt x="1499066" y="801278"/>
                  <a:pt x="1493823" y="851798"/>
                  <a:pt x="1483838" y="900590"/>
                </a:cubicBezTo>
                <a:lnTo>
                  <a:pt x="1455018" y="993434"/>
                </a:lnTo>
                <a:lnTo>
                  <a:pt x="44048" y="993434"/>
                </a:lnTo>
                <a:lnTo>
                  <a:pt x="15228" y="900590"/>
                </a:lnTo>
                <a:cubicBezTo>
                  <a:pt x="5244" y="851798"/>
                  <a:pt x="0" y="801278"/>
                  <a:pt x="0" y="749533"/>
                </a:cubicBezTo>
                <a:cubicBezTo>
                  <a:pt x="0" y="335577"/>
                  <a:pt x="335577" y="0"/>
                  <a:pt x="749533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7719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2002536"/>
            <a:ext cx="37719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B50393-ACAA-59FB-EDD9-D6A4524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2" y="5824456"/>
            <a:ext cx="551281" cy="7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5760B73-B111-FFDC-8074-91B4C106E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4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4893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userDrawn="1">
  <p:cSld name="Title + 1 colum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body" idx="1" hasCustomPrompt="1"/>
          </p:nvPr>
        </p:nvSpPr>
        <p:spPr>
          <a:xfrm>
            <a:off x="893700" y="1831451"/>
            <a:ext cx="7586875" cy="4736400"/>
          </a:xfrm>
          <a:prstGeom prst="rect">
            <a:avLst/>
          </a:prstGeom>
        </p:spPr>
        <p:txBody>
          <a:bodyPr spcFirstLastPara="1" wrap="square" lIns="90000" tIns="91425" rIns="91425" bIns="91425" anchor="t" anchorCtr="0">
            <a:noAutofit/>
          </a:bodyPr>
          <a:lstStyle>
            <a:lvl1pPr marL="457189" lvl="0" indent="-34289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 sz="1867">
                <a:solidFill>
                  <a:schemeClr val="dk1"/>
                </a:solidFill>
              </a:defRPr>
            </a:lvl1pPr>
            <a:lvl2pPr marL="914377" lvl="1" indent="-38099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○"/>
              <a:defRPr sz="1600">
                <a:solidFill>
                  <a:schemeClr val="dk1"/>
                </a:solidFill>
              </a:defRPr>
            </a:lvl2pPr>
            <a:lvl3pPr marL="1371566" lvl="2" indent="-38099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■"/>
              <a:defRPr sz="1600">
                <a:solidFill>
                  <a:schemeClr val="dk1"/>
                </a:solidFill>
              </a:defRPr>
            </a:lvl3pPr>
            <a:lvl4pPr marL="1828754" lvl="3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5943" lvl="4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131" lvl="5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320" lvl="6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509" lvl="7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697" lvl="8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Title 1</a:t>
            </a:r>
          </a:p>
          <a:p>
            <a:pPr lvl="1"/>
            <a:r>
              <a:rPr lang="en-US" dirty="0" err="1"/>
              <a:t>Dafasdfadsf</a:t>
            </a:r>
            <a:endParaRPr lang="en-US" dirty="0"/>
          </a:p>
          <a:p>
            <a:pPr lvl="1"/>
            <a:r>
              <a:rPr lang="en-US" dirty="0" err="1"/>
              <a:t>Asdfasd</a:t>
            </a:r>
            <a:endParaRPr lang="en-US" dirty="0"/>
          </a:p>
          <a:p>
            <a:pPr lvl="2"/>
            <a:r>
              <a:rPr lang="en-US" dirty="0" err="1"/>
              <a:t>dsfa</a:t>
            </a:r>
            <a:endParaRPr lang="en-US" dirty="0"/>
          </a:p>
          <a:p>
            <a:endParaRPr dirty="0"/>
          </a:p>
        </p:txBody>
      </p:sp>
      <p:sp>
        <p:nvSpPr>
          <p:cNvPr id="34" name="Google Shape;34;p5"/>
          <p:cNvSpPr/>
          <p:nvPr/>
        </p:nvSpPr>
        <p:spPr>
          <a:xfrm>
            <a:off x="7356367" y="6755100"/>
            <a:ext cx="8937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5" name="Google Shape;35;p5"/>
          <p:cNvSpPr/>
          <p:nvPr/>
        </p:nvSpPr>
        <p:spPr>
          <a:xfrm>
            <a:off x="8250314" y="6755100"/>
            <a:ext cx="8937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6" name="Google Shape;36;p5"/>
          <p:cNvSpPr/>
          <p:nvPr/>
        </p:nvSpPr>
        <p:spPr>
          <a:xfrm>
            <a:off x="2" y="6755100"/>
            <a:ext cx="8937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5"/>
          <p:cNvSpPr/>
          <p:nvPr/>
        </p:nvSpPr>
        <p:spPr>
          <a:xfrm>
            <a:off x="893711" y="6755100"/>
            <a:ext cx="6462600" cy="10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80575" y="6262577"/>
            <a:ext cx="548700" cy="4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E563C-F009-2B8B-0AC6-1E72B429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477851"/>
            <a:ext cx="7586873" cy="1143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39263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47706" y="5323800"/>
            <a:ext cx="30477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0" name="Google Shape;20;p3"/>
          <p:cNvSpPr/>
          <p:nvPr/>
        </p:nvSpPr>
        <p:spPr>
          <a:xfrm>
            <a:off x="6096271" y="5323800"/>
            <a:ext cx="30477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1" name="Google Shape;21;p3"/>
          <p:cNvSpPr/>
          <p:nvPr/>
        </p:nvSpPr>
        <p:spPr>
          <a:xfrm>
            <a:off x="3" y="5323800"/>
            <a:ext cx="30477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-125" y="6440375"/>
            <a:ext cx="9144000" cy="4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55888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1710426" y="2882400"/>
            <a:ext cx="57237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80990" algn="ctr" rtl="0">
              <a:spcBef>
                <a:spcPts val="600"/>
              </a:spcBef>
              <a:spcAft>
                <a:spcPts val="0"/>
              </a:spcAft>
              <a:buSzPts val="2400"/>
              <a:buChar char="▷"/>
              <a:defRPr i="1"/>
            </a:lvl1pPr>
            <a:lvl2pPr marL="914377" lvl="1" indent="-38099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2pPr>
            <a:lvl3pPr marL="1371566" lvl="2" indent="-38099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3pPr>
            <a:lvl4pPr marL="1828754" lvl="3" indent="-38099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4pPr>
            <a:lvl5pPr marL="2285943" lvl="4" indent="-38099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5pPr>
            <a:lvl6pPr marL="2743131" lvl="5" indent="-38099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6pPr>
            <a:lvl7pPr marL="3200320" lvl="6" indent="-38099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i="1"/>
            </a:lvl7pPr>
            <a:lvl8pPr marL="3657509" lvl="7" indent="-38099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i="1"/>
            </a:lvl8pPr>
            <a:lvl9pPr marL="4114697" lvl="8" indent="-38099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 i="1"/>
            </a:lvl9pPr>
          </a:lstStyle>
          <a:p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3593400" y="1575225"/>
            <a:ext cx="19572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accent6"/>
                </a:solidFill>
              </a:rPr>
              <a:t>“</a:t>
            </a:r>
            <a:endParaRPr sz="9600" b="1">
              <a:solidFill>
                <a:schemeClr val="accent6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723283" y="2132900"/>
            <a:ext cx="17103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7" name="Google Shape;27;p4"/>
          <p:cNvSpPr/>
          <p:nvPr/>
        </p:nvSpPr>
        <p:spPr>
          <a:xfrm>
            <a:off x="7434178" y="2132900"/>
            <a:ext cx="17103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8" name="Google Shape;28;p4"/>
          <p:cNvSpPr/>
          <p:nvPr/>
        </p:nvSpPr>
        <p:spPr>
          <a:xfrm>
            <a:off x="1" y="2132900"/>
            <a:ext cx="17103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9" name="Google Shape;29;p4"/>
          <p:cNvSpPr/>
          <p:nvPr/>
        </p:nvSpPr>
        <p:spPr>
          <a:xfrm>
            <a:off x="1710426" y="2132900"/>
            <a:ext cx="1710300" cy="10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-125" y="6440375"/>
            <a:ext cx="9144000" cy="4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001617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216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622" y="1435608"/>
            <a:ext cx="3312414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4622" y="612649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05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Test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72834" y="6190487"/>
            <a:ext cx="20574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6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2" r:id="rId2"/>
    <p:sldLayoutId id="2147483691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685783" rtl="0" eaLnBrk="1" latinLnBrk="0" hangingPunct="1">
        <a:spcBef>
          <a:spcPct val="0"/>
        </a:spcBef>
        <a:buNone/>
        <a:defRPr sz="21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Tx/>
        <a:buNone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1446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14337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857228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200120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43012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5903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795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686" indent="-171446" algn="l" defTabSz="685783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24037856R@connect.polyu.hk" TargetMode="External"/><Relationship Id="rId2" Type="http://schemas.openxmlformats.org/officeDocument/2006/relationships/hyperlink" Target="mailto:chi-kit-ken.fong@polyu.edu.h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24076832R@connect.polyu.hk" TargetMode="External"/><Relationship Id="rId5" Type="http://schemas.openxmlformats.org/officeDocument/2006/relationships/hyperlink" Target="mailto:24040987R@connect.polyu.hk" TargetMode="External"/><Relationship Id="rId4" Type="http://schemas.openxmlformats.org/officeDocument/2006/relationships/hyperlink" Target="mailto:24064197R@connect.polyu.hk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mmds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ww.polyu.edu.hk/en/gs/current-students/academic-integrity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www.polyu.edu.hk/ar/docdrive/polyu-students/Student-guide-on-the-use-of-GenAI_revised_250214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17">
            <a:extLst>
              <a:ext uri="{FF2B5EF4-FFF2-40B4-BE49-F238E27FC236}">
                <a16:creationId xmlns:a16="http://schemas.microsoft.com/office/drawing/2014/main" id="{57D62F16-F75C-6B98-2080-BECC2DE82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6846" y="3047234"/>
            <a:ext cx="4812505" cy="491359"/>
          </a:xfrm>
        </p:spPr>
        <p:txBody>
          <a:bodyPr>
            <a:noAutofit/>
          </a:bodyPr>
          <a:lstStyle/>
          <a:p>
            <a:r>
              <a:rPr lang="en-US" sz="2800" dirty="0"/>
              <a:t>Course Overview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BF59ED5-66B9-83A2-1FC4-283F25C57007}"/>
              </a:ext>
            </a:extLst>
          </p:cNvPr>
          <p:cNvSpPr txBox="1">
            <a:spLocks/>
          </p:cNvSpPr>
          <p:nvPr/>
        </p:nvSpPr>
        <p:spPr>
          <a:xfrm>
            <a:off x="4116846" y="2195293"/>
            <a:ext cx="5287819" cy="6139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685783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HK" sz="2400" dirty="0"/>
              <a:t>DSAI4205: Big Data Analytics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B39C9-547E-2299-C8E5-86B83C4C9AE0}"/>
              </a:ext>
            </a:extLst>
          </p:cNvPr>
          <p:cNvSpPr txBox="1"/>
          <p:nvPr/>
        </p:nvSpPr>
        <p:spPr>
          <a:xfrm>
            <a:off x="4179906" y="3565086"/>
            <a:ext cx="46281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dirty="0">
                <a:latin typeface="Raleway" pitchFamily="2" charset="77"/>
              </a:rPr>
              <a:t>Dr. Ken FONG</a:t>
            </a:r>
          </a:p>
          <a:p>
            <a:r>
              <a:rPr lang="en-HK" sz="1400" dirty="0">
                <a:latin typeface="Raleway" pitchFamily="2" charset="77"/>
              </a:rPr>
              <a:t>Department of Data Science and Artificial Intelligence</a:t>
            </a:r>
          </a:p>
          <a:p>
            <a:r>
              <a:rPr lang="en-HK" sz="1400" dirty="0" err="1">
                <a:latin typeface="Raleway" pitchFamily="2" charset="77"/>
              </a:rPr>
              <a:t>chi-kit-ken.fong@polyu.edu.hk</a:t>
            </a:r>
            <a:endParaRPr lang="en-HK" sz="1400" dirty="0">
              <a:latin typeface="Raleway" pitchFamily="2" charset="77"/>
            </a:endParaRPr>
          </a:p>
        </p:txBody>
      </p:sp>
      <p:pic>
        <p:nvPicPr>
          <p:cNvPr id="1034" name="Picture 10" descr="Overview Icon Images – Browse 108,958 Stock Photos, Vectors, and Video |  Adobe Stock">
            <a:extLst>
              <a:ext uri="{FF2B5EF4-FFF2-40B4-BE49-F238E27FC236}">
                <a16:creationId xmlns:a16="http://schemas.microsoft.com/office/drawing/2014/main" id="{F831C50B-59A3-9E2F-2E0A-07F1C52B7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17" y="2005250"/>
            <a:ext cx="2936449" cy="293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87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1FB9-D3F4-02A9-EFD1-A840C6D6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Teaching Team</a:t>
            </a:r>
            <a:endParaRPr lang="en-US" dirty="0"/>
          </a:p>
        </p:txBody>
      </p:sp>
      <p:sp>
        <p:nvSpPr>
          <p:cNvPr id="6" name="Google Shape;94;p13">
            <a:extLst>
              <a:ext uri="{FF2B5EF4-FFF2-40B4-BE49-F238E27FC236}">
                <a16:creationId xmlns:a16="http://schemas.microsoft.com/office/drawing/2014/main" id="{B3BAB47F-35C8-B162-CA2F-FC49366C1C39}"/>
              </a:ext>
            </a:extLst>
          </p:cNvPr>
          <p:cNvSpPr txBox="1"/>
          <p:nvPr/>
        </p:nvSpPr>
        <p:spPr>
          <a:xfrm>
            <a:off x="567141" y="1689657"/>
            <a:ext cx="3900813" cy="3271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buClr>
                <a:schemeClr val="accent6"/>
              </a:buClr>
              <a:buSzPts val="2400"/>
            </a:pPr>
            <a:r>
              <a:rPr lang="en-US" sz="1400" b="1" dirty="0">
                <a:solidFill>
                  <a:schemeClr val="accent1"/>
                </a:solidFill>
                <a:ea typeface="Lato"/>
                <a:cs typeface="Lato"/>
                <a:sym typeface="Lato"/>
              </a:rPr>
              <a:t>Instructor: Ken FONG</a:t>
            </a:r>
            <a:endParaRPr sz="1400" b="1" dirty="0">
              <a:solidFill>
                <a:schemeClr val="accent1"/>
              </a:solidFill>
              <a:ea typeface="Lato"/>
              <a:cs typeface="Lato"/>
              <a:sym typeface="Lato"/>
            </a:endParaRPr>
          </a:p>
          <a:p>
            <a:pPr marL="285750" indent="-285750">
              <a:lnSpc>
                <a:spcPct val="120000"/>
              </a:lnSpc>
              <a:spcBef>
                <a:spcPts val="450"/>
              </a:spcBef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ea typeface="Lato"/>
                <a:cs typeface="Lato"/>
                <a:sym typeface="Lato"/>
              </a:rPr>
              <a:t>Senior Lecturer, </a:t>
            </a:r>
            <a:r>
              <a:rPr lang="en-US" sz="1400" dirty="0">
                <a:ea typeface="Lato"/>
                <a:cs typeface="Lato"/>
                <a:sym typeface="Lato"/>
              </a:rPr>
              <a:t>Dept of Data Science and AI</a:t>
            </a:r>
            <a:endParaRPr lang="en-HK" sz="1400" dirty="0">
              <a:ea typeface="Lato"/>
              <a:cs typeface="Lato"/>
              <a:sym typeface="Lato"/>
            </a:endParaRPr>
          </a:p>
          <a:p>
            <a:pPr marL="285750" indent="-285750">
              <a:lnSpc>
                <a:spcPct val="120000"/>
              </a:lnSpc>
              <a:spcBef>
                <a:spcPts val="450"/>
              </a:spcBef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ea typeface="Lato"/>
                <a:cs typeface="Lato"/>
                <a:sym typeface="Lato"/>
              </a:rPr>
              <a:t>Email: </a:t>
            </a:r>
            <a:r>
              <a:rPr lang="en-HK" sz="1400" dirty="0">
                <a:ea typeface="Lato"/>
                <a:cs typeface="Lato"/>
                <a:hlinkClick r:id="rId2"/>
              </a:rPr>
              <a:t>chi-kit-ken.fong@polyu.edu.hk</a:t>
            </a:r>
            <a:r>
              <a:rPr lang="en-HK" sz="1400" dirty="0">
                <a:ea typeface="Lato"/>
                <a:cs typeface="Lato"/>
              </a:rPr>
              <a:t> </a:t>
            </a:r>
            <a:endParaRPr lang="en-HK" sz="1400" dirty="0">
              <a:ea typeface="Lato"/>
              <a:cs typeface="Lato"/>
              <a:sym typeface="Lato"/>
            </a:endParaRPr>
          </a:p>
          <a:p>
            <a:pPr marL="285750" indent="-285750">
              <a:lnSpc>
                <a:spcPct val="120000"/>
              </a:lnSpc>
              <a:spcBef>
                <a:spcPts val="450"/>
              </a:spcBef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ea typeface="Lato"/>
                <a:cs typeface="Lato"/>
                <a:sym typeface="Lato"/>
              </a:rPr>
              <a:t>Phone:  3400 3224</a:t>
            </a:r>
          </a:p>
          <a:p>
            <a:pPr marL="285750" indent="-285750">
              <a:lnSpc>
                <a:spcPct val="120000"/>
              </a:lnSpc>
              <a:spcBef>
                <a:spcPts val="450"/>
              </a:spcBef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ea typeface="Lato"/>
                <a:cs typeface="Lato"/>
                <a:sym typeface="Lato"/>
              </a:rPr>
              <a:t>Office: </a:t>
            </a:r>
            <a:r>
              <a:rPr lang="en-HK" sz="1400" dirty="0">
                <a:ea typeface="Lato"/>
                <a:cs typeface="Lato"/>
              </a:rPr>
              <a:t>AG418</a:t>
            </a:r>
          </a:p>
          <a:p>
            <a:pPr marL="285750" indent="-285750">
              <a:lnSpc>
                <a:spcPct val="120000"/>
              </a:lnSpc>
              <a:spcBef>
                <a:spcPts val="450"/>
              </a:spcBef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ea typeface="Lato"/>
                <a:cs typeface="Lato"/>
                <a:sym typeface="Lato"/>
              </a:rPr>
              <a:t>Office Hour: </a:t>
            </a:r>
          </a:p>
          <a:p>
            <a:pPr marL="742950" lvl="1" indent="-285750">
              <a:lnSpc>
                <a:spcPct val="120000"/>
              </a:lnSpc>
              <a:spcBef>
                <a:spcPts val="450"/>
              </a:spcBef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HK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Monday 10:00 – 16:00</a:t>
            </a:r>
          </a:p>
          <a:p>
            <a:pPr marL="742950" lvl="1" indent="-285750">
              <a:lnSpc>
                <a:spcPct val="120000"/>
              </a:lnSpc>
              <a:spcBef>
                <a:spcPts val="450"/>
              </a:spcBef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HK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Tuesday: 15:00 – 18:00</a:t>
            </a:r>
          </a:p>
          <a:p>
            <a:pPr marL="742950" lvl="1" indent="-285750">
              <a:lnSpc>
                <a:spcPct val="120000"/>
              </a:lnSpc>
              <a:spcBef>
                <a:spcPts val="450"/>
              </a:spcBef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HK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Wednesday: 10:00 – 16:00 </a:t>
            </a:r>
          </a:p>
          <a:p>
            <a:pPr marL="742950" lvl="1" indent="-285750">
              <a:lnSpc>
                <a:spcPct val="120000"/>
              </a:lnSpc>
              <a:spcBef>
                <a:spcPts val="450"/>
              </a:spcBef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r>
              <a:rPr lang="en-HK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Thursday/Friday: By Appointments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2957FAB5-5D71-5EA8-8C41-600B41C80E09}"/>
              </a:ext>
            </a:extLst>
          </p:cNvPr>
          <p:cNvSpPr txBox="1"/>
          <p:nvPr/>
        </p:nvSpPr>
        <p:spPr>
          <a:xfrm>
            <a:off x="4658955" y="1718933"/>
            <a:ext cx="3708663" cy="324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ts val="2400"/>
            </a:pPr>
            <a:r>
              <a:rPr lang="en-US" sz="1400" b="1" dirty="0">
                <a:solidFill>
                  <a:schemeClr val="accent1"/>
                </a:solidFill>
                <a:ea typeface="Lato"/>
                <a:cs typeface="Lato"/>
                <a:sym typeface="Lato"/>
              </a:rPr>
              <a:t>Teaching Assistants:</a:t>
            </a:r>
          </a:p>
          <a:p>
            <a:pPr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ts val="2400"/>
            </a:pPr>
            <a:r>
              <a:rPr lang="en-US" sz="1400" b="1" dirty="0">
                <a:solidFill>
                  <a:schemeClr val="accent1"/>
                </a:solidFill>
                <a:ea typeface="Lato"/>
                <a:cs typeface="Lato"/>
                <a:sym typeface="Lato"/>
              </a:rPr>
              <a:t>All tutorials are delivered by teaching assistants</a:t>
            </a:r>
          </a:p>
          <a:p>
            <a:pPr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ts val="2400"/>
            </a:pPr>
            <a:r>
              <a:rPr lang="en-US" sz="1400" dirty="0">
                <a:ea typeface="Lato"/>
                <a:cs typeface="Lato"/>
                <a:sym typeface="Lato"/>
              </a:rPr>
              <a:t>CAO Lulu (TUT001)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ea typeface="Lato"/>
                <a:cs typeface="Lato"/>
                <a:sym typeface="Lato"/>
              </a:rPr>
              <a:t>Email: </a:t>
            </a:r>
            <a:r>
              <a:rPr lang="en-HK" sz="1400" dirty="0">
                <a:hlinkClick r:id="rId3"/>
              </a:rPr>
              <a:t>24037856R@connect.polyu.hk</a:t>
            </a:r>
            <a:endParaRPr lang="en-HK"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ts val="2400"/>
            </a:pPr>
            <a:r>
              <a:rPr lang="en-US" sz="1400" dirty="0">
                <a:ea typeface="Lato"/>
                <a:cs typeface="Lato"/>
                <a:sym typeface="Lato"/>
              </a:rPr>
              <a:t>HE </a:t>
            </a:r>
            <a:r>
              <a:rPr lang="en-US" sz="1400" dirty="0" err="1">
                <a:ea typeface="Lato"/>
                <a:cs typeface="Lato"/>
                <a:sym typeface="Lato"/>
              </a:rPr>
              <a:t>Haohuai</a:t>
            </a:r>
            <a:r>
              <a:rPr lang="en-US" sz="1400" dirty="0">
                <a:ea typeface="Lato"/>
                <a:cs typeface="Lato"/>
                <a:sym typeface="Lato"/>
              </a:rPr>
              <a:t> (</a:t>
            </a:r>
            <a:r>
              <a:rPr lang="en-HK" sz="1400" dirty="0"/>
              <a:t>TUT004</a:t>
            </a:r>
            <a:r>
              <a:rPr lang="en-US" sz="1400" dirty="0">
                <a:ea typeface="Lato"/>
                <a:cs typeface="Lato"/>
                <a:sym typeface="Lato"/>
              </a:rPr>
              <a:t>)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ea typeface="Lato"/>
                <a:cs typeface="Lato"/>
                <a:sym typeface="Lato"/>
              </a:rPr>
              <a:t>Email: </a:t>
            </a:r>
            <a:r>
              <a:rPr lang="en-HK" sz="1400" dirty="0">
                <a:hlinkClick r:id="rId4"/>
              </a:rPr>
              <a:t>24064197R@connect.polyu.hk</a:t>
            </a:r>
            <a:endParaRPr lang="en-HK"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ts val="2400"/>
            </a:pPr>
            <a:r>
              <a:rPr lang="en-US" sz="1400" dirty="0">
                <a:ea typeface="Lato"/>
                <a:cs typeface="Lato"/>
                <a:sym typeface="Lato"/>
              </a:rPr>
              <a:t>QIU </a:t>
            </a:r>
            <a:r>
              <a:rPr lang="en-US" sz="1400" dirty="0" err="1">
                <a:ea typeface="Lato"/>
                <a:cs typeface="Lato"/>
                <a:sym typeface="Lato"/>
              </a:rPr>
              <a:t>Haiyun</a:t>
            </a:r>
            <a:r>
              <a:rPr lang="en-US" sz="1400" dirty="0">
                <a:ea typeface="Lato"/>
                <a:cs typeface="Lato"/>
                <a:sym typeface="Lato"/>
              </a:rPr>
              <a:t> (TUT002)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ea typeface="Lato"/>
                <a:cs typeface="Lato"/>
                <a:sym typeface="Lato"/>
              </a:rPr>
              <a:t>Email: </a:t>
            </a:r>
            <a:r>
              <a:rPr lang="en-HK" sz="1400" dirty="0">
                <a:hlinkClick r:id="rId5"/>
              </a:rPr>
              <a:t>24040987R@connect.polyu.hk</a:t>
            </a:r>
            <a:endParaRPr lang="en-HK"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ts val="2400"/>
            </a:pPr>
            <a:r>
              <a:rPr lang="en-US" sz="1400" dirty="0">
                <a:ea typeface="Lato"/>
                <a:cs typeface="Lato"/>
                <a:sym typeface="Lato"/>
              </a:rPr>
              <a:t>YAO Jian (TUT003)</a:t>
            </a: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ea typeface="Lato"/>
                <a:cs typeface="Lato"/>
                <a:sym typeface="Lato"/>
              </a:rPr>
              <a:t>Email: </a:t>
            </a:r>
            <a:r>
              <a:rPr lang="en-HK" sz="1400" dirty="0">
                <a:hlinkClick r:id="rId6"/>
              </a:rPr>
              <a:t>24076832R@connect.polyu.hk</a:t>
            </a:r>
            <a:endParaRPr lang="en-HK"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Clr>
                <a:schemeClr val="accent6"/>
              </a:buClr>
              <a:buSzPct val="120000"/>
              <a:buFont typeface="Courier New" panose="02070309020205020404" pitchFamily="49" charset="0"/>
              <a:buChar char="o"/>
            </a:pPr>
            <a:endParaRPr lang="en-HK"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71450" indent="-171450">
              <a:lnSpc>
                <a:spcPct val="120000"/>
              </a:lnSpc>
              <a:spcAft>
                <a:spcPts val="300"/>
              </a:spcAft>
              <a:buClr>
                <a:schemeClr val="dk1"/>
              </a:buClr>
              <a:buSzPts val="1100"/>
              <a:buFont typeface="Wingdings" pitchFamily="2" charset="2"/>
              <a:buChar char="§"/>
            </a:pPr>
            <a:endParaRPr lang="en-HK"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buClr>
                <a:schemeClr val="dk1"/>
              </a:buClr>
              <a:buSzPts val="1100"/>
            </a:pPr>
            <a:endParaRPr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sz="14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6896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7F190-1042-953F-3834-A3505AC9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Arrangement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B652D-D167-0295-C39F-15E45D177AC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lvl="1" indent="0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Pts val="2400"/>
              <a:buNone/>
            </a:pPr>
            <a:r>
              <a:rPr lang="en-HK" sz="1600" b="1" dirty="0">
                <a:solidFill>
                  <a:schemeClr val="accent1"/>
                </a:solidFill>
                <a:ea typeface="Lato"/>
                <a:cs typeface="Lato"/>
              </a:rPr>
              <a:t>Location and Time: </a:t>
            </a:r>
          </a:p>
          <a:p>
            <a:pPr marL="514346" lvl="1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Lecture: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</a:rPr>
              <a:t>Tue: 12:30 – 14:20 (Z207)</a:t>
            </a:r>
          </a:p>
          <a:p>
            <a:pPr marL="514346" lvl="1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600" dirty="0">
                <a:solidFill>
                  <a:schemeClr val="dk1"/>
                </a:solidFill>
                <a:sym typeface="Lato"/>
              </a:rPr>
              <a:t>Tutorial: (From Week 2)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sym typeface="Lato"/>
              </a:rPr>
              <a:t>Monday: </a:t>
            </a:r>
          </a:p>
          <a:p>
            <a:pPr marL="1200128" lvl="3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sym typeface="Lato"/>
              </a:rPr>
              <a:t>TUT004: 10:30-11:20 (M405)</a:t>
            </a:r>
          </a:p>
          <a:p>
            <a:pPr marL="1200128" lvl="3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sym typeface="Lato"/>
              </a:rPr>
              <a:t>TUT002: 11:30-12:20 (M409)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sym typeface="Lato"/>
              </a:rPr>
              <a:t>Tuesday: </a:t>
            </a:r>
          </a:p>
          <a:p>
            <a:pPr marL="1200128" lvl="3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sym typeface="Lato"/>
              </a:rPr>
              <a:t>TUT001: 18:30-19:20 (M409)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sym typeface="Lato"/>
              </a:rPr>
              <a:t>Friday:</a:t>
            </a:r>
          </a:p>
          <a:p>
            <a:pPr marL="1200128" lvl="3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400" dirty="0">
                <a:solidFill>
                  <a:schemeClr val="dk1"/>
                </a:solidFill>
                <a:sym typeface="Lato"/>
              </a:rPr>
              <a:t>TUT003: 10:30-11:20 (M409)</a:t>
            </a:r>
          </a:p>
          <a:p>
            <a:pPr marL="514346" lvl="1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HK" dirty="0">
              <a:solidFill>
                <a:schemeClr val="dk1"/>
              </a:solidFill>
              <a:sym typeface="Lato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310F8-A365-F12D-2D5A-A8F7D0A22EC3}"/>
              </a:ext>
            </a:extLst>
          </p:cNvPr>
          <p:cNvSpPr txBox="1"/>
          <p:nvPr/>
        </p:nvSpPr>
        <p:spPr>
          <a:xfrm>
            <a:off x="4572000" y="1686757"/>
            <a:ext cx="4204996" cy="235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fontAlgn="auto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ts val="2400"/>
              <a:tabLst/>
              <a:defRPr/>
            </a:pPr>
            <a:r>
              <a:rPr lang="en-HK" sz="1600" b="1" dirty="0">
                <a:solidFill>
                  <a:schemeClr val="accent1"/>
                </a:solidFill>
                <a:ea typeface="Lato"/>
                <a:cs typeface="Lato"/>
                <a:sym typeface="Lato"/>
              </a:rPr>
              <a:t>Cancelled classes:</a:t>
            </a:r>
          </a:p>
          <a:p>
            <a:pPr marL="514346" lvl="1" indent="-342900" defTabSz="685783">
              <a:spcAft>
                <a:spcPts val="6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rgbClr val="C40C67"/>
                </a:solidFill>
              </a:rPr>
              <a:t>No lecture on 7 Apr (Mon) due to PH: The day following Easter Monday</a:t>
            </a:r>
          </a:p>
          <a:p>
            <a:pPr marL="857237" lvl="2" indent="-342900" defTabSz="685783">
              <a:spcAft>
                <a:spcPts val="600"/>
              </a:spcAft>
              <a:buClr>
                <a:srgbClr val="FF93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schemeClr val="dk1"/>
                </a:solidFill>
              </a:rPr>
              <a:t>Make up lecture will be arranged in the same week. (</a:t>
            </a:r>
            <a:r>
              <a:rPr lang="en-HK" sz="1400" dirty="0"/>
              <a:t>11 Apr </a:t>
            </a:r>
            <a:r>
              <a:rPr lang="en-US" sz="1400" dirty="0">
                <a:solidFill>
                  <a:schemeClr val="dk1"/>
                </a:solidFill>
              </a:rPr>
              <a:t>Sat afternoon) </a:t>
            </a:r>
          </a:p>
          <a:p>
            <a:pPr marL="400037" lvl="1" indent="-342900" defTabSz="685783">
              <a:spcAft>
                <a:spcPts val="600"/>
              </a:spcAft>
              <a:buClr>
                <a:srgbClr val="FF9300"/>
              </a:buClr>
              <a:buSzPct val="12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rgbClr val="C40C67"/>
                </a:solidFill>
              </a:rPr>
              <a:t>No Tutorials on 3 Apr (Fri), 6 Apr (Mon), 7 Apr (Tue) due to easter holidays.</a:t>
            </a:r>
          </a:p>
          <a:p>
            <a:pPr marL="514346" marR="0" lvl="1" indent="-342900" defTabSz="685783" fontAlgn="auto">
              <a:spcAft>
                <a:spcPts val="6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  <a:tabLst/>
              <a:defRPr/>
            </a:pPr>
            <a:endParaRPr lang="en-US" sz="1600" dirty="0">
              <a:solidFill>
                <a:srgbClr val="C40C67"/>
              </a:solidFill>
            </a:endParaRPr>
          </a:p>
        </p:txBody>
      </p:sp>
      <p:sp>
        <p:nvSpPr>
          <p:cNvPr id="8" name="Google Shape;94;p13">
            <a:extLst>
              <a:ext uri="{FF2B5EF4-FFF2-40B4-BE49-F238E27FC236}">
                <a16:creationId xmlns:a16="http://schemas.microsoft.com/office/drawing/2014/main" id="{53ACCF0E-2199-1A1D-3E91-F590F798F0FA}"/>
              </a:ext>
            </a:extLst>
          </p:cNvPr>
          <p:cNvSpPr txBox="1"/>
          <p:nvPr/>
        </p:nvSpPr>
        <p:spPr>
          <a:xfrm>
            <a:off x="4572000" y="3949140"/>
            <a:ext cx="4435366" cy="140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lnSpc>
                <a:spcPct val="120000"/>
              </a:lnSpc>
              <a:buClr>
                <a:schemeClr val="accent6"/>
              </a:buClr>
              <a:buSzPts val="2400"/>
            </a:pPr>
            <a:r>
              <a:rPr lang="en-US" sz="1600" b="1" dirty="0">
                <a:solidFill>
                  <a:schemeClr val="accent1"/>
                </a:solidFill>
                <a:ea typeface="Lato"/>
                <a:cs typeface="Lato"/>
                <a:sym typeface="Lato"/>
              </a:rPr>
              <a:t>Asking questions ?</a:t>
            </a:r>
          </a:p>
          <a:p>
            <a:pPr marL="514346" lvl="1" indent="-342900" defTabSz="685783">
              <a:spcAft>
                <a:spcPts val="6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600" dirty="0">
                <a:sym typeface="Lato"/>
              </a:rPr>
              <a:t>Immediately after class for discussion</a:t>
            </a:r>
          </a:p>
          <a:p>
            <a:pPr marL="514346" lvl="1" indent="-342900" defTabSz="685783">
              <a:spcAft>
                <a:spcPts val="6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600" dirty="0">
                <a:sym typeface="Lato"/>
              </a:rPr>
              <a:t>Discuss via email</a:t>
            </a:r>
          </a:p>
          <a:p>
            <a:pPr marL="514346" lvl="1" indent="-342900" defTabSz="685783">
              <a:spcAft>
                <a:spcPts val="6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HK" sz="1600" dirty="0">
                <a:sym typeface="Lato"/>
              </a:rPr>
              <a:t>Make an appointment during Office hours</a:t>
            </a:r>
          </a:p>
        </p:txBody>
      </p:sp>
    </p:spTree>
    <p:extLst>
      <p:ext uri="{BB962C8B-B14F-4D97-AF65-F5344CB8AC3E}">
        <p14:creationId xmlns:p14="http://schemas.microsoft.com/office/powerpoint/2010/main" val="401927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C2BA-A01B-F08F-6C32-F1C1B285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5224-AC1B-D852-847D-88047C144BD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800" dirty="0"/>
              <a:t>Course objective: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Introduce the </a:t>
            </a:r>
            <a:r>
              <a:rPr lang="en-HK" sz="1600" dirty="0">
                <a:solidFill>
                  <a:srgbClr val="C40C67"/>
                </a:solidFill>
              </a:rPr>
              <a:t>characteristics of big data  </a:t>
            </a:r>
            <a:r>
              <a:rPr lang="en-HK" sz="1600" dirty="0"/>
              <a:t>and </a:t>
            </a:r>
            <a:r>
              <a:rPr lang="en-HK" sz="1600" dirty="0">
                <a:solidFill>
                  <a:srgbClr val="C40C67"/>
                </a:solidFill>
              </a:rPr>
              <a:t>challenge of big data analytics</a:t>
            </a:r>
            <a:r>
              <a:rPr lang="en-HK" sz="1600" dirty="0"/>
              <a:t>.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Understand </a:t>
            </a:r>
            <a:r>
              <a:rPr lang="en-HK" sz="1600" dirty="0">
                <a:solidFill>
                  <a:srgbClr val="C40C67"/>
                </a:solidFill>
              </a:rPr>
              <a:t>why existing technology is inadequate to </a:t>
            </a:r>
            <a:r>
              <a:rPr lang="en-HK" sz="1600" dirty="0" err="1">
                <a:solidFill>
                  <a:srgbClr val="C40C67"/>
                </a:solidFill>
              </a:rPr>
              <a:t>analyze</a:t>
            </a:r>
            <a:r>
              <a:rPr lang="en-HK" sz="1600" dirty="0">
                <a:solidFill>
                  <a:srgbClr val="C40C67"/>
                </a:solidFill>
              </a:rPr>
              <a:t> </a:t>
            </a:r>
            <a:r>
              <a:rPr lang="en-HK" sz="1600" dirty="0"/>
              <a:t>the big data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Understand </a:t>
            </a:r>
            <a:r>
              <a:rPr lang="en-HK" sz="1600" dirty="0">
                <a:solidFill>
                  <a:srgbClr val="C40C67"/>
                </a:solidFill>
              </a:rPr>
              <a:t>how to collect, manage, store, and query</a:t>
            </a:r>
            <a:r>
              <a:rPr lang="en-HK" sz="1600" dirty="0"/>
              <a:t> various form of big data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>
                <a:solidFill>
                  <a:srgbClr val="C40C67"/>
                </a:solidFill>
              </a:rPr>
              <a:t>Hands-on experience </a:t>
            </a:r>
            <a:r>
              <a:rPr lang="en-HK" sz="1600" dirty="0"/>
              <a:t>on </a:t>
            </a:r>
            <a:r>
              <a:rPr lang="en-HK" sz="1600" dirty="0">
                <a:solidFill>
                  <a:srgbClr val="C40C67"/>
                </a:solidFill>
              </a:rPr>
              <a:t>large-scale analytics tools </a:t>
            </a:r>
            <a:r>
              <a:rPr lang="en-HK" sz="1600" dirty="0"/>
              <a:t>to solve some open big data problems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Be able to </a:t>
            </a:r>
            <a:r>
              <a:rPr lang="en-HK" sz="1600" dirty="0">
                <a:solidFill>
                  <a:srgbClr val="C40C67"/>
                </a:solidFill>
              </a:rPr>
              <a:t>conduct thorough analysis on the impact of big data for business decisions and strategy </a:t>
            </a:r>
            <a:r>
              <a:rPr lang="en-HK" sz="1600" dirty="0"/>
              <a:t>in real-world applications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7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4C2E-EE38-8CB4-7919-4B2D0F5E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4112-D13A-1FBE-B1AC-8FBC96BF72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0535" y="4521309"/>
            <a:ext cx="2280926" cy="1121930"/>
          </a:xfrm>
        </p:spPr>
        <p:txBody>
          <a:bodyPr>
            <a:normAutofit/>
          </a:bodyPr>
          <a:lstStyle/>
          <a:p>
            <a:r>
              <a:rPr lang="en-US" sz="1200" dirty="0"/>
              <a:t>Leskovec, J., Rajaraman, A., &amp; Ullman, J. D. (2020). Mining of massive data sets. Cambridge university press.</a:t>
            </a:r>
            <a:br>
              <a:rPr lang="en-US" sz="1200" dirty="0"/>
            </a:br>
            <a:r>
              <a:rPr lang="en-US" sz="1200" dirty="0">
                <a:hlinkClick r:id="rId2"/>
              </a:rPr>
              <a:t>http://www.mmds.org/</a:t>
            </a:r>
            <a:r>
              <a:rPr lang="en-US" sz="1200" dirty="0"/>
              <a:t> </a:t>
            </a:r>
          </a:p>
        </p:txBody>
      </p:sp>
      <p:pic>
        <p:nvPicPr>
          <p:cNvPr id="1026" name="Picture 2" descr="Data Science and Big Data Analytics: Discovering, Analyzing, Visualizing  and Presenting Data | Wiley">
            <a:extLst>
              <a:ext uri="{FF2B5EF4-FFF2-40B4-BE49-F238E27FC236}">
                <a16:creationId xmlns:a16="http://schemas.microsoft.com/office/drawing/2014/main" id="{7B3DC1C4-90FE-0CCA-D152-C865400F6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991" y="1571348"/>
            <a:ext cx="2133342" cy="282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ning of Massive Datasets: 9781107077232: Computer Science Books @  Amazon.com">
            <a:extLst>
              <a:ext uri="{FF2B5EF4-FFF2-40B4-BE49-F238E27FC236}">
                <a16:creationId xmlns:a16="http://schemas.microsoft.com/office/drawing/2014/main" id="{8A61BA2E-6837-7979-48B4-335CA72A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5" y="1571348"/>
            <a:ext cx="1993177" cy="282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g Data Analytics">
            <a:extLst>
              <a:ext uri="{FF2B5EF4-FFF2-40B4-BE49-F238E27FC236}">
                <a16:creationId xmlns:a16="http://schemas.microsoft.com/office/drawing/2014/main" id="{F26398F4-1EE4-0E02-3AC6-B7D522C84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448" y="1572164"/>
            <a:ext cx="2285929" cy="282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5B7676-6DAA-966B-B85E-8F0F489A908D}"/>
              </a:ext>
            </a:extLst>
          </p:cNvPr>
          <p:cNvSpPr txBox="1">
            <a:spLocks/>
          </p:cNvSpPr>
          <p:nvPr/>
        </p:nvSpPr>
        <p:spPr>
          <a:xfrm>
            <a:off x="6111448" y="4521309"/>
            <a:ext cx="2280926" cy="1121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Tx/>
              <a:buNone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1446" indent="-171446" algn="l" defTabSz="685783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Clr>
                <a:schemeClr val="accent3"/>
              </a:buClr>
              <a:buSzPct val="120000"/>
              <a:buFont typeface="Wingdings" pitchFamily="2" charset="2"/>
              <a:buChar char="§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37" indent="-171446" algn="l" defTabSz="685783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Clr>
                <a:srgbClr val="FF9300"/>
              </a:buClr>
              <a:buFont typeface="Wingdings" pitchFamily="2" charset="2"/>
              <a:buChar char="§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28" indent="-171446" algn="l" defTabSz="685783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Wingdings" pitchFamily="2" charset="2"/>
              <a:buChar char="§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20" indent="-171446" algn="l" defTabSz="685783" rtl="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Font typeface="Wingdings" pitchFamily="2" charset="2"/>
              <a:buChar char="§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43012" indent="-171446" algn="l" defTabSz="685783" rtl="0" eaLnBrk="1" latinLnBrk="0" hangingPunct="1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5903" indent="-171446" algn="l" defTabSz="685783" rtl="0" eaLnBrk="1" latinLnBrk="0" hangingPunct="1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28795" indent="-171446" algn="l" defTabSz="685783" rtl="0" eaLnBrk="1" latinLnBrk="0" hangingPunct="1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71686" indent="-171446" algn="l" defTabSz="685783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1200" dirty="0" err="1"/>
              <a:t>Ankam</a:t>
            </a:r>
            <a:r>
              <a:rPr lang="en-HK" sz="1200" dirty="0"/>
              <a:t>, V. (2016). Big data analytics. </a:t>
            </a:r>
            <a:r>
              <a:rPr lang="en-HK" sz="1200" dirty="0" err="1"/>
              <a:t>Packt</a:t>
            </a:r>
            <a:r>
              <a:rPr lang="en-HK" sz="1200" dirty="0"/>
              <a:t> Publishing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02E30-DAFC-7E87-9F19-17E4A68CE0F3}"/>
              </a:ext>
            </a:extLst>
          </p:cNvPr>
          <p:cNvSpPr txBox="1"/>
          <p:nvPr/>
        </p:nvSpPr>
        <p:spPr>
          <a:xfrm>
            <a:off x="3300991" y="4555783"/>
            <a:ext cx="2280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dirty="0"/>
              <a:t>EMC Education Services (Ed.). (2014). </a:t>
            </a:r>
            <a:r>
              <a:rPr lang="en-HK" sz="1200" i="1" dirty="0"/>
              <a:t>Data science and big data analytics: discovering, </a:t>
            </a:r>
            <a:r>
              <a:rPr lang="en-HK" sz="1200" i="1" dirty="0" err="1"/>
              <a:t>analyzing</a:t>
            </a:r>
            <a:r>
              <a:rPr lang="en-HK" sz="1200" i="1" dirty="0"/>
              <a:t>, visualizing and presenting data</a:t>
            </a:r>
            <a:r>
              <a:rPr lang="en-HK" sz="1200" dirty="0"/>
              <a:t>. John Wiley &amp; Sons.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6228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04B61-BA55-4103-83A7-812A1F9B30A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10000"/>
          </a:bodyPr>
          <a:lstStyle/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DSAI is a brand new department and I don't know its </a:t>
            </a:r>
            <a:r>
              <a:rPr lang="en-US" sz="1400" dirty="0">
                <a:solidFill>
                  <a:srgbClr val="C23663"/>
                </a:solidFill>
              </a:rPr>
              <a:t>teaching style and assessment style</a:t>
            </a:r>
            <a:r>
              <a:rPr lang="en-US" sz="1400" dirty="0"/>
              <a:t>, with </a:t>
            </a:r>
            <a:r>
              <a:rPr lang="en-US" sz="1400" dirty="0">
                <a:solidFill>
                  <a:srgbClr val="C23663"/>
                </a:solidFill>
              </a:rPr>
              <a:t>no past papers or projects </a:t>
            </a:r>
            <a:r>
              <a:rPr lang="en-US" sz="1400" dirty="0"/>
              <a:t>under new syllabus and lecturer are available. It is much harder to prepare for the project and exams because I cannot have a rough feeling on the difficulty and depth from past papers and projects. I therefore wonder will there be any </a:t>
            </a:r>
            <a:r>
              <a:rPr lang="en-US" sz="1400" dirty="0">
                <a:solidFill>
                  <a:srgbClr val="C23663"/>
                </a:solidFill>
              </a:rPr>
              <a:t>mock final to help us prepare the final exam</a:t>
            </a:r>
            <a:r>
              <a:rPr lang="en-US" sz="1400" dirty="0"/>
              <a:t>? and will there be </a:t>
            </a:r>
            <a:r>
              <a:rPr lang="en-US" sz="1400" dirty="0">
                <a:solidFill>
                  <a:srgbClr val="C23663"/>
                </a:solidFill>
              </a:rPr>
              <a:t>detailed point-assignment or weighting for the project</a:t>
            </a:r>
            <a:r>
              <a:rPr lang="en-US" sz="1400" dirty="0"/>
              <a:t>? (like achieve text embedding-&gt;1 point, good classification-&gt; 1 point, clear and correct explanation-&gt;5 points)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This is the </a:t>
            </a:r>
            <a:r>
              <a:rPr lang="en-HK" sz="1400" dirty="0">
                <a:solidFill>
                  <a:srgbClr val="C23663"/>
                </a:solidFill>
              </a:rPr>
              <a:t>second semester </a:t>
            </a:r>
            <a:r>
              <a:rPr lang="en-HK" sz="1400" dirty="0"/>
              <a:t>that this course is being delivered, and I was also the instructor for the first semester.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The department </a:t>
            </a:r>
            <a:r>
              <a:rPr lang="en-HK" sz="1400" dirty="0">
                <a:solidFill>
                  <a:srgbClr val="C23663"/>
                </a:solidFill>
              </a:rPr>
              <a:t>will</a:t>
            </a:r>
            <a:r>
              <a:rPr lang="en-HK" sz="1400" dirty="0"/>
              <a:t> </a:t>
            </a:r>
            <a:r>
              <a:rPr lang="en-HK" sz="1400" dirty="0">
                <a:solidFill>
                  <a:srgbClr val="C23663"/>
                </a:solidFill>
              </a:rPr>
              <a:t>upload the exam papers </a:t>
            </a:r>
            <a:r>
              <a:rPr lang="en-HK" sz="1400" dirty="0"/>
              <a:t>from the first semester to the library. You will be able to review these papers to gain insight into the types of questions that were asked.</a:t>
            </a:r>
            <a:endParaRPr lang="en-US" sz="1400" dirty="0"/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Similar to last semester, I will include some </a:t>
            </a:r>
            <a:r>
              <a:rPr lang="en-HK" sz="1400" dirty="0">
                <a:solidFill>
                  <a:srgbClr val="C23663"/>
                </a:solidFill>
              </a:rPr>
              <a:t>comparable questions in your Assignment 3</a:t>
            </a:r>
            <a:r>
              <a:rPr lang="en-HK" sz="1400" dirty="0"/>
              <a:t>. We will also </a:t>
            </a:r>
            <a:r>
              <a:rPr lang="en-HK" sz="1400" dirty="0">
                <a:solidFill>
                  <a:srgbClr val="C23663"/>
                </a:solidFill>
              </a:rPr>
              <a:t>review</a:t>
            </a:r>
            <a:r>
              <a:rPr lang="en-HK" sz="1400" dirty="0"/>
              <a:t> </a:t>
            </a:r>
            <a:r>
              <a:rPr lang="en-HK" sz="1400" dirty="0">
                <a:solidFill>
                  <a:srgbClr val="C23663"/>
                </a:solidFill>
              </a:rPr>
              <a:t>the solutions together </a:t>
            </a:r>
            <a:r>
              <a:rPr lang="en-HK" sz="1400" dirty="0"/>
              <a:t>during the </a:t>
            </a:r>
            <a:r>
              <a:rPr lang="en-HK" sz="1400" dirty="0">
                <a:solidFill>
                  <a:srgbClr val="C23663"/>
                </a:solidFill>
              </a:rPr>
              <a:t>tutorial sessions</a:t>
            </a:r>
            <a:r>
              <a:rPr lang="en-HK" sz="1400" dirty="0"/>
              <a:t>, which should help you understand the exam format better.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While I cannot share the specific grading criteria at this time, I can assure you that </a:t>
            </a:r>
            <a:r>
              <a:rPr lang="en-HK" sz="1400" dirty="0">
                <a:solidFill>
                  <a:srgbClr val="C23663"/>
                </a:solidFill>
              </a:rPr>
              <a:t>if you fulfill all the project requirements, I will start grading from a score of 5 out of 9</a:t>
            </a:r>
            <a:r>
              <a:rPr lang="en-HK" sz="1400" dirty="0"/>
              <a:t>. The final score will </a:t>
            </a:r>
            <a:r>
              <a:rPr lang="en-HK" sz="1400" dirty="0">
                <a:solidFill>
                  <a:srgbClr val="C23663"/>
                </a:solidFill>
              </a:rPr>
              <a:t>depend on the effort and quality of your work</a:t>
            </a:r>
            <a:r>
              <a:rPr lang="en-HK" sz="1400" dirty="0"/>
              <a:t>. If the </a:t>
            </a:r>
            <a:r>
              <a:rPr lang="en-HK" sz="1400" dirty="0">
                <a:solidFill>
                  <a:srgbClr val="C23663"/>
                </a:solidFill>
              </a:rPr>
              <a:t>basic requirements are not met</a:t>
            </a:r>
            <a:r>
              <a:rPr lang="en-HK" sz="1400" dirty="0"/>
              <a:t>, it is likely that </a:t>
            </a:r>
            <a:r>
              <a:rPr lang="en-HK" sz="1400" dirty="0">
                <a:solidFill>
                  <a:srgbClr val="C23663"/>
                </a:solidFill>
              </a:rPr>
              <a:t>your score will be below 5</a:t>
            </a:r>
            <a:r>
              <a:rPr lang="en-HK" sz="1400" dirty="0"/>
              <a:t>.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endParaRPr lang="en-US" sz="1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6091B2-808A-D178-1A5C-3F6002B44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545091" cy="761478"/>
          </a:xfrm>
        </p:spPr>
        <p:txBody>
          <a:bodyPr>
            <a:normAutofit fontScale="90000"/>
          </a:bodyPr>
          <a:lstStyle/>
          <a:p>
            <a:r>
              <a:rPr lang="en-HK" b="1" dirty="0"/>
              <a:t>Pre-Course Survey Analysis: What You Asked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21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2EB9-F814-4362-B9C6-F37B1287A57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People saying that better maths get higher grades in this course🤣is that true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400" dirty="0"/>
              <a:t>While it's true that a </a:t>
            </a:r>
            <a:r>
              <a:rPr lang="en-US" sz="1400" dirty="0">
                <a:solidFill>
                  <a:srgbClr val="C23663"/>
                </a:solidFill>
              </a:rPr>
              <a:t>solid foundation in mathematics </a:t>
            </a:r>
            <a:r>
              <a:rPr lang="en-US" sz="1400" dirty="0"/>
              <a:t>can be beneficial for understanding certain topics, such as </a:t>
            </a:r>
            <a:r>
              <a:rPr lang="en-US" sz="1400" dirty="0">
                <a:solidFill>
                  <a:srgbClr val="C23663"/>
                </a:solidFill>
              </a:rPr>
              <a:t>LLMs</a:t>
            </a:r>
            <a:r>
              <a:rPr lang="en-US" sz="1400" dirty="0"/>
              <a:t> and </a:t>
            </a:r>
            <a:r>
              <a:rPr lang="en-US" sz="1400" dirty="0">
                <a:solidFill>
                  <a:srgbClr val="C23663"/>
                </a:solidFill>
              </a:rPr>
              <a:t>Recommendation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C23663"/>
                </a:solidFill>
              </a:rPr>
              <a:t>Engines</a:t>
            </a:r>
            <a:r>
              <a:rPr lang="en-US" sz="1400" dirty="0"/>
              <a:t>, I want to clarify that the course is designed to focus on conceptual understanding rather than rote memorization of equations.</a:t>
            </a:r>
            <a:endParaRPr lang="en-HK" sz="2000" dirty="0"/>
          </a:p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What is the </a:t>
            </a:r>
            <a:r>
              <a:rPr lang="en-HK" sz="1400" dirty="0">
                <a:solidFill>
                  <a:srgbClr val="C23663"/>
                </a:solidFill>
              </a:rPr>
              <a:t>rubrics</a:t>
            </a:r>
            <a:r>
              <a:rPr lang="en-HK" sz="1400" dirty="0"/>
              <a:t> of the grade. Your style on </a:t>
            </a:r>
            <a:r>
              <a:rPr lang="en-HK" sz="1400" dirty="0">
                <a:solidFill>
                  <a:srgbClr val="C23663"/>
                </a:solidFill>
              </a:rPr>
              <a:t>assessment scoring</a:t>
            </a:r>
            <a:r>
              <a:rPr lang="en-HK" sz="1400" dirty="0"/>
              <a:t>. Will the final rating be curved or directly assigned according to absolute scores.</a:t>
            </a:r>
          </a:p>
          <a:p>
            <a:pPr marL="857237" lvl="2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The final ratings will follow a </a:t>
            </a:r>
            <a:r>
              <a:rPr lang="en-HK" sz="1400" dirty="0">
                <a:solidFill>
                  <a:srgbClr val="C23663"/>
                </a:solidFill>
              </a:rPr>
              <a:t>criteria-based approach</a:t>
            </a:r>
            <a:r>
              <a:rPr lang="en-HK" sz="1400" dirty="0"/>
              <a:t>. However, I am </a:t>
            </a:r>
            <a:r>
              <a:rPr lang="en-HK" sz="1400" dirty="0">
                <a:solidFill>
                  <a:srgbClr val="C23663"/>
                </a:solidFill>
              </a:rPr>
              <a:t>unable to share the specific grading table</a:t>
            </a:r>
            <a:r>
              <a:rPr lang="en-HK" sz="1400" dirty="0"/>
              <a:t>, as it is </a:t>
            </a:r>
            <a:r>
              <a:rPr lang="en-HK" sz="1400" dirty="0">
                <a:solidFill>
                  <a:srgbClr val="C23663"/>
                </a:solidFill>
              </a:rPr>
              <a:t>set by the department.</a:t>
            </a:r>
            <a:endParaRPr lang="en-US" sz="1400" dirty="0">
              <a:solidFill>
                <a:srgbClr val="C23663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87586C-8E27-FDF1-7471-389F24D23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545091" cy="761478"/>
          </a:xfrm>
        </p:spPr>
        <p:txBody>
          <a:bodyPr>
            <a:normAutofit fontScale="90000"/>
          </a:bodyPr>
          <a:lstStyle/>
          <a:p>
            <a:r>
              <a:rPr lang="en-HK" b="1" dirty="0"/>
              <a:t>Pre-Course Survey Analysis: What You Asked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9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9855-80B3-A397-7D2E-684BBF63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597643" cy="761478"/>
          </a:xfrm>
        </p:spPr>
        <p:txBody>
          <a:bodyPr>
            <a:normAutofit fontScale="90000"/>
          </a:bodyPr>
          <a:lstStyle/>
          <a:p>
            <a:r>
              <a:rPr lang="en-HK" b="1" dirty="0"/>
              <a:t>Pre-Course Survey Analysis: What You Asked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C64F-CE39-B228-7216-1193BD3CD1D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46" marR="0" lvl="1" indent="-34290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900"/>
              </a:spcAft>
              <a:buClr>
                <a:srgbClr val="FF93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"/>
                <a:ea typeface="+mn-ea"/>
                <a:cs typeface="+mn-cs"/>
              </a:rPr>
              <a:t>Crucial elements of the entire course, some data from previous years about the course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E9228-9B52-39FB-894B-1E6A834EE0A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6457" y="2430701"/>
            <a:ext cx="7271085" cy="161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86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AA944-CAAA-6731-062B-02CB4F3EB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C91BBD2-DF50-04BD-B65D-ED9D5EBB2B1F}"/>
              </a:ext>
            </a:extLst>
          </p:cNvPr>
          <p:cNvSpPr/>
          <p:nvPr/>
        </p:nvSpPr>
        <p:spPr>
          <a:xfrm>
            <a:off x="4061901" y="2072165"/>
            <a:ext cx="3182948" cy="2170347"/>
          </a:xfrm>
          <a:prstGeom prst="rect">
            <a:avLst/>
          </a:prstGeom>
          <a:solidFill>
            <a:srgbClr val="FFD6D5">
              <a:alpha val="50196"/>
            </a:srgbClr>
          </a:solidFill>
          <a:ln>
            <a:solidFill>
              <a:srgbClr val="C40C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C534C-B836-85F5-6ED8-2C69F2D5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513560" cy="1045178"/>
          </a:xfrm>
        </p:spPr>
        <p:txBody>
          <a:bodyPr>
            <a:normAutofit fontScale="90000"/>
          </a:bodyPr>
          <a:lstStyle/>
          <a:p>
            <a:r>
              <a:rPr lang="en-HK" dirty="0"/>
              <a:t>The composition of course grades and assessment information</a:t>
            </a:r>
          </a:p>
        </p:txBody>
      </p:sp>
      <p:pic>
        <p:nvPicPr>
          <p:cNvPr id="4" name="Picture 2" descr="Project team icon vector image can be used for project ...">
            <a:extLst>
              <a:ext uri="{FF2B5EF4-FFF2-40B4-BE49-F238E27FC236}">
                <a16:creationId xmlns:a16="http://schemas.microsoft.com/office/drawing/2014/main" id="{61DAB083-AC1B-BD70-FEB3-A2B191603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633" y="2541788"/>
            <a:ext cx="1138727" cy="113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Exams Glyph Due Circle Icon Design 43922051 Vector Art at Vecteezy">
            <a:extLst>
              <a:ext uri="{FF2B5EF4-FFF2-40B4-BE49-F238E27FC236}">
                <a16:creationId xmlns:a16="http://schemas.microsoft.com/office/drawing/2014/main" id="{89891B2A-EDA1-D741-67E7-7A344E203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016" y="2581578"/>
            <a:ext cx="1046645" cy="104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DD6A8C-1A27-6EDF-12A5-2D977DA9F764}"/>
              </a:ext>
            </a:extLst>
          </p:cNvPr>
          <p:cNvSpPr txBox="1"/>
          <p:nvPr/>
        </p:nvSpPr>
        <p:spPr>
          <a:xfrm>
            <a:off x="7276016" y="3680515"/>
            <a:ext cx="1108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C40C67"/>
                </a:solidFill>
              </a:rPr>
              <a:t>Final Exam</a:t>
            </a:r>
          </a:p>
          <a:p>
            <a:pPr algn="ctr"/>
            <a:r>
              <a:rPr lang="en-US" sz="1400" dirty="0">
                <a:solidFill>
                  <a:srgbClr val="C40C67"/>
                </a:solidFill>
              </a:rPr>
              <a:t>40% weight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EC320-84FC-7F96-1790-F343ADECB5DA}"/>
              </a:ext>
            </a:extLst>
          </p:cNvPr>
          <p:cNvSpPr txBox="1"/>
          <p:nvPr/>
        </p:nvSpPr>
        <p:spPr>
          <a:xfrm>
            <a:off x="3999542" y="3680515"/>
            <a:ext cx="1774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C40C67"/>
                </a:solidFill>
              </a:rPr>
              <a:t>Project Presentation</a:t>
            </a:r>
          </a:p>
          <a:p>
            <a:pPr algn="ctr"/>
            <a:r>
              <a:rPr lang="en-US" sz="1400" dirty="0">
                <a:solidFill>
                  <a:srgbClr val="C40C67"/>
                </a:solidFill>
              </a:rPr>
              <a:t>5% weight</a:t>
            </a:r>
          </a:p>
        </p:txBody>
      </p:sp>
      <p:pic>
        <p:nvPicPr>
          <p:cNvPr id="8" name="Picture 8" descr="Tutorial - Free interface icons">
            <a:extLst>
              <a:ext uri="{FF2B5EF4-FFF2-40B4-BE49-F238E27FC236}">
                <a16:creationId xmlns:a16="http://schemas.microsoft.com/office/drawing/2014/main" id="{F9E2C6F9-7D25-3579-171A-14E1DA1D4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334" y="2593631"/>
            <a:ext cx="1046645" cy="104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D2FB8D-70FE-C4F5-92A5-5AF03502A475}"/>
              </a:ext>
            </a:extLst>
          </p:cNvPr>
          <p:cNvSpPr txBox="1"/>
          <p:nvPr/>
        </p:nvSpPr>
        <p:spPr>
          <a:xfrm>
            <a:off x="2220925" y="3686318"/>
            <a:ext cx="1956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C40C67"/>
                </a:solidFill>
              </a:rPr>
              <a:t>Assignment x 3</a:t>
            </a:r>
          </a:p>
          <a:p>
            <a:pPr algn="ctr"/>
            <a:r>
              <a:rPr lang="en-US" sz="1400" dirty="0">
                <a:solidFill>
                  <a:srgbClr val="C40C67"/>
                </a:solidFill>
              </a:rPr>
              <a:t>30% weight, 10% each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85D367-E151-C87C-EDD9-B63A9F452C93}"/>
              </a:ext>
            </a:extLst>
          </p:cNvPr>
          <p:cNvSpPr txBox="1"/>
          <p:nvPr/>
        </p:nvSpPr>
        <p:spPr>
          <a:xfrm>
            <a:off x="5774451" y="3692505"/>
            <a:ext cx="1320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C40C67"/>
                </a:solidFill>
              </a:rPr>
              <a:t>Project Report</a:t>
            </a:r>
          </a:p>
          <a:p>
            <a:pPr algn="ctr"/>
            <a:r>
              <a:rPr lang="en-US" sz="1400" dirty="0">
                <a:solidFill>
                  <a:srgbClr val="C40C67"/>
                </a:solidFill>
              </a:rPr>
              <a:t>20% weight</a:t>
            </a:r>
          </a:p>
        </p:txBody>
      </p:sp>
      <p:pic>
        <p:nvPicPr>
          <p:cNvPr id="11" name="Picture 10" descr="Homework - Free education icons">
            <a:extLst>
              <a:ext uri="{FF2B5EF4-FFF2-40B4-BE49-F238E27FC236}">
                <a16:creationId xmlns:a16="http://schemas.microsoft.com/office/drawing/2014/main" id="{20C08A89-44A5-C3E9-CA0A-B89A52E97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436" y="2599817"/>
            <a:ext cx="1046645" cy="104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Attendance - Free marketing icons">
            <a:extLst>
              <a:ext uri="{FF2B5EF4-FFF2-40B4-BE49-F238E27FC236}">
                <a16:creationId xmlns:a16="http://schemas.microsoft.com/office/drawing/2014/main" id="{AF550744-F3F8-6FA1-710D-3DB0A7C53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996" y="2605356"/>
            <a:ext cx="1078123" cy="1078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2EDD55-B207-4080-C6FF-93B9E18AC188}"/>
              </a:ext>
            </a:extLst>
          </p:cNvPr>
          <p:cNvSpPr txBox="1"/>
          <p:nvPr/>
        </p:nvSpPr>
        <p:spPr>
          <a:xfrm>
            <a:off x="1005315" y="3680515"/>
            <a:ext cx="1089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C40C67"/>
                </a:solidFill>
              </a:rPr>
              <a:t>Attendance</a:t>
            </a:r>
          </a:p>
          <a:p>
            <a:pPr algn="ctr"/>
            <a:r>
              <a:rPr lang="en-US" sz="1400" dirty="0">
                <a:solidFill>
                  <a:srgbClr val="C40C67"/>
                </a:solidFill>
              </a:rPr>
              <a:t>5% weight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82CFBD-64F0-1D2E-D79A-2195B3F5A805}"/>
              </a:ext>
            </a:extLst>
          </p:cNvPr>
          <p:cNvSpPr txBox="1"/>
          <p:nvPr/>
        </p:nvSpPr>
        <p:spPr>
          <a:xfrm>
            <a:off x="4608950" y="2045378"/>
            <a:ext cx="2152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HK" sz="1200" b="1" dirty="0">
                <a:solidFill>
                  <a:srgbClr val="C40C67"/>
                </a:solidFill>
              </a:rPr>
              <a:t>Group project </a:t>
            </a:r>
            <a:br>
              <a:rPr lang="en-HK" sz="1200" b="1" dirty="0">
                <a:solidFill>
                  <a:srgbClr val="C40C67"/>
                </a:solidFill>
              </a:rPr>
            </a:br>
            <a:r>
              <a:rPr lang="en-HK" sz="1200" b="1" dirty="0">
                <a:solidFill>
                  <a:srgbClr val="C40C67"/>
                </a:solidFill>
              </a:rPr>
              <a:t>(5 to 6 students in a group)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325B5C5-6234-61B5-5489-764C5BE57A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855047"/>
            <a:ext cx="8367942" cy="4351219"/>
          </a:xfrm>
        </p:spPr>
        <p:txBody>
          <a:bodyPr>
            <a:normAutofit/>
          </a:bodyPr>
          <a:lstStyle/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dirty="0"/>
              <a:t>Rules of score</a:t>
            </a:r>
          </a:p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endParaRPr lang="en-HK" dirty="0"/>
          </a:p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endParaRPr lang="en-HK" dirty="0"/>
          </a:p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endParaRPr lang="en-HK" dirty="0"/>
          </a:p>
          <a:p>
            <a:pPr lvl="1" indent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lang="en-HK" dirty="0"/>
          </a:p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dirty="0"/>
              <a:t>The software we use:</a:t>
            </a:r>
            <a:endParaRPr lang="en-US" dirty="0"/>
          </a:p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endParaRPr lang="en-HK" dirty="0"/>
          </a:p>
          <a:p>
            <a:endParaRPr lang="en-US" dirty="0"/>
          </a:p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0E9D0-CE2C-2C22-CC9D-464E74F81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15" y="4959766"/>
            <a:ext cx="1053790" cy="105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Project Jupyter - Wikipedia">
            <a:extLst>
              <a:ext uri="{FF2B5EF4-FFF2-40B4-BE49-F238E27FC236}">
                <a16:creationId xmlns:a16="http://schemas.microsoft.com/office/drawing/2014/main" id="{84512E54-0C17-2EDD-6F82-3EA5EDD77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033" y="4959766"/>
            <a:ext cx="908406" cy="105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13A68A01-408B-CD3F-DFD0-C44A42076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39" y="5150096"/>
            <a:ext cx="2259075" cy="74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Apache Spark - Wikipedia">
            <a:extLst>
              <a:ext uri="{FF2B5EF4-FFF2-40B4-BE49-F238E27FC236}">
                <a16:creationId xmlns:a16="http://schemas.microsoft.com/office/drawing/2014/main" id="{44995886-1A4F-CD36-A562-30F90DF2D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12" y="4959766"/>
            <a:ext cx="1800921" cy="93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44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6EE1-4168-3DF2-38A6-621DB2F3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b="1" dirty="0"/>
              <a:t>Group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12BE3-ADC9-9807-09FF-B4FED1ABB4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686756"/>
            <a:ext cx="8367942" cy="4872663"/>
          </a:xfrm>
        </p:spPr>
        <p:txBody>
          <a:bodyPr>
            <a:normAutofit fontScale="70000" lnSpcReduction="20000"/>
          </a:bodyPr>
          <a:lstStyle/>
          <a:p>
            <a:pPr marL="514346" lvl="1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2100" dirty="0"/>
              <a:t>Team Formation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900" dirty="0"/>
              <a:t>Form a team consisting of </a:t>
            </a:r>
            <a:r>
              <a:rPr lang="en-HK" sz="1900" dirty="0">
                <a:solidFill>
                  <a:srgbClr val="C23663"/>
                </a:solidFill>
              </a:rPr>
              <a:t>5 to 6 students</a:t>
            </a:r>
            <a:r>
              <a:rPr lang="en-HK" sz="1900" dirty="0"/>
              <a:t>.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dirty="0"/>
              <a:t>Choose your preferred presentation slots. It is </a:t>
            </a:r>
            <a:r>
              <a:rPr lang="en-HK" dirty="0">
                <a:solidFill>
                  <a:srgbClr val="C23663"/>
                </a:solidFill>
              </a:rPr>
              <a:t>not necessary for all team members to </a:t>
            </a:r>
            <a:r>
              <a:rPr lang="en-HK" dirty="0" err="1">
                <a:solidFill>
                  <a:srgbClr val="C23663"/>
                </a:solidFill>
              </a:rPr>
              <a:t>enroll</a:t>
            </a:r>
            <a:r>
              <a:rPr lang="en-HK" dirty="0">
                <a:solidFill>
                  <a:srgbClr val="C23663"/>
                </a:solidFill>
              </a:rPr>
              <a:t> in the same slots</a:t>
            </a:r>
            <a:r>
              <a:rPr lang="en-HK" dirty="0"/>
              <a:t>; however, ensure that everyone can </a:t>
            </a:r>
            <a:r>
              <a:rPr lang="en-HK" dirty="0">
                <a:solidFill>
                  <a:srgbClr val="C23663"/>
                </a:solidFill>
              </a:rPr>
              <a:t>present together during the same slot in Week 13</a:t>
            </a:r>
            <a:r>
              <a:rPr lang="en-HK" dirty="0"/>
              <a:t>. The available slots are:</a:t>
            </a:r>
          </a:p>
          <a:p>
            <a:pPr marL="1200128" lvl="3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300" b="1" dirty="0"/>
              <a:t>Lecture:</a:t>
            </a:r>
            <a:r>
              <a:rPr lang="en-HK" sz="1300" dirty="0"/>
              <a:t> 12:30 – 14:20 (Lecture) </a:t>
            </a:r>
          </a:p>
          <a:p>
            <a:pPr marL="1200128" lvl="3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300" b="1" dirty="0"/>
              <a:t>TUT001:</a:t>
            </a:r>
            <a:r>
              <a:rPr lang="en-HK" sz="1300" dirty="0"/>
              <a:t> 18:30-19:20, </a:t>
            </a:r>
            <a:r>
              <a:rPr lang="en-HK" sz="1300" b="1" dirty="0"/>
              <a:t>TUT002:</a:t>
            </a:r>
            <a:r>
              <a:rPr lang="en-HK" sz="1300" dirty="0"/>
              <a:t> 11:30-12:20, </a:t>
            </a:r>
            <a:r>
              <a:rPr lang="en-HK" sz="1300" b="1" dirty="0"/>
              <a:t>TUT003:</a:t>
            </a:r>
            <a:r>
              <a:rPr lang="en-HK" sz="1300" dirty="0"/>
              <a:t> 10:30-11:20, </a:t>
            </a:r>
            <a:r>
              <a:rPr lang="en-HK" sz="1300" b="1" dirty="0"/>
              <a:t>TUT004:</a:t>
            </a:r>
            <a:r>
              <a:rPr lang="en-HK" sz="1300" dirty="0"/>
              <a:t> 10:30-11:20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dirty="0"/>
              <a:t>A maximum of </a:t>
            </a:r>
            <a:r>
              <a:rPr lang="en-HK" dirty="0">
                <a:solidFill>
                  <a:srgbClr val="C23663"/>
                </a:solidFill>
              </a:rPr>
              <a:t>6 groups can occupy the lecture slot</a:t>
            </a:r>
            <a:r>
              <a:rPr lang="en-HK" dirty="0"/>
              <a:t>, while </a:t>
            </a:r>
            <a:r>
              <a:rPr lang="en-HK" dirty="0">
                <a:solidFill>
                  <a:srgbClr val="C23663"/>
                </a:solidFill>
              </a:rPr>
              <a:t>3 groups are allowed for each tutorial slot</a:t>
            </a:r>
            <a:r>
              <a:rPr lang="en-HK" dirty="0"/>
              <a:t>. Some groups may need to present outside of these 5 slots, and arrangements will be made by the </a:t>
            </a:r>
            <a:r>
              <a:rPr lang="en-HK" dirty="0" err="1"/>
              <a:t>TAs.</a:t>
            </a:r>
            <a:endParaRPr lang="en-HK" dirty="0"/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dirty="0"/>
              <a:t>After selecting your slots, please </a:t>
            </a:r>
            <a:r>
              <a:rPr lang="en-HK" dirty="0">
                <a:solidFill>
                  <a:srgbClr val="C23663"/>
                </a:solidFill>
              </a:rPr>
              <a:t>email the TA with the names, student IDs of the members</a:t>
            </a:r>
            <a:r>
              <a:rPr lang="en-HK" dirty="0"/>
              <a:t>, and the </a:t>
            </a:r>
            <a:r>
              <a:rPr lang="en-HK" dirty="0">
                <a:solidFill>
                  <a:srgbClr val="C23663"/>
                </a:solidFill>
              </a:rPr>
              <a:t>desired time slot</a:t>
            </a:r>
            <a:r>
              <a:rPr lang="en-HK" dirty="0"/>
              <a:t> to </a:t>
            </a:r>
            <a:r>
              <a:rPr lang="en-HK" dirty="0">
                <a:solidFill>
                  <a:srgbClr val="C23663"/>
                </a:solidFill>
              </a:rPr>
              <a:t>confirm availability</a:t>
            </a:r>
            <a:r>
              <a:rPr lang="en-HK" dirty="0"/>
              <a:t>. Slots will be allocated on a </a:t>
            </a:r>
            <a:r>
              <a:rPr lang="en-HK" dirty="0">
                <a:solidFill>
                  <a:srgbClr val="C23663"/>
                </a:solidFill>
              </a:rPr>
              <a:t>first-come, first-served basis</a:t>
            </a:r>
            <a:r>
              <a:rPr lang="en-HK" dirty="0"/>
              <a:t>.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dirty="0"/>
              <a:t>Presentation Durations</a:t>
            </a:r>
            <a:br>
              <a:rPr lang="en-HK" dirty="0"/>
            </a:br>
            <a:r>
              <a:rPr lang="en-HK" dirty="0"/>
              <a:t>Each presentation will last 15 minutes, with a maximum time limit of 16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400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A9BE9-C36D-5BB8-30CA-F80E2C563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00C7-97AE-B099-F6C5-EB9D3200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b="1" dirty="0"/>
              <a:t>Group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ED7A-2E88-649B-14E3-58ED3F304E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686756"/>
            <a:ext cx="8367942" cy="4872663"/>
          </a:xfrm>
        </p:spPr>
        <p:txBody>
          <a:bodyPr>
            <a:normAutofit fontScale="77500" lnSpcReduction="20000"/>
          </a:bodyPr>
          <a:lstStyle/>
          <a:p>
            <a:pPr marL="514346" lvl="1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2100" dirty="0"/>
              <a:t>Project Tasks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900" dirty="0"/>
              <a:t>Your group will receive a textual dataset. The objective is to develop an effective decision support system that classifies text. Topics will be provided in Week 6.</a:t>
            </a:r>
          </a:p>
          <a:p>
            <a:pPr marL="514346" lvl="1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2100" dirty="0"/>
              <a:t>Submission Requirements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900" dirty="0"/>
              <a:t>Each team must appoint a representative to upload three files to Blackboard:</a:t>
            </a:r>
          </a:p>
          <a:p>
            <a:pPr marL="1314428" lvl="3" indent="-4572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HK" sz="1700" dirty="0"/>
              <a:t>A Jupyter Notebook containing all deliverables related to the system development task.</a:t>
            </a:r>
          </a:p>
          <a:p>
            <a:pPr marL="1314428" lvl="3" indent="-4572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HK" sz="1700" dirty="0"/>
              <a:t>A summary written report (maximum of 2 pages in MS Word) that includes a background description of your system, your approach to the problem, and a critical evaluation of the system.</a:t>
            </a:r>
          </a:p>
          <a:p>
            <a:pPr marL="1314428" lvl="3" indent="-4572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HK" sz="1700" dirty="0"/>
              <a:t>A PowerPoint presentation summarizing the key points from (1) and (2).</a:t>
            </a:r>
          </a:p>
          <a:p>
            <a:pPr marL="514346" lvl="1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2100" dirty="0"/>
              <a:t>Peer reviews: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900" dirty="0"/>
              <a:t>Additionally, each student is required to submit a work distribution document in Word format on Blackboard, detailing the contributions of each team member.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170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79EF-C0E8-208B-42DB-2EB122B8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1D6A-7181-5161-D826-33A5DB6E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b="1" dirty="0"/>
              <a:t>Group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EE82-9EBE-BD97-1BB7-E1AF5EDA7B6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686756"/>
            <a:ext cx="8367942" cy="4872663"/>
          </a:xfrm>
        </p:spPr>
        <p:txBody>
          <a:bodyPr>
            <a:normAutofit/>
          </a:bodyPr>
          <a:lstStyle/>
          <a:p>
            <a:pPr marL="514346" lvl="1" indent="-34290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Grading Criteria 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Presentation grades will be graded by the lecturer and one of the TAs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The project grading will follow a scale from 1 to 9, with the following classifications:</a:t>
            </a:r>
          </a:p>
          <a:p>
            <a:pPr marL="1200128" lvl="3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7-9: Excellent</a:t>
            </a:r>
          </a:p>
          <a:p>
            <a:pPr marL="1200128" lvl="3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4-6: Average</a:t>
            </a:r>
          </a:p>
          <a:p>
            <a:pPr marL="1200128" lvl="3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400" dirty="0"/>
              <a:t>Below 4: Below expectations</a:t>
            </a:r>
          </a:p>
          <a:p>
            <a:pPr marL="857237" lvl="2" indent="-34290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The evaluation will primarily focus on the creativity and effort demonstrated throughout the project.</a:t>
            </a:r>
            <a:br>
              <a:rPr lang="en-HK" sz="16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716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9FAA-7F82-11D0-E09F-2E6480D0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367943" cy="761478"/>
          </a:xfrm>
        </p:spPr>
        <p:txBody>
          <a:bodyPr>
            <a:noAutofit/>
          </a:bodyPr>
          <a:lstStyle/>
          <a:p>
            <a:r>
              <a:rPr lang="en-US" sz="2800" dirty="0"/>
              <a:t>Tentative Teaching Schedule (Lectures)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78BCE375-15C9-8459-ED90-8B3834E2FD0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772582832"/>
              </p:ext>
            </p:extLst>
          </p:nvPr>
        </p:nvGraphicFramePr>
        <p:xfrm>
          <a:off x="408375" y="1492469"/>
          <a:ext cx="7401347" cy="453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045">
                  <a:extLst>
                    <a:ext uri="{9D8B030D-6E8A-4147-A177-3AD203B41FA5}">
                      <a16:colId xmlns:a16="http://schemas.microsoft.com/office/drawing/2014/main" val="2342866260"/>
                    </a:ext>
                  </a:extLst>
                </a:gridCol>
                <a:gridCol w="742316">
                  <a:extLst>
                    <a:ext uri="{9D8B030D-6E8A-4147-A177-3AD203B41FA5}">
                      <a16:colId xmlns:a16="http://schemas.microsoft.com/office/drawing/2014/main" val="3721544032"/>
                    </a:ext>
                  </a:extLst>
                </a:gridCol>
                <a:gridCol w="2740493">
                  <a:extLst>
                    <a:ext uri="{9D8B030D-6E8A-4147-A177-3AD203B41FA5}">
                      <a16:colId xmlns:a16="http://schemas.microsoft.com/office/drawing/2014/main" val="4273489092"/>
                    </a:ext>
                  </a:extLst>
                </a:gridCol>
                <a:gridCol w="2740493">
                  <a:extLst>
                    <a:ext uri="{9D8B030D-6E8A-4147-A177-3AD203B41FA5}">
                      <a16:colId xmlns:a16="http://schemas.microsoft.com/office/drawing/2014/main" val="2944069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Lectures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lt"/>
                        </a:rPr>
                        <a:t>Tutorials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917971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1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13 Jan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Intro to Big Data Analytics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>
                        <a:buNone/>
                      </a:pPr>
                      <a:r>
                        <a:rPr lang="en-HK" sz="1050" i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 Tutorial </a:t>
                      </a: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1139100994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2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20 Jan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Path to Parallelism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Warm up exercise: Python + Pandas</a:t>
                      </a: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879719084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3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27 Jan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Intro to Spark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latin typeface="+mn-lt"/>
                        </a:rPr>
                        <a:t>Dask Tutorial</a:t>
                      </a: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558101900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4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3 Feb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Exploring Hive, Shark, and SparkSQL in Big Data Systems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latin typeface="+mn-lt"/>
                        </a:rPr>
                        <a:t>Spark Tutorial</a:t>
                      </a: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20566996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5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10 Feb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Intro to NLP</a:t>
                      </a:r>
                      <a:endParaRPr lang="en-HK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latin typeface="+mn-lt"/>
                        </a:rPr>
                        <a:t>Data Frame Tutorial </a:t>
                      </a: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15829009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6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latin typeface="+mn-lt"/>
                        </a:rPr>
                        <a:t>24 Feb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Intro to LLM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latin typeface="+mn-lt"/>
                        </a:rPr>
                        <a:t>Basic NLP in Pyspark</a:t>
                      </a: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690923222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7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latin typeface="+mn-lt"/>
                        </a:rPr>
                        <a:t>3 Mar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Link Analysis (PageRank)</a:t>
                      </a:r>
                      <a:endParaRPr lang="en-HK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 Embeddings</a:t>
                      </a:r>
                      <a:endParaRPr lang="en-HK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211077227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8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10 Mar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Graph Analytics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latin typeface="+mn-lt"/>
                        </a:rPr>
                        <a:t>PageRank in </a:t>
                      </a:r>
                      <a:r>
                        <a:rPr lang="en-HK" sz="1200" dirty="0" err="1">
                          <a:latin typeface="+mn-lt"/>
                        </a:rPr>
                        <a:t>PySpark</a:t>
                      </a:r>
                      <a:endParaRPr lang="en-HK" sz="1200" dirty="0"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412132624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9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17 Mar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Big Data Storage, NoSQL</a:t>
                      </a:r>
                      <a:endParaRPr lang="en-HK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latin typeface="+mn-lt"/>
                        </a:rPr>
                        <a:t>Graph Analytics in </a:t>
                      </a:r>
                      <a:r>
                        <a:rPr lang="en-HK" sz="1200" dirty="0" err="1">
                          <a:latin typeface="+mn-lt"/>
                        </a:rPr>
                        <a:t>NetworkX</a:t>
                      </a:r>
                      <a:endParaRPr lang="en-HK" sz="1200" dirty="0"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689058613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10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24 Mar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Recommendation System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latin typeface="+mn-lt"/>
                        </a:rPr>
                        <a:t>Recommendation Lab</a:t>
                      </a: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958143286"/>
                  </a:ext>
                </a:extLst>
              </a:tr>
              <a:tr h="2941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11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>
                          <a:latin typeface="+mn-lt"/>
                        </a:rPr>
                        <a:t>31 Mar</a:t>
                      </a:r>
                      <a:endParaRPr lang="en-HK" sz="1200" dirty="0"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Recommendation System II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latin typeface="+mn-lt"/>
                        </a:rPr>
                        <a:t>Assignment 3 Solution review</a:t>
                      </a:r>
                      <a:br>
                        <a:rPr lang="en-HK" sz="1200" dirty="0">
                          <a:latin typeface="+mn-lt"/>
                        </a:rPr>
                      </a:br>
                      <a:r>
                        <a:rPr lang="en-HK" sz="1050" i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 Tutorial on Fri sessions due to PH</a:t>
                      </a: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515247178"/>
                  </a:ext>
                </a:extLst>
              </a:tr>
              <a:tr h="294190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Week 12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>
                        <a:buNone/>
                      </a:pPr>
                      <a:r>
                        <a:rPr lang="en-HK" sz="1050" i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 Apr</a:t>
                      </a: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>
                        <a:buNone/>
                      </a:pPr>
                      <a:r>
                        <a:rPr lang="en-HK" sz="1050" i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PH: The day following Easter Monday</a:t>
                      </a:r>
                    </a:p>
                  </a:txBody>
                  <a:tcPr marL="47625" marR="47625" marT="9525" marB="9525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latin typeface="+mn-lt"/>
                        </a:rPr>
                        <a:t>Assignment 3 Solution review</a:t>
                      </a:r>
                    </a:p>
                    <a:p>
                      <a:pPr>
                        <a:buNone/>
                      </a:pPr>
                      <a:r>
                        <a:rPr lang="en-HK" sz="1050" i="1" dirty="0">
                          <a:solidFill>
                            <a:srgbClr val="FF0000"/>
                          </a:solidFill>
                          <a:latin typeface="+mn-lt"/>
                        </a:rPr>
                        <a:t>No Tutorial on Mon, Tue sessions due to PH</a:t>
                      </a:r>
                      <a:endParaRPr lang="en-HK" sz="1050" i="1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2912672960"/>
                  </a:ext>
                </a:extLst>
              </a:tr>
              <a:tr h="294190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HK" sz="1200" dirty="0"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 Apr</a:t>
                      </a:r>
                      <a:endParaRPr lang="en-HK" sz="1200" dirty="0"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Make up lecture: Examination Review</a:t>
                      </a:r>
                    </a:p>
                  </a:txBody>
                  <a:tcPr marL="47625" marR="47625" marT="9525" marB="9525" anchor="ctr"/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HK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3914052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dirty="0">
                          <a:latin typeface="+mn-lt"/>
                        </a:rPr>
                        <a:t>Week 13</a:t>
                      </a:r>
                    </a:p>
                  </a:txBody>
                  <a:tcPr marL="46800" marR="900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1200" dirty="0">
                          <a:latin typeface="+mn-lt"/>
                        </a:rPr>
                        <a:t>14 Apr</a:t>
                      </a:r>
                    </a:p>
                  </a:txBody>
                  <a:tcPr marL="47625" marR="47625" marT="9525" marB="9525" anchor="ctr"/>
                </a:tc>
                <a:tc gridSpan="2">
                  <a:txBody>
                    <a:bodyPr/>
                    <a:lstStyle/>
                    <a:p>
                      <a:pPr marL="0" algn="ctr" defTabSz="685783" rtl="0" eaLnBrk="1" latinLnBrk="0" hangingPunct="1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Group Presentation</a:t>
                      </a:r>
                    </a:p>
                  </a:txBody>
                  <a:tcPr marL="47625" marR="47625" marT="9525" marB="9525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7625" marR="47625" marT="9525" marB="9525" anchor="ctr"/>
                </a:tc>
                <a:extLst>
                  <a:ext uri="{0D108BD9-81ED-4DB2-BD59-A6C34878D82A}">
                    <a16:rowId xmlns:a16="http://schemas.microsoft.com/office/drawing/2014/main" val="4153334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479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EED4-7A56-2DC5-F89A-554BB837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Academic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48BB1-91A5-56B1-3157-2F12EE895A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10315" y="1766843"/>
            <a:ext cx="5424631" cy="4439424"/>
          </a:xfrm>
        </p:spPr>
        <p:txBody>
          <a:bodyPr>
            <a:normAutofit/>
          </a:bodyPr>
          <a:lstStyle/>
          <a:p>
            <a:pPr marL="514346" lvl="1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800" dirty="0"/>
              <a:t>Plagiarism is taken very seriously at the </a:t>
            </a:r>
            <a:r>
              <a:rPr lang="en-HK" sz="1800" dirty="0" err="1"/>
              <a:t>PolyU</a:t>
            </a:r>
            <a:r>
              <a:rPr lang="en-HK" sz="1800" dirty="0"/>
              <a:t>. </a:t>
            </a:r>
            <a:endParaRPr lang="en-US" sz="1800" dirty="0"/>
          </a:p>
          <a:p>
            <a:pPr marL="514346" lvl="1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800" dirty="0"/>
              <a:t>University Academic Integrity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600" dirty="0">
                <a:hlinkClick r:id="rId2"/>
              </a:rPr>
              <a:t>https://www.polyu.edu.hk/en/gs/current-students/academic-integrity/</a:t>
            </a:r>
            <a:endParaRPr lang="en-HK" sz="1600" dirty="0"/>
          </a:p>
          <a:p>
            <a:pPr marL="514346" lvl="1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800" dirty="0"/>
              <a:t>Requirements will be </a:t>
            </a:r>
            <a:r>
              <a:rPr lang="en-HK" sz="1800" dirty="0">
                <a:solidFill>
                  <a:schemeClr val="accent3"/>
                </a:solidFill>
              </a:rPr>
              <a:t>strictly enforced </a:t>
            </a:r>
            <a:r>
              <a:rPr lang="en-HK" sz="1800" dirty="0"/>
              <a:t>in this course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Cheating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Plagiarism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600" dirty="0"/>
              <a:t>Sabotaging other’s idea</a:t>
            </a:r>
          </a:p>
          <a:p>
            <a:pPr marL="857237" lvl="2" indent="-342900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HK" sz="1600" dirty="0">
                <a:solidFill>
                  <a:schemeClr val="accent3"/>
                </a:solidFill>
              </a:rPr>
              <a:t>“F” will be given if any misconduct is caught evidently</a:t>
            </a:r>
          </a:p>
        </p:txBody>
      </p:sp>
      <p:pic>
        <p:nvPicPr>
          <p:cNvPr id="4098" name="Picture 2" descr="Academic Integrity_1">
            <a:extLst>
              <a:ext uri="{FF2B5EF4-FFF2-40B4-BE49-F238E27FC236}">
                <a16:creationId xmlns:a16="http://schemas.microsoft.com/office/drawing/2014/main" id="{E890C82C-EDE3-D50A-03D0-5AEC62407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81" y="1766843"/>
            <a:ext cx="2942634" cy="3324314"/>
          </a:xfrm>
          <a:prstGeom prst="round2Diag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121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E8DF-475D-F7E2-4632-7FD7671C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 (GenAI)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A14E8-9295-2C4F-FA36-11487C1B34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3" y="1686757"/>
            <a:ext cx="6674731" cy="4936234"/>
          </a:xfrm>
        </p:spPr>
        <p:txBody>
          <a:bodyPr>
            <a:normAutofit fontScale="85000" lnSpcReduction="10000"/>
          </a:bodyPr>
          <a:lstStyle/>
          <a:p>
            <a:pPr marL="514346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HK" sz="1800" dirty="0"/>
              <a:t>The work that you submit for assessment must be </a:t>
            </a:r>
            <a:r>
              <a:rPr lang="en-HK" sz="1800" dirty="0">
                <a:solidFill>
                  <a:srgbClr val="C40C67"/>
                </a:solidFill>
              </a:rPr>
              <a:t>YOUR OWN WORK</a:t>
            </a:r>
          </a:p>
          <a:p>
            <a:pPr marL="514346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HK" sz="1800" dirty="0"/>
              <a:t>The work </a:t>
            </a:r>
            <a:r>
              <a:rPr lang="en-HK" sz="1800" dirty="0">
                <a:solidFill>
                  <a:srgbClr val="C40C67"/>
                </a:solidFill>
              </a:rPr>
              <a:t>must be original </a:t>
            </a:r>
            <a:r>
              <a:rPr lang="en-HK" sz="1800" dirty="0"/>
              <a:t>in the sense that it is </a:t>
            </a:r>
            <a:r>
              <a:rPr lang="en-HK" sz="1800" dirty="0">
                <a:solidFill>
                  <a:srgbClr val="C40C67"/>
                </a:solidFill>
              </a:rPr>
              <a:t>your intellectual creation</a:t>
            </a:r>
            <a:r>
              <a:rPr lang="en-HK" sz="1800" dirty="0"/>
              <a:t>.</a:t>
            </a:r>
          </a:p>
          <a:p>
            <a:pPr marL="514346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HK" sz="1800" dirty="0"/>
              <a:t>Your submission </a:t>
            </a:r>
            <a:r>
              <a:rPr lang="en-HK" sz="1800" dirty="0">
                <a:solidFill>
                  <a:srgbClr val="C40C67"/>
                </a:solidFill>
              </a:rPr>
              <a:t>cannot be a copy/version of other people’s work</a:t>
            </a:r>
            <a:r>
              <a:rPr lang="en-HK" sz="1800" dirty="0"/>
              <a:t> or </a:t>
            </a:r>
            <a:r>
              <a:rPr lang="en-HK" sz="1800" dirty="0">
                <a:solidFill>
                  <a:srgbClr val="C40C67"/>
                </a:solidFill>
              </a:rPr>
              <a:t>AI-generated material</a:t>
            </a:r>
            <a:r>
              <a:rPr lang="en-HK" sz="1800" dirty="0"/>
              <a:t>.</a:t>
            </a:r>
          </a:p>
          <a:p>
            <a:pPr marL="857237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HK" dirty="0">
                <a:solidFill>
                  <a:srgbClr val="FF0000"/>
                </a:solidFill>
              </a:rPr>
              <a:t>Asking GenAI to do the assignment for you is like asking someone else to do the assignment for you</a:t>
            </a:r>
          </a:p>
          <a:p>
            <a:pPr marL="857237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HK" dirty="0">
                <a:solidFill>
                  <a:srgbClr val="FF0000"/>
                </a:solidFill>
              </a:rPr>
              <a:t>Copying AI-generated content is like copying other people’s work. </a:t>
            </a:r>
          </a:p>
          <a:p>
            <a:pPr marL="857237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HK" dirty="0"/>
              <a:t>Both are </a:t>
            </a:r>
            <a:r>
              <a:rPr lang="en-HK" dirty="0">
                <a:solidFill>
                  <a:srgbClr val="C40C67"/>
                </a:solidFill>
              </a:rPr>
              <a:t>cheating</a:t>
            </a:r>
            <a:r>
              <a:rPr lang="en-HK" dirty="0"/>
              <a:t>. </a:t>
            </a:r>
          </a:p>
          <a:p>
            <a:pPr marL="514346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HK" sz="1800" dirty="0"/>
              <a:t>Students who are found to have submitted AI-generated materials as their own work or part of their work constitute an </a:t>
            </a:r>
            <a:r>
              <a:rPr lang="en-HK" sz="1800" dirty="0">
                <a:solidFill>
                  <a:schemeClr val="accent3"/>
                </a:solidFill>
              </a:rPr>
              <a:t>act of academic dishonesty</a:t>
            </a:r>
            <a:r>
              <a:rPr lang="en-HK" sz="1800" dirty="0"/>
              <a:t>. </a:t>
            </a:r>
          </a:p>
          <a:p>
            <a:pPr marL="514346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HK" sz="1800" dirty="0"/>
          </a:p>
          <a:p>
            <a:pPr marL="514346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HK" sz="1800" dirty="0"/>
          </a:p>
          <a:p>
            <a:pPr marL="514346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dirty="0"/>
              <a:t>For details, please refer to the </a:t>
            </a:r>
            <a:r>
              <a:rPr lang="en-HK" sz="1800" dirty="0"/>
              <a:t>student guide on the use of GenAI</a:t>
            </a:r>
            <a:endParaRPr lang="en-US" sz="1800" dirty="0"/>
          </a:p>
          <a:p>
            <a:pPr marL="857237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hlinkClick r:id="rId2"/>
              </a:rPr>
              <a:t>https://www.polyu.edu.hk/ar/docdrive/polyu-students/Student-guide-on-the-use-of-GenAI_revised_250214.pdf</a:t>
            </a:r>
            <a:r>
              <a:rPr lang="en-US" sz="1600" dirty="0"/>
              <a:t> </a:t>
            </a:r>
            <a:endParaRPr lang="en-HK" sz="1600" dirty="0"/>
          </a:p>
        </p:txBody>
      </p:sp>
      <p:pic>
        <p:nvPicPr>
          <p:cNvPr id="5122" name="Picture 2" descr="Academic_Integrity_GenAI">
            <a:extLst>
              <a:ext uri="{FF2B5EF4-FFF2-40B4-BE49-F238E27FC236}">
                <a16:creationId xmlns:a16="http://schemas.microsoft.com/office/drawing/2014/main" id="{1C84D140-3A07-FA1B-5F94-50613960F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028" y="1686757"/>
            <a:ext cx="1978065" cy="154355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3A802-341A-371A-E0C6-BC5FC1D1F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877" y="4712928"/>
            <a:ext cx="5573003" cy="780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15D8CD-F29B-C3EA-E478-26E5AB002425}"/>
              </a:ext>
            </a:extLst>
          </p:cNvPr>
          <p:cNvSpPr txBox="1"/>
          <p:nvPr/>
        </p:nvSpPr>
        <p:spPr>
          <a:xfrm>
            <a:off x="6597344" y="5492961"/>
            <a:ext cx="20552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AI Assessment Scale (AIAS)</a:t>
            </a:r>
          </a:p>
        </p:txBody>
      </p:sp>
    </p:spTree>
    <p:extLst>
      <p:ext uri="{BB962C8B-B14F-4D97-AF65-F5344CB8AC3E}">
        <p14:creationId xmlns:p14="http://schemas.microsoft.com/office/powerpoint/2010/main" val="2703140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96294-B044-6438-2465-3226AFAF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 Submission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A4C1-828F-B05F-0552-63E56DC98BC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46" lvl="1" indent="-342900">
              <a:buFont typeface="Courier New" panose="02070309020205020404" pitchFamily="49" charset="0"/>
              <a:buChar char="o"/>
            </a:pPr>
            <a:r>
              <a:rPr lang="en-HK" sz="1800" dirty="0"/>
              <a:t>Any tutorial or assignment submitted after the deadline will be regarded as one full day late. </a:t>
            </a:r>
          </a:p>
          <a:p>
            <a:pPr marL="857237" lvl="2" indent="-342900">
              <a:buFont typeface="Courier New" panose="02070309020205020404" pitchFamily="49" charset="0"/>
              <a:buChar char="o"/>
            </a:pPr>
            <a:r>
              <a:rPr lang="en-HK" sz="1600" dirty="0"/>
              <a:t>A </a:t>
            </a:r>
            <a:r>
              <a:rPr lang="en-HK" sz="1600" dirty="0">
                <a:solidFill>
                  <a:schemeClr val="accent3"/>
                </a:solidFill>
              </a:rPr>
              <a:t>10% deduction </a:t>
            </a:r>
            <a:r>
              <a:rPr lang="en-HK" sz="1600" dirty="0"/>
              <a:t>will apply for </a:t>
            </a:r>
            <a:r>
              <a:rPr lang="en-HK" sz="1600" dirty="0">
                <a:solidFill>
                  <a:schemeClr val="accent3"/>
                </a:solidFill>
              </a:rPr>
              <a:t>each 24-hour period </a:t>
            </a:r>
            <a:r>
              <a:rPr lang="en-HK" sz="1600" dirty="0"/>
              <a:t>thereafter.</a:t>
            </a:r>
          </a:p>
          <a:p>
            <a:pPr marL="514346" lvl="1" indent="-342900">
              <a:buFont typeface="Courier New" panose="02070309020205020404" pitchFamily="49" charset="0"/>
              <a:buChar char="o"/>
            </a:pPr>
            <a:r>
              <a:rPr lang="en-HK" sz="1800" dirty="0"/>
              <a:t>We </a:t>
            </a:r>
            <a:r>
              <a:rPr lang="en-HK" sz="1800" dirty="0">
                <a:solidFill>
                  <a:schemeClr val="accent3"/>
                </a:solidFill>
              </a:rPr>
              <a:t>will not accept </a:t>
            </a:r>
            <a:r>
              <a:rPr lang="en-HK" sz="1800" dirty="0"/>
              <a:t>any homework that is </a:t>
            </a:r>
            <a:r>
              <a:rPr lang="en-HK" sz="1800" dirty="0">
                <a:solidFill>
                  <a:schemeClr val="accent3"/>
                </a:solidFill>
              </a:rPr>
              <a:t>more than three days late</a:t>
            </a:r>
            <a:r>
              <a:rPr lang="en-HK" sz="1800" dirty="0"/>
              <a:t>. </a:t>
            </a:r>
          </a:p>
          <a:p>
            <a:pPr marL="514346" lvl="1" indent="-342900">
              <a:buFont typeface="Courier New" panose="02070309020205020404" pitchFamily="49" charset="0"/>
              <a:buChar char="o"/>
            </a:pPr>
            <a:r>
              <a:rPr lang="en-HK" sz="1800" dirty="0"/>
              <a:t>Plan your time carefully, </a:t>
            </a:r>
            <a:r>
              <a:rPr lang="en-HK" sz="1800" dirty="0">
                <a:solidFill>
                  <a:schemeClr val="accent3"/>
                </a:solidFill>
              </a:rPr>
              <a:t>do not wait until the last moment </a:t>
            </a:r>
            <a:r>
              <a:rPr lang="en-HK" sz="1800" dirty="0"/>
              <a:t>to start an assignment. So you </a:t>
            </a:r>
            <a:r>
              <a:rPr lang="en-HK" sz="1800" dirty="0">
                <a:solidFill>
                  <a:srgbClr val="00B050"/>
                </a:solidFill>
              </a:rPr>
              <a:t>have time to ask help</a:t>
            </a:r>
            <a:r>
              <a:rPr lang="en-HK" sz="1800" dirty="0"/>
              <a:t>. </a:t>
            </a:r>
          </a:p>
          <a:p>
            <a:pPr marL="514346" lvl="1" indent="-342900">
              <a:buFont typeface="Courier New" panose="02070309020205020404" pitchFamily="49" charset="0"/>
              <a:buChar char="o"/>
            </a:pPr>
            <a:r>
              <a:rPr lang="en-HK" sz="1800" dirty="0">
                <a:solidFill>
                  <a:srgbClr val="C40C67"/>
                </a:solidFill>
              </a:rPr>
              <a:t>For assignments and exams, extension and makeups will only be given in documented cases of serious illness or other emergencies. </a:t>
            </a:r>
          </a:p>
          <a:p>
            <a:pPr marL="857237" lvl="2" indent="-342900">
              <a:buFont typeface="Courier New" panose="02070309020205020404" pitchFamily="49" charset="0"/>
              <a:buChar char="o"/>
            </a:pPr>
            <a:r>
              <a:rPr lang="en-HK" sz="1600" dirty="0"/>
              <a:t>Leaving a phone message or sending an email </a:t>
            </a:r>
            <a:r>
              <a:rPr lang="en-HK" sz="1600" dirty="0">
                <a:solidFill>
                  <a:srgbClr val="C40C67"/>
                </a:solidFill>
              </a:rPr>
              <a:t>without confirmation is not acceptable. </a:t>
            </a:r>
            <a:endParaRPr lang="en-US" sz="1600" dirty="0">
              <a:solidFill>
                <a:srgbClr val="C40C67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958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937D-6DC8-A3A4-0391-53108196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A81004-EECE-7E08-2A9B-EC780BEFFA0E}"/>
              </a:ext>
            </a:extLst>
          </p:cNvPr>
          <p:cNvSpPr txBox="1"/>
          <p:nvPr/>
        </p:nvSpPr>
        <p:spPr>
          <a:xfrm>
            <a:off x="4572000" y="3012544"/>
            <a:ext cx="3898380" cy="8329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defTabSz="685783">
              <a:spcBef>
                <a:spcPct val="0"/>
              </a:spcBef>
              <a:spcAft>
                <a:spcPts val="600"/>
              </a:spcAft>
            </a:pPr>
            <a:r>
              <a:rPr lang="en-US" altLang="ko-KR" sz="3600" b="1" kern="1200" dirty="0">
                <a:solidFill>
                  <a:schemeClr val="accent3"/>
                </a:solidFill>
                <a:latin typeface="+mn-lt"/>
                <a:ea typeface="+mj-ea"/>
                <a:cs typeface="+mj-cs"/>
              </a:rPr>
              <a:t>Any Questions?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67AB79-6593-33A4-E187-6EA97C879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19" y="1373479"/>
            <a:ext cx="4325112" cy="4325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6116464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utorial">
  <a:themeElements>
    <a:clrScheme name="Custom 27">
      <a:dk1>
        <a:srgbClr val="000000"/>
      </a:dk1>
      <a:lt1>
        <a:srgbClr val="FFFFFF"/>
      </a:lt1>
      <a:dk2>
        <a:srgbClr val="005F73"/>
      </a:dk2>
      <a:lt2>
        <a:srgbClr val="E7E6E6"/>
      </a:lt2>
      <a:accent1>
        <a:srgbClr val="6A205F"/>
      </a:accent1>
      <a:accent2>
        <a:srgbClr val="C74F66"/>
      </a:accent2>
      <a:accent3>
        <a:srgbClr val="C40C67"/>
      </a:accent3>
      <a:accent4>
        <a:srgbClr val="FF7675"/>
      </a:accent4>
      <a:accent5>
        <a:srgbClr val="0696D0"/>
      </a:accent5>
      <a:accent6>
        <a:srgbClr val="360070"/>
      </a:accent6>
      <a:hlink>
        <a:srgbClr val="0563C1"/>
      </a:hlink>
      <a:folHlink>
        <a:srgbClr val="954F72"/>
      </a:folHlink>
    </a:clrScheme>
    <a:fontScheme name="Custom 92">
      <a:majorFont>
        <a:latin typeface="Segoe UI Semibold"/>
        <a:ea typeface=""/>
        <a:cs typeface=""/>
      </a:majorFont>
      <a:minorFont>
        <a:latin typeface="Segoe UI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eling overwhelmed _Win32_CP_v13" id="{1F8CD036-E430-4435-85C3-9C882E43A90C}" vid="{161A3489-A5CE-4E5E-8AA9-B92631102B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3CF614-6894-4A97-80E5-9F658EA3A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D100F2-74DD-462C-BBFE-2504278ADF72}">
  <ds:schemaRefs>
    <ds:schemaRef ds:uri="71af3243-3dd4-4a8d-8c0d-dd76da1f02a5"/>
    <ds:schemaRef ds:uri="http://purl.org/dc/elements/1.1/"/>
    <ds:schemaRef ds:uri="http://purl.org/dc/terms/"/>
    <ds:schemaRef ds:uri="230e9df3-be65-4c73-a93b-d1236ebd677e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7D4A114-614A-4F21-A975-61444CD3CF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32258</TotalTime>
  <Words>1818</Words>
  <Application>Microsoft Macintosh PowerPoint</Application>
  <PresentationFormat>On-screen Show (4:3)</PresentationFormat>
  <Paragraphs>209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Segoe UI </vt:lpstr>
      <vt:lpstr>Arial</vt:lpstr>
      <vt:lpstr>Calibri</vt:lpstr>
      <vt:lpstr>Courier New</vt:lpstr>
      <vt:lpstr>Lato</vt:lpstr>
      <vt:lpstr>Raleway</vt:lpstr>
      <vt:lpstr>Wingdings</vt:lpstr>
      <vt:lpstr>powerpoint tutorial</vt:lpstr>
      <vt:lpstr>PowerPoint Presentation</vt:lpstr>
      <vt:lpstr>Teaching Team</vt:lpstr>
      <vt:lpstr>Teaching Arrangement</vt:lpstr>
      <vt:lpstr>About the course</vt:lpstr>
      <vt:lpstr>Reference Books</vt:lpstr>
      <vt:lpstr>Pre-Course Survey Analysis: What You Asked</vt:lpstr>
      <vt:lpstr>Pre-Course Survey Analysis: What You Asked</vt:lpstr>
      <vt:lpstr>Pre-Course Survey Analysis: What You Asked</vt:lpstr>
      <vt:lpstr>The composition of course grades and assessment information</vt:lpstr>
      <vt:lpstr>Group Project Overview</vt:lpstr>
      <vt:lpstr>Group Project Overview</vt:lpstr>
      <vt:lpstr>Group Project Overview</vt:lpstr>
      <vt:lpstr>Tentative Teaching Schedule (Lectures)</vt:lpstr>
      <vt:lpstr>Academic Integrity</vt:lpstr>
      <vt:lpstr>Academic Integrity (GenAI)</vt:lpstr>
      <vt:lpstr>Late Submission Policy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Feeling overwhelmed</dc:title>
  <dc:creator/>
  <cp:lastModifiedBy>FONG, Chi Kit Ken [DSAI]</cp:lastModifiedBy>
  <cp:revision>76</cp:revision>
  <dcterms:created xsi:type="dcterms:W3CDTF">2022-08-24T19:45:33Z</dcterms:created>
  <dcterms:modified xsi:type="dcterms:W3CDTF">2026-01-13T02:00:13Z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